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4" r:id="rId4"/>
  </p:sldMasterIdLst>
  <p:sldIdLst>
    <p:sldId id="256" r:id="rId5"/>
    <p:sldId id="257" r:id="rId6"/>
    <p:sldId id="258" r:id="rId7"/>
    <p:sldId id="259" r:id="rId8"/>
    <p:sldId id="260" r:id="rId9"/>
    <p:sldId id="303" r:id="rId10"/>
    <p:sldId id="304" r:id="rId11"/>
    <p:sldId id="262" r:id="rId12"/>
    <p:sldId id="261" r:id="rId13"/>
    <p:sldId id="263" r:id="rId14"/>
    <p:sldId id="305" r:id="rId15"/>
    <p:sldId id="264" r:id="rId16"/>
    <p:sldId id="265" r:id="rId17"/>
    <p:sldId id="266" r:id="rId18"/>
    <p:sldId id="267" r:id="rId19"/>
    <p:sldId id="268" r:id="rId20"/>
    <p:sldId id="269" r:id="rId21"/>
    <p:sldId id="314" r:id="rId22"/>
    <p:sldId id="306" r:id="rId23"/>
    <p:sldId id="270" r:id="rId24"/>
    <p:sldId id="271" r:id="rId25"/>
    <p:sldId id="307" r:id="rId26"/>
    <p:sldId id="272" r:id="rId27"/>
    <p:sldId id="309" r:id="rId28"/>
    <p:sldId id="308" r:id="rId29"/>
    <p:sldId id="273" r:id="rId30"/>
    <p:sldId id="274" r:id="rId31"/>
    <p:sldId id="310" r:id="rId32"/>
    <p:sldId id="275" r:id="rId33"/>
    <p:sldId id="276" r:id="rId34"/>
    <p:sldId id="277" r:id="rId35"/>
    <p:sldId id="278" r:id="rId36"/>
    <p:sldId id="325" r:id="rId37"/>
    <p:sldId id="326" r:id="rId38"/>
    <p:sldId id="327" r:id="rId39"/>
    <p:sldId id="311" r:id="rId40"/>
    <p:sldId id="312" r:id="rId41"/>
    <p:sldId id="279" r:id="rId42"/>
    <p:sldId id="320" r:id="rId43"/>
    <p:sldId id="321" r:id="rId44"/>
    <p:sldId id="313" r:id="rId45"/>
    <p:sldId id="280" r:id="rId46"/>
    <p:sldId id="281" r:id="rId47"/>
    <p:sldId id="322" r:id="rId48"/>
    <p:sldId id="282" r:id="rId49"/>
    <p:sldId id="288" r:id="rId50"/>
    <p:sldId id="323" r:id="rId51"/>
    <p:sldId id="287" r:id="rId52"/>
    <p:sldId id="289" r:id="rId53"/>
    <p:sldId id="290" r:id="rId54"/>
    <p:sldId id="324" r:id="rId55"/>
    <p:sldId id="315" r:id="rId56"/>
    <p:sldId id="291" r:id="rId57"/>
    <p:sldId id="316" r:id="rId58"/>
    <p:sldId id="292" r:id="rId59"/>
    <p:sldId id="293" r:id="rId60"/>
    <p:sldId id="317" r:id="rId61"/>
    <p:sldId id="294" r:id="rId62"/>
    <p:sldId id="318" r:id="rId63"/>
    <p:sldId id="319" r:id="rId64"/>
    <p:sldId id="301" r:id="rId65"/>
    <p:sldId id="302" r:id="rId66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BF5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F35466-21B0-4C43-B0B3-0A95D193B2FA}" v="7" dt="2024-05-08T02:46:22.3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 Boon Chian" userId="ab84e6a5-2079-4f96-af03-c8dde00dcc75" providerId="ADAL" clId="{A3C7A63F-5577-4DA2-8FDA-1EF52F59A758}"/>
    <pc:docChg chg="modSld">
      <pc:chgData name="Tea Boon Chian" userId="ab84e6a5-2079-4f96-af03-c8dde00dcc75" providerId="ADAL" clId="{A3C7A63F-5577-4DA2-8FDA-1EF52F59A758}" dt="2024-05-07T05:45:21.181" v="12" actId="9405"/>
      <pc:docMkLst>
        <pc:docMk/>
      </pc:docMkLst>
      <pc:sldChg chg="addSp mod">
        <pc:chgData name="Tea Boon Chian" userId="ab84e6a5-2079-4f96-af03-c8dde00dcc75" providerId="ADAL" clId="{A3C7A63F-5577-4DA2-8FDA-1EF52F59A758}" dt="2024-05-07T05:45:21.181" v="12" actId="9405"/>
        <pc:sldMkLst>
          <pc:docMk/>
          <pc:sldMk cId="19182378" sldId="271"/>
        </pc:sldMkLst>
        <pc:inkChg chg="add">
          <ac:chgData name="Tea Boon Chian" userId="ab84e6a5-2079-4f96-af03-c8dde00dcc75" providerId="ADAL" clId="{A3C7A63F-5577-4DA2-8FDA-1EF52F59A758}" dt="2024-05-07T05:44:35.521" v="0" actId="9405"/>
          <ac:inkMkLst>
            <pc:docMk/>
            <pc:sldMk cId="19182378" sldId="271"/>
            <ac:inkMk id="2" creationId="{9900F057-124C-11FC-0430-67B161B88DFA}"/>
          </ac:inkMkLst>
        </pc:inkChg>
        <pc:inkChg chg="add">
          <ac:chgData name="Tea Boon Chian" userId="ab84e6a5-2079-4f96-af03-c8dde00dcc75" providerId="ADAL" clId="{A3C7A63F-5577-4DA2-8FDA-1EF52F59A758}" dt="2024-05-07T05:44:37.458" v="1" actId="9405"/>
          <ac:inkMkLst>
            <pc:docMk/>
            <pc:sldMk cId="19182378" sldId="271"/>
            <ac:inkMk id="3" creationId="{8EE1142D-E7E1-FC34-8E47-B1AC9FB07B01}"/>
          </ac:inkMkLst>
        </pc:inkChg>
        <pc:inkChg chg="add">
          <ac:chgData name="Tea Boon Chian" userId="ab84e6a5-2079-4f96-af03-c8dde00dcc75" providerId="ADAL" clId="{A3C7A63F-5577-4DA2-8FDA-1EF52F59A758}" dt="2024-05-07T05:44:39.848" v="2" actId="9405"/>
          <ac:inkMkLst>
            <pc:docMk/>
            <pc:sldMk cId="19182378" sldId="271"/>
            <ac:inkMk id="5" creationId="{C9A628D1-4155-6821-AFD7-09168908346D}"/>
          </ac:inkMkLst>
        </pc:inkChg>
        <pc:inkChg chg="add">
          <ac:chgData name="Tea Boon Chian" userId="ab84e6a5-2079-4f96-af03-c8dde00dcc75" providerId="ADAL" clId="{A3C7A63F-5577-4DA2-8FDA-1EF52F59A758}" dt="2024-05-07T05:44:42.357" v="3" actId="9405"/>
          <ac:inkMkLst>
            <pc:docMk/>
            <pc:sldMk cId="19182378" sldId="271"/>
            <ac:inkMk id="6" creationId="{FAE4A09B-EAC0-8AD4-BE20-392715AA90B1}"/>
          </ac:inkMkLst>
        </pc:inkChg>
        <pc:inkChg chg="add">
          <ac:chgData name="Tea Boon Chian" userId="ab84e6a5-2079-4f96-af03-c8dde00dcc75" providerId="ADAL" clId="{A3C7A63F-5577-4DA2-8FDA-1EF52F59A758}" dt="2024-05-07T05:44:43.779" v="4" actId="9405"/>
          <ac:inkMkLst>
            <pc:docMk/>
            <pc:sldMk cId="19182378" sldId="271"/>
            <ac:inkMk id="7" creationId="{777B52A0-2774-0135-134E-9611BAA70CAC}"/>
          </ac:inkMkLst>
        </pc:inkChg>
        <pc:inkChg chg="add">
          <ac:chgData name="Tea Boon Chian" userId="ab84e6a5-2079-4f96-af03-c8dde00dcc75" providerId="ADAL" clId="{A3C7A63F-5577-4DA2-8FDA-1EF52F59A758}" dt="2024-05-07T05:44:45.841" v="5" actId="9405"/>
          <ac:inkMkLst>
            <pc:docMk/>
            <pc:sldMk cId="19182378" sldId="271"/>
            <ac:inkMk id="8" creationId="{24B7158E-93B2-2C76-531C-F90F926B79E7}"/>
          </ac:inkMkLst>
        </pc:inkChg>
        <pc:inkChg chg="add">
          <ac:chgData name="Tea Boon Chian" userId="ab84e6a5-2079-4f96-af03-c8dde00dcc75" providerId="ADAL" clId="{A3C7A63F-5577-4DA2-8FDA-1EF52F59A758}" dt="2024-05-07T05:45:04.601" v="6" actId="9405"/>
          <ac:inkMkLst>
            <pc:docMk/>
            <pc:sldMk cId="19182378" sldId="271"/>
            <ac:inkMk id="9" creationId="{1A9D94BC-8E29-A260-7FDC-7A0E6E5E3D6B}"/>
          </ac:inkMkLst>
        </pc:inkChg>
        <pc:inkChg chg="add">
          <ac:chgData name="Tea Boon Chian" userId="ab84e6a5-2079-4f96-af03-c8dde00dcc75" providerId="ADAL" clId="{A3C7A63F-5577-4DA2-8FDA-1EF52F59A758}" dt="2024-05-07T05:45:06.007" v="7" actId="9405"/>
          <ac:inkMkLst>
            <pc:docMk/>
            <pc:sldMk cId="19182378" sldId="271"/>
            <ac:inkMk id="10" creationId="{8D7E5542-9844-AA4C-7239-22F33B9825A5}"/>
          </ac:inkMkLst>
        </pc:inkChg>
        <pc:inkChg chg="add">
          <ac:chgData name="Tea Boon Chian" userId="ab84e6a5-2079-4f96-af03-c8dde00dcc75" providerId="ADAL" clId="{A3C7A63F-5577-4DA2-8FDA-1EF52F59A758}" dt="2024-05-07T05:45:08.440" v="8" actId="9405"/>
          <ac:inkMkLst>
            <pc:docMk/>
            <pc:sldMk cId="19182378" sldId="271"/>
            <ac:inkMk id="11" creationId="{AFA1E334-5E92-B3F1-A132-EEC9D282526E}"/>
          </ac:inkMkLst>
        </pc:inkChg>
        <pc:inkChg chg="add">
          <ac:chgData name="Tea Boon Chian" userId="ab84e6a5-2079-4f96-af03-c8dde00dcc75" providerId="ADAL" clId="{A3C7A63F-5577-4DA2-8FDA-1EF52F59A758}" dt="2024-05-07T05:45:09.783" v="9" actId="9405"/>
          <ac:inkMkLst>
            <pc:docMk/>
            <pc:sldMk cId="19182378" sldId="271"/>
            <ac:inkMk id="12" creationId="{56146014-B7CF-BB15-1405-6DC6D0361E8A}"/>
          </ac:inkMkLst>
        </pc:inkChg>
        <pc:inkChg chg="add">
          <ac:chgData name="Tea Boon Chian" userId="ab84e6a5-2079-4f96-af03-c8dde00dcc75" providerId="ADAL" clId="{A3C7A63F-5577-4DA2-8FDA-1EF52F59A758}" dt="2024-05-07T05:45:16.429" v="10" actId="9405"/>
          <ac:inkMkLst>
            <pc:docMk/>
            <pc:sldMk cId="19182378" sldId="271"/>
            <ac:inkMk id="13" creationId="{5DF0398C-938F-57D3-E409-2512C2346A52}"/>
          </ac:inkMkLst>
        </pc:inkChg>
        <pc:inkChg chg="add">
          <ac:chgData name="Tea Boon Chian" userId="ab84e6a5-2079-4f96-af03-c8dde00dcc75" providerId="ADAL" clId="{A3C7A63F-5577-4DA2-8FDA-1EF52F59A758}" dt="2024-05-07T05:45:19.554" v="11" actId="9405"/>
          <ac:inkMkLst>
            <pc:docMk/>
            <pc:sldMk cId="19182378" sldId="271"/>
            <ac:inkMk id="14" creationId="{371E4B14-C756-D16A-02DC-DBD565933DEE}"/>
          </ac:inkMkLst>
        </pc:inkChg>
        <pc:inkChg chg="add">
          <ac:chgData name="Tea Boon Chian" userId="ab84e6a5-2079-4f96-af03-c8dde00dcc75" providerId="ADAL" clId="{A3C7A63F-5577-4DA2-8FDA-1EF52F59A758}" dt="2024-05-07T05:45:21.181" v="12" actId="9405"/>
          <ac:inkMkLst>
            <pc:docMk/>
            <pc:sldMk cId="19182378" sldId="271"/>
            <ac:inkMk id="15" creationId="{95678802-5C6A-B0ED-E71F-750D19AEB520}"/>
          </ac:inkMkLst>
        </pc:inkChg>
      </pc:sldChg>
    </pc:docChg>
  </pc:docChgLst>
  <pc:docChgLst>
    <pc:chgData name="Tea Boon Chian" userId="ab84e6a5-2079-4f96-af03-c8dde00dcc75" providerId="ADAL" clId="{36B0E84B-B4F5-446F-8684-6A7E34A1CC13}"/>
    <pc:docChg chg="undo redo custSel addSld delSld modSld sldOrd">
      <pc:chgData name="Tea Boon Chian" userId="ab84e6a5-2079-4f96-af03-c8dde00dcc75" providerId="ADAL" clId="{36B0E84B-B4F5-446F-8684-6A7E34A1CC13}" dt="2023-12-26T00:52:21.953" v="13209" actId="113"/>
      <pc:docMkLst>
        <pc:docMk/>
      </pc:docMkLst>
      <pc:sldChg chg="modSp add del mod">
        <pc:chgData name="Tea Boon Chian" userId="ab84e6a5-2079-4f96-af03-c8dde00dcc75" providerId="ADAL" clId="{36B0E84B-B4F5-446F-8684-6A7E34A1CC13}" dt="2023-11-16T06:43:15.903" v="94"/>
        <pc:sldMkLst>
          <pc:docMk/>
          <pc:sldMk cId="3466555893" sldId="256"/>
        </pc:sldMkLst>
        <pc:spChg chg="mod">
          <ac:chgData name="Tea Boon Chian" userId="ab84e6a5-2079-4f96-af03-c8dde00dcc75" providerId="ADAL" clId="{36B0E84B-B4F5-446F-8684-6A7E34A1CC13}" dt="2023-11-16T06:43:15.655" v="91" actId="14100"/>
          <ac:spMkLst>
            <pc:docMk/>
            <pc:sldMk cId="3466555893" sldId="256"/>
            <ac:spMk id="2" creationId="{5AF9C832-82AA-1E4A-F62B-8063571B00FA}"/>
          </ac:spMkLst>
        </pc:spChg>
        <pc:spChg chg="mod">
          <ac:chgData name="Tea Boon Chian" userId="ab84e6a5-2079-4f96-af03-c8dde00dcc75" providerId="ADAL" clId="{36B0E84B-B4F5-446F-8684-6A7E34A1CC13}" dt="2023-11-16T06:43:15.903" v="94"/>
          <ac:spMkLst>
            <pc:docMk/>
            <pc:sldMk cId="3466555893" sldId="256"/>
            <ac:spMk id="3" creationId="{C3263324-5710-D67B-C93F-BB82BC34ED57}"/>
          </ac:spMkLst>
        </pc:spChg>
      </pc:sldChg>
      <pc:sldChg chg="modSp add del mod">
        <pc:chgData name="Tea Boon Chian" userId="ab84e6a5-2079-4f96-af03-c8dde00dcc75" providerId="ADAL" clId="{36B0E84B-B4F5-446F-8684-6A7E34A1CC13}" dt="2023-11-23T00:34:41.227" v="12548" actId="403"/>
        <pc:sldMkLst>
          <pc:docMk/>
          <pc:sldMk cId="610085409" sldId="257"/>
        </pc:sldMkLst>
        <pc:spChg chg="mod">
          <ac:chgData name="Tea Boon Chian" userId="ab84e6a5-2079-4f96-af03-c8dde00dcc75" providerId="ADAL" clId="{36B0E84B-B4F5-446F-8684-6A7E34A1CC13}" dt="2023-11-16T06:39:55.904" v="33" actId="20577"/>
          <ac:spMkLst>
            <pc:docMk/>
            <pc:sldMk cId="610085409" sldId="257"/>
            <ac:spMk id="2" creationId="{B308DD1C-3490-3836-9A3C-BAA6270EF24C}"/>
          </ac:spMkLst>
        </pc:spChg>
        <pc:spChg chg="mod">
          <ac:chgData name="Tea Boon Chian" userId="ab84e6a5-2079-4f96-af03-c8dde00dcc75" providerId="ADAL" clId="{36B0E84B-B4F5-446F-8684-6A7E34A1CC13}" dt="2023-11-23T00:34:41.227" v="12548" actId="403"/>
          <ac:spMkLst>
            <pc:docMk/>
            <pc:sldMk cId="610085409" sldId="257"/>
            <ac:spMk id="3" creationId="{2CE9B0B1-1BBB-B0A0-EABF-4BA93251E198}"/>
          </ac:spMkLst>
        </pc:spChg>
      </pc:sldChg>
      <pc:sldChg chg="modSp add mod">
        <pc:chgData name="Tea Boon Chian" userId="ab84e6a5-2079-4f96-af03-c8dde00dcc75" providerId="ADAL" clId="{36B0E84B-B4F5-446F-8684-6A7E34A1CC13}" dt="2023-12-26T00:52:21.953" v="13209" actId="113"/>
        <pc:sldMkLst>
          <pc:docMk/>
          <pc:sldMk cId="4117678441" sldId="258"/>
        </pc:sldMkLst>
        <pc:spChg chg="mod">
          <ac:chgData name="Tea Boon Chian" userId="ab84e6a5-2079-4f96-af03-c8dde00dcc75" providerId="ADAL" clId="{36B0E84B-B4F5-446F-8684-6A7E34A1CC13}" dt="2023-11-16T06:50:43.985" v="281" actId="20577"/>
          <ac:spMkLst>
            <pc:docMk/>
            <pc:sldMk cId="4117678441" sldId="258"/>
            <ac:spMk id="2" creationId="{B308DD1C-3490-3836-9A3C-BAA6270EF24C}"/>
          </ac:spMkLst>
        </pc:spChg>
        <pc:spChg chg="mod">
          <ac:chgData name="Tea Boon Chian" userId="ab84e6a5-2079-4f96-af03-c8dde00dcc75" providerId="ADAL" clId="{36B0E84B-B4F5-446F-8684-6A7E34A1CC13}" dt="2023-12-26T00:52:21.953" v="13209" actId="113"/>
          <ac:spMkLst>
            <pc:docMk/>
            <pc:sldMk cId="4117678441" sldId="258"/>
            <ac:spMk id="3" creationId="{2CE9B0B1-1BBB-B0A0-EABF-4BA93251E198}"/>
          </ac:spMkLst>
        </pc:spChg>
      </pc:sldChg>
      <pc:sldChg chg="delSp modSp add mod">
        <pc:chgData name="Tea Boon Chian" userId="ab84e6a5-2079-4f96-af03-c8dde00dcc75" providerId="ADAL" clId="{36B0E84B-B4F5-446F-8684-6A7E34A1CC13}" dt="2023-11-16T08:25:16.210" v="2196" actId="403"/>
        <pc:sldMkLst>
          <pc:docMk/>
          <pc:sldMk cId="2627235948" sldId="259"/>
        </pc:sldMkLst>
        <pc:spChg chg="mod">
          <ac:chgData name="Tea Boon Chian" userId="ab84e6a5-2079-4f96-af03-c8dde00dcc75" providerId="ADAL" clId="{36B0E84B-B4F5-446F-8684-6A7E34A1CC13}" dt="2023-11-16T08:25:16.210" v="2196" actId="403"/>
          <ac:spMkLst>
            <pc:docMk/>
            <pc:sldMk cId="2627235948" sldId="259"/>
            <ac:spMk id="2" creationId="{B308DD1C-3490-3836-9A3C-BAA6270EF24C}"/>
          </ac:spMkLst>
        </pc:spChg>
        <pc:spChg chg="del">
          <ac:chgData name="Tea Boon Chian" userId="ab84e6a5-2079-4f96-af03-c8dde00dcc75" providerId="ADAL" clId="{36B0E84B-B4F5-446F-8684-6A7E34A1CC13}" dt="2023-11-16T07:43:11.240" v="736" actId="478"/>
          <ac:spMkLst>
            <pc:docMk/>
            <pc:sldMk cId="2627235948" sldId="259"/>
            <ac:spMk id="3" creationId="{2CE9B0B1-1BBB-B0A0-EABF-4BA93251E198}"/>
          </ac:spMkLst>
        </pc:spChg>
      </pc:sldChg>
      <pc:sldChg chg="modSp add mod">
        <pc:chgData name="Tea Boon Chian" userId="ab84e6a5-2079-4f96-af03-c8dde00dcc75" providerId="ADAL" clId="{36B0E84B-B4F5-446F-8684-6A7E34A1CC13}" dt="2023-11-16T08:27:47.016" v="2274" actId="14100"/>
        <pc:sldMkLst>
          <pc:docMk/>
          <pc:sldMk cId="1103133094" sldId="260"/>
        </pc:sldMkLst>
        <pc:spChg chg="mod">
          <ac:chgData name="Tea Boon Chian" userId="ab84e6a5-2079-4f96-af03-c8dde00dcc75" providerId="ADAL" clId="{36B0E84B-B4F5-446F-8684-6A7E34A1CC13}" dt="2023-11-16T08:27:47.016" v="2274" actId="14100"/>
          <ac:spMkLst>
            <pc:docMk/>
            <pc:sldMk cId="1103133094" sldId="260"/>
            <ac:spMk id="2" creationId="{B308DD1C-3490-3836-9A3C-BAA6270EF24C}"/>
          </ac:spMkLst>
        </pc:spChg>
        <pc:spChg chg="mod">
          <ac:chgData name="Tea Boon Chian" userId="ab84e6a5-2079-4f96-af03-c8dde00dcc75" providerId="ADAL" clId="{36B0E84B-B4F5-446F-8684-6A7E34A1CC13}" dt="2023-11-16T08:27:45.588" v="2272" actId="14100"/>
          <ac:spMkLst>
            <pc:docMk/>
            <pc:sldMk cId="1103133094" sldId="260"/>
            <ac:spMk id="3" creationId="{2CE9B0B1-1BBB-B0A0-EABF-4BA93251E198}"/>
          </ac:spMkLst>
        </pc:spChg>
      </pc:sldChg>
      <pc:sldChg chg="addSp delSp modSp add mod">
        <pc:chgData name="Tea Boon Chian" userId="ab84e6a5-2079-4f96-af03-c8dde00dcc75" providerId="ADAL" clId="{36B0E84B-B4F5-446F-8684-6A7E34A1CC13}" dt="2023-11-16T08:54:33.998" v="3239" actId="14100"/>
        <pc:sldMkLst>
          <pc:docMk/>
          <pc:sldMk cId="973485249" sldId="261"/>
        </pc:sldMkLst>
        <pc:spChg chg="del mod">
          <ac:chgData name="Tea Boon Chian" userId="ab84e6a5-2079-4f96-af03-c8dde00dcc75" providerId="ADAL" clId="{36B0E84B-B4F5-446F-8684-6A7E34A1CC13}" dt="2023-11-16T08:40:23.510" v="2681" actId="478"/>
          <ac:spMkLst>
            <pc:docMk/>
            <pc:sldMk cId="973485249" sldId="261"/>
            <ac:spMk id="2" creationId="{B308DD1C-3490-3836-9A3C-BAA6270EF24C}"/>
          </ac:spMkLst>
        </pc:spChg>
        <pc:spChg chg="del">
          <ac:chgData name="Tea Boon Chian" userId="ab84e6a5-2079-4f96-af03-c8dde00dcc75" providerId="ADAL" clId="{36B0E84B-B4F5-446F-8684-6A7E34A1CC13}" dt="2023-11-16T08:27:03.351" v="2242" actId="478"/>
          <ac:spMkLst>
            <pc:docMk/>
            <pc:sldMk cId="973485249" sldId="261"/>
            <ac:spMk id="3" creationId="{2CE9B0B1-1BBB-B0A0-EABF-4BA93251E198}"/>
          </ac:spMkLst>
        </pc:spChg>
        <pc:spChg chg="add del mod">
          <ac:chgData name="Tea Boon Chian" userId="ab84e6a5-2079-4f96-af03-c8dde00dcc75" providerId="ADAL" clId="{36B0E84B-B4F5-446F-8684-6A7E34A1CC13}" dt="2023-11-16T08:40:25.248" v="2682" actId="478"/>
          <ac:spMkLst>
            <pc:docMk/>
            <pc:sldMk cId="973485249" sldId="261"/>
            <ac:spMk id="6" creationId="{B373A004-DF65-E022-A3F5-E8A88C099253}"/>
          </ac:spMkLst>
        </pc:spChg>
        <pc:spChg chg="add mod">
          <ac:chgData name="Tea Boon Chian" userId="ab84e6a5-2079-4f96-af03-c8dde00dcc75" providerId="ADAL" clId="{36B0E84B-B4F5-446F-8684-6A7E34A1CC13}" dt="2023-11-16T08:54:33.998" v="3239" actId="14100"/>
          <ac:spMkLst>
            <pc:docMk/>
            <pc:sldMk cId="973485249" sldId="261"/>
            <ac:spMk id="7" creationId="{1A36C615-9A44-1891-E6C3-2110DD73FBB9}"/>
          </ac:spMkLst>
        </pc:spChg>
        <pc:spChg chg="add del mod">
          <ac:chgData name="Tea Boon Chian" userId="ab84e6a5-2079-4f96-af03-c8dde00dcc75" providerId="ADAL" clId="{36B0E84B-B4F5-446F-8684-6A7E34A1CC13}" dt="2023-11-16T08:51:32.635" v="3079"/>
          <ac:spMkLst>
            <pc:docMk/>
            <pc:sldMk cId="973485249" sldId="261"/>
            <ac:spMk id="8" creationId="{4FE12A83-7E12-210A-3E8A-A642892D162A}"/>
          </ac:spMkLst>
        </pc:spChg>
        <pc:spChg chg="add del mod">
          <ac:chgData name="Tea Boon Chian" userId="ab84e6a5-2079-4f96-af03-c8dde00dcc75" providerId="ADAL" clId="{36B0E84B-B4F5-446F-8684-6A7E34A1CC13}" dt="2023-11-16T08:52:51.893" v="3106" actId="11529"/>
          <ac:spMkLst>
            <pc:docMk/>
            <pc:sldMk cId="973485249" sldId="261"/>
            <ac:spMk id="9" creationId="{1A0F5784-25E3-6D99-7B5A-FEAC2B4EB4C2}"/>
          </ac:spMkLst>
        </pc:spChg>
        <pc:spChg chg="add del mod">
          <ac:chgData name="Tea Boon Chian" userId="ab84e6a5-2079-4f96-af03-c8dde00dcc75" providerId="ADAL" clId="{36B0E84B-B4F5-446F-8684-6A7E34A1CC13}" dt="2023-11-16T08:53:40.240" v="3126" actId="11529"/>
          <ac:spMkLst>
            <pc:docMk/>
            <pc:sldMk cId="973485249" sldId="261"/>
            <ac:spMk id="10" creationId="{78F4091E-A568-2213-A19C-8956D50C68E8}"/>
          </ac:spMkLst>
        </pc:spChg>
        <pc:picChg chg="add mod">
          <ac:chgData name="Tea Boon Chian" userId="ab84e6a5-2079-4f96-af03-c8dde00dcc75" providerId="ADAL" clId="{36B0E84B-B4F5-446F-8684-6A7E34A1CC13}" dt="2023-11-16T08:53:37.690" v="3119" actId="1076"/>
          <ac:picMkLst>
            <pc:docMk/>
            <pc:sldMk cId="973485249" sldId="261"/>
            <ac:picMk id="4" creationId="{56FB6C18-6ED4-3CFB-33AC-0C06469DA53A}"/>
          </ac:picMkLst>
        </pc:picChg>
      </pc:sldChg>
      <pc:sldChg chg="modSp add mod ord">
        <pc:chgData name="Tea Boon Chian" userId="ab84e6a5-2079-4f96-af03-c8dde00dcc75" providerId="ADAL" clId="{36B0E84B-B4F5-446F-8684-6A7E34A1CC13}" dt="2023-11-16T08:44:00.425" v="2889" actId="20577"/>
        <pc:sldMkLst>
          <pc:docMk/>
          <pc:sldMk cId="889295312" sldId="262"/>
        </pc:sldMkLst>
        <pc:spChg chg="mod">
          <ac:chgData name="Tea Boon Chian" userId="ab84e6a5-2079-4f96-af03-c8dde00dcc75" providerId="ADAL" clId="{36B0E84B-B4F5-446F-8684-6A7E34A1CC13}" dt="2023-11-16T08:28:22.360" v="2283" actId="403"/>
          <ac:spMkLst>
            <pc:docMk/>
            <pc:sldMk cId="889295312" sldId="262"/>
            <ac:spMk id="2" creationId="{B308DD1C-3490-3836-9A3C-BAA6270EF24C}"/>
          </ac:spMkLst>
        </pc:spChg>
        <pc:spChg chg="mod">
          <ac:chgData name="Tea Boon Chian" userId="ab84e6a5-2079-4f96-af03-c8dde00dcc75" providerId="ADAL" clId="{36B0E84B-B4F5-446F-8684-6A7E34A1CC13}" dt="2023-11-16T08:44:00.425" v="2889" actId="20577"/>
          <ac:spMkLst>
            <pc:docMk/>
            <pc:sldMk cId="889295312" sldId="262"/>
            <ac:spMk id="3" creationId="{2CE9B0B1-1BBB-B0A0-EABF-4BA93251E198}"/>
          </ac:spMkLst>
        </pc:spChg>
      </pc:sldChg>
      <pc:sldChg chg="modSp add mod">
        <pc:chgData name="Tea Boon Chian" userId="ab84e6a5-2079-4f96-af03-c8dde00dcc75" providerId="ADAL" clId="{36B0E84B-B4F5-446F-8684-6A7E34A1CC13}" dt="2023-11-16T09:01:11.841" v="3423" actId="207"/>
        <pc:sldMkLst>
          <pc:docMk/>
          <pc:sldMk cId="4007944301" sldId="263"/>
        </pc:sldMkLst>
        <pc:spChg chg="mod">
          <ac:chgData name="Tea Boon Chian" userId="ab84e6a5-2079-4f96-af03-c8dde00dcc75" providerId="ADAL" clId="{36B0E84B-B4F5-446F-8684-6A7E34A1CC13}" dt="2023-11-16T08:56:26.402" v="3256" actId="20577"/>
          <ac:spMkLst>
            <pc:docMk/>
            <pc:sldMk cId="4007944301" sldId="263"/>
            <ac:spMk id="2" creationId="{B308DD1C-3490-3836-9A3C-BAA6270EF24C}"/>
          </ac:spMkLst>
        </pc:spChg>
        <pc:spChg chg="mod">
          <ac:chgData name="Tea Boon Chian" userId="ab84e6a5-2079-4f96-af03-c8dde00dcc75" providerId="ADAL" clId="{36B0E84B-B4F5-446F-8684-6A7E34A1CC13}" dt="2023-11-16T09:01:11.841" v="3423" actId="207"/>
          <ac:spMkLst>
            <pc:docMk/>
            <pc:sldMk cId="4007944301" sldId="263"/>
            <ac:spMk id="3" creationId="{2CE9B0B1-1BBB-B0A0-EABF-4BA93251E198}"/>
          </ac:spMkLst>
        </pc:spChg>
      </pc:sldChg>
      <pc:sldChg chg="addSp delSp modSp add mod">
        <pc:chgData name="Tea Boon Chian" userId="ab84e6a5-2079-4f96-af03-c8dde00dcc75" providerId="ADAL" clId="{36B0E84B-B4F5-446F-8684-6A7E34A1CC13}" dt="2023-11-16T09:04:37.908" v="3522" actId="1076"/>
        <pc:sldMkLst>
          <pc:docMk/>
          <pc:sldMk cId="1598179582" sldId="264"/>
        </pc:sldMkLst>
        <pc:spChg chg="del">
          <ac:chgData name="Tea Boon Chian" userId="ab84e6a5-2079-4f96-af03-c8dde00dcc75" providerId="ADAL" clId="{36B0E84B-B4F5-446F-8684-6A7E34A1CC13}" dt="2023-11-16T09:04:29.357" v="3517" actId="478"/>
          <ac:spMkLst>
            <pc:docMk/>
            <pc:sldMk cId="1598179582" sldId="264"/>
            <ac:spMk id="2" creationId="{B308DD1C-3490-3836-9A3C-BAA6270EF24C}"/>
          </ac:spMkLst>
        </pc:spChg>
        <pc:spChg chg="del">
          <ac:chgData name="Tea Boon Chian" userId="ab84e6a5-2079-4f96-af03-c8dde00dcc75" providerId="ADAL" clId="{36B0E84B-B4F5-446F-8684-6A7E34A1CC13}" dt="2023-11-16T09:04:31.470" v="3518" actId="478"/>
          <ac:spMkLst>
            <pc:docMk/>
            <pc:sldMk cId="1598179582" sldId="264"/>
            <ac:spMk id="3" creationId="{2CE9B0B1-1BBB-B0A0-EABF-4BA93251E198}"/>
          </ac:spMkLst>
        </pc:spChg>
        <pc:picChg chg="add mod">
          <ac:chgData name="Tea Boon Chian" userId="ab84e6a5-2079-4f96-af03-c8dde00dcc75" providerId="ADAL" clId="{36B0E84B-B4F5-446F-8684-6A7E34A1CC13}" dt="2023-11-16T09:04:37.908" v="3522" actId="1076"/>
          <ac:picMkLst>
            <pc:docMk/>
            <pc:sldMk cId="1598179582" sldId="264"/>
            <ac:picMk id="4" creationId="{DF4CF498-068A-9A4A-42CD-DC98EB04C1E0}"/>
          </ac:picMkLst>
        </pc:picChg>
      </pc:sldChg>
      <pc:sldChg chg="addSp delSp modSp add mod">
        <pc:chgData name="Tea Boon Chian" userId="ab84e6a5-2079-4f96-af03-c8dde00dcc75" providerId="ADAL" clId="{36B0E84B-B4F5-446F-8684-6A7E34A1CC13}" dt="2023-11-20T03:27:46.987" v="3888" actId="1076"/>
        <pc:sldMkLst>
          <pc:docMk/>
          <pc:sldMk cId="2152382656" sldId="265"/>
        </pc:sldMkLst>
        <pc:spChg chg="mod">
          <ac:chgData name="Tea Boon Chian" userId="ab84e6a5-2079-4f96-af03-c8dde00dcc75" providerId="ADAL" clId="{36B0E84B-B4F5-446F-8684-6A7E34A1CC13}" dt="2023-11-20T03:27:32.755" v="3880" actId="1076"/>
          <ac:spMkLst>
            <pc:docMk/>
            <pc:sldMk cId="2152382656" sldId="265"/>
            <ac:spMk id="2" creationId="{B308DD1C-3490-3836-9A3C-BAA6270EF24C}"/>
          </ac:spMkLst>
        </pc:spChg>
        <pc:spChg chg="del mod">
          <ac:chgData name="Tea Boon Chian" userId="ab84e6a5-2079-4f96-af03-c8dde00dcc75" providerId="ADAL" clId="{36B0E84B-B4F5-446F-8684-6A7E34A1CC13}" dt="2023-11-20T03:27:40.607" v="3885" actId="478"/>
          <ac:spMkLst>
            <pc:docMk/>
            <pc:sldMk cId="2152382656" sldId="265"/>
            <ac:spMk id="3" creationId="{2CE9B0B1-1BBB-B0A0-EABF-4BA93251E198}"/>
          </ac:spMkLst>
        </pc:spChg>
        <pc:picChg chg="add del mod">
          <ac:chgData name="Tea Boon Chian" userId="ab84e6a5-2079-4f96-af03-c8dde00dcc75" providerId="ADAL" clId="{36B0E84B-B4F5-446F-8684-6A7E34A1CC13}" dt="2023-11-20T03:27:34.507" v="3882" actId="21"/>
          <ac:picMkLst>
            <pc:docMk/>
            <pc:sldMk cId="2152382656" sldId="265"/>
            <ac:picMk id="4" creationId="{40F09CBE-2728-87FD-FF05-78FB901A3C3C}"/>
          </ac:picMkLst>
        </pc:picChg>
        <pc:picChg chg="add mod">
          <ac:chgData name="Tea Boon Chian" userId="ab84e6a5-2079-4f96-af03-c8dde00dcc75" providerId="ADAL" clId="{36B0E84B-B4F5-446F-8684-6A7E34A1CC13}" dt="2023-11-20T03:27:46.987" v="3888" actId="1076"/>
          <ac:picMkLst>
            <pc:docMk/>
            <pc:sldMk cId="2152382656" sldId="265"/>
            <ac:picMk id="5" creationId="{A0832BB7-99FF-D710-BF3A-AEB2F317E765}"/>
          </ac:picMkLst>
        </pc:picChg>
      </pc:sldChg>
      <pc:sldChg chg="modSp add mod">
        <pc:chgData name="Tea Boon Chian" userId="ab84e6a5-2079-4f96-af03-c8dde00dcc75" providerId="ADAL" clId="{36B0E84B-B4F5-446F-8684-6A7E34A1CC13}" dt="2023-11-20T03:32:13.573" v="4524" actId="20577"/>
        <pc:sldMkLst>
          <pc:docMk/>
          <pc:sldMk cId="1906219748" sldId="266"/>
        </pc:sldMkLst>
        <pc:spChg chg="mod">
          <ac:chgData name="Tea Boon Chian" userId="ab84e6a5-2079-4f96-af03-c8dde00dcc75" providerId="ADAL" clId="{36B0E84B-B4F5-446F-8684-6A7E34A1CC13}" dt="2023-11-20T03:28:25.971" v="3891" actId="403"/>
          <ac:spMkLst>
            <pc:docMk/>
            <pc:sldMk cId="1906219748" sldId="266"/>
            <ac:spMk id="2" creationId="{B308DD1C-3490-3836-9A3C-BAA6270EF24C}"/>
          </ac:spMkLst>
        </pc:spChg>
        <pc:spChg chg="mod">
          <ac:chgData name="Tea Boon Chian" userId="ab84e6a5-2079-4f96-af03-c8dde00dcc75" providerId="ADAL" clId="{36B0E84B-B4F5-446F-8684-6A7E34A1CC13}" dt="2023-11-20T03:32:13.573" v="4524" actId="20577"/>
          <ac:spMkLst>
            <pc:docMk/>
            <pc:sldMk cId="1906219748" sldId="266"/>
            <ac:spMk id="3" creationId="{2CE9B0B1-1BBB-B0A0-EABF-4BA93251E198}"/>
          </ac:spMkLst>
        </pc:spChg>
      </pc:sldChg>
      <pc:sldChg chg="addSp delSp modSp add mod">
        <pc:chgData name="Tea Boon Chian" userId="ab84e6a5-2079-4f96-af03-c8dde00dcc75" providerId="ADAL" clId="{36B0E84B-B4F5-446F-8684-6A7E34A1CC13}" dt="2023-11-20T03:35:12.229" v="4771" actId="207"/>
        <pc:sldMkLst>
          <pc:docMk/>
          <pc:sldMk cId="3150830492" sldId="267"/>
        </pc:sldMkLst>
        <pc:spChg chg="mod">
          <ac:chgData name="Tea Boon Chian" userId="ab84e6a5-2079-4f96-af03-c8dde00dcc75" providerId="ADAL" clId="{36B0E84B-B4F5-446F-8684-6A7E34A1CC13}" dt="2023-11-20T03:32:28.633" v="4527" actId="403"/>
          <ac:spMkLst>
            <pc:docMk/>
            <pc:sldMk cId="3150830492" sldId="267"/>
            <ac:spMk id="2" creationId="{B308DD1C-3490-3836-9A3C-BAA6270EF24C}"/>
          </ac:spMkLst>
        </pc:spChg>
        <pc:spChg chg="add del mod">
          <ac:chgData name="Tea Boon Chian" userId="ab84e6a5-2079-4f96-af03-c8dde00dcc75" providerId="ADAL" clId="{36B0E84B-B4F5-446F-8684-6A7E34A1CC13}" dt="2023-11-20T03:35:12.229" v="4771" actId="207"/>
          <ac:spMkLst>
            <pc:docMk/>
            <pc:sldMk cId="3150830492" sldId="267"/>
            <ac:spMk id="3" creationId="{2CE9B0B1-1BBB-B0A0-EABF-4BA93251E198}"/>
          </ac:spMkLst>
        </pc:spChg>
        <pc:picChg chg="add mod">
          <ac:chgData name="Tea Boon Chian" userId="ab84e6a5-2079-4f96-af03-c8dde00dcc75" providerId="ADAL" clId="{36B0E84B-B4F5-446F-8684-6A7E34A1CC13}" dt="2023-11-20T03:34:57.554" v="4769" actId="1076"/>
          <ac:picMkLst>
            <pc:docMk/>
            <pc:sldMk cId="3150830492" sldId="267"/>
            <ac:picMk id="4" creationId="{D0A38999-A6CA-603D-C2F6-D2516AE3FE42}"/>
          </ac:picMkLst>
        </pc:picChg>
      </pc:sldChg>
      <pc:sldChg chg="addSp modSp add mod">
        <pc:chgData name="Tea Boon Chian" userId="ab84e6a5-2079-4f96-af03-c8dde00dcc75" providerId="ADAL" clId="{36B0E84B-B4F5-446F-8684-6A7E34A1CC13}" dt="2023-11-20T03:44:44.862" v="5227" actId="20577"/>
        <pc:sldMkLst>
          <pc:docMk/>
          <pc:sldMk cId="1258787896" sldId="268"/>
        </pc:sldMkLst>
        <pc:spChg chg="mod">
          <ac:chgData name="Tea Boon Chian" userId="ab84e6a5-2079-4f96-af03-c8dde00dcc75" providerId="ADAL" clId="{36B0E84B-B4F5-446F-8684-6A7E34A1CC13}" dt="2023-11-20T03:42:45.230" v="5144" actId="14100"/>
          <ac:spMkLst>
            <pc:docMk/>
            <pc:sldMk cId="1258787896" sldId="268"/>
            <ac:spMk id="2" creationId="{B308DD1C-3490-3836-9A3C-BAA6270EF24C}"/>
          </ac:spMkLst>
        </pc:spChg>
        <pc:spChg chg="mod">
          <ac:chgData name="Tea Boon Chian" userId="ab84e6a5-2079-4f96-af03-c8dde00dcc75" providerId="ADAL" clId="{36B0E84B-B4F5-446F-8684-6A7E34A1CC13}" dt="2023-11-20T03:44:44.862" v="5227" actId="20577"/>
          <ac:spMkLst>
            <pc:docMk/>
            <pc:sldMk cId="1258787896" sldId="268"/>
            <ac:spMk id="3" creationId="{2CE9B0B1-1BBB-B0A0-EABF-4BA93251E198}"/>
          </ac:spMkLst>
        </pc:spChg>
        <pc:picChg chg="add mod">
          <ac:chgData name="Tea Boon Chian" userId="ab84e6a5-2079-4f96-af03-c8dde00dcc75" providerId="ADAL" clId="{36B0E84B-B4F5-446F-8684-6A7E34A1CC13}" dt="2023-11-20T03:42:38.903" v="5142" actId="1076"/>
          <ac:picMkLst>
            <pc:docMk/>
            <pc:sldMk cId="1258787896" sldId="268"/>
            <ac:picMk id="4" creationId="{619AC158-3F16-FEA7-FF9B-BF19E70E3FDD}"/>
          </ac:picMkLst>
        </pc:picChg>
      </pc:sldChg>
      <pc:sldChg chg="modSp add mod">
        <pc:chgData name="Tea Boon Chian" userId="ab84e6a5-2079-4f96-af03-c8dde00dcc75" providerId="ADAL" clId="{36B0E84B-B4F5-446F-8684-6A7E34A1CC13}" dt="2023-11-20T03:49:09.465" v="5494" actId="20577"/>
        <pc:sldMkLst>
          <pc:docMk/>
          <pc:sldMk cId="1463849240" sldId="269"/>
        </pc:sldMkLst>
        <pc:spChg chg="mod">
          <ac:chgData name="Tea Boon Chian" userId="ab84e6a5-2079-4f96-af03-c8dde00dcc75" providerId="ADAL" clId="{36B0E84B-B4F5-446F-8684-6A7E34A1CC13}" dt="2023-11-20T03:42:53.461" v="5149" actId="20577"/>
          <ac:spMkLst>
            <pc:docMk/>
            <pc:sldMk cId="1463849240" sldId="269"/>
            <ac:spMk id="2" creationId="{B308DD1C-3490-3836-9A3C-BAA6270EF24C}"/>
          </ac:spMkLst>
        </pc:spChg>
        <pc:spChg chg="mod">
          <ac:chgData name="Tea Boon Chian" userId="ab84e6a5-2079-4f96-af03-c8dde00dcc75" providerId="ADAL" clId="{36B0E84B-B4F5-446F-8684-6A7E34A1CC13}" dt="2023-11-20T03:49:09.465" v="5494" actId="20577"/>
          <ac:spMkLst>
            <pc:docMk/>
            <pc:sldMk cId="1463849240" sldId="269"/>
            <ac:spMk id="3" creationId="{2CE9B0B1-1BBB-B0A0-EABF-4BA93251E198}"/>
          </ac:spMkLst>
        </pc:spChg>
      </pc:sldChg>
      <pc:sldChg chg="addSp delSp modSp add mod">
        <pc:chgData name="Tea Boon Chian" userId="ab84e6a5-2079-4f96-af03-c8dde00dcc75" providerId="ADAL" clId="{36B0E84B-B4F5-446F-8684-6A7E34A1CC13}" dt="2023-11-20T07:46:11.594" v="6796" actId="478"/>
        <pc:sldMkLst>
          <pc:docMk/>
          <pc:sldMk cId="348331813" sldId="270"/>
        </pc:sldMkLst>
        <pc:spChg chg="mod">
          <ac:chgData name="Tea Boon Chian" userId="ab84e6a5-2079-4f96-af03-c8dde00dcc75" providerId="ADAL" clId="{36B0E84B-B4F5-446F-8684-6A7E34A1CC13}" dt="2023-11-20T03:50:17.501" v="5562" actId="20577"/>
          <ac:spMkLst>
            <pc:docMk/>
            <pc:sldMk cId="348331813" sldId="270"/>
            <ac:spMk id="2" creationId="{B308DD1C-3490-3836-9A3C-BAA6270EF24C}"/>
          </ac:spMkLst>
        </pc:spChg>
        <pc:spChg chg="mod">
          <ac:chgData name="Tea Boon Chian" userId="ab84e6a5-2079-4f96-af03-c8dde00dcc75" providerId="ADAL" clId="{36B0E84B-B4F5-446F-8684-6A7E34A1CC13}" dt="2023-11-20T07:45:00.408" v="6794" actId="113"/>
          <ac:spMkLst>
            <pc:docMk/>
            <pc:sldMk cId="348331813" sldId="270"/>
            <ac:spMk id="3" creationId="{2CE9B0B1-1BBB-B0A0-EABF-4BA93251E198}"/>
          </ac:spMkLst>
        </pc:spChg>
        <pc:picChg chg="add mod">
          <ac:chgData name="Tea Boon Chian" userId="ab84e6a5-2079-4f96-af03-c8dde00dcc75" providerId="ADAL" clId="{36B0E84B-B4F5-446F-8684-6A7E34A1CC13}" dt="2023-11-20T06:38:07.407" v="6013" actId="1076"/>
          <ac:picMkLst>
            <pc:docMk/>
            <pc:sldMk cId="348331813" sldId="270"/>
            <ac:picMk id="4" creationId="{81C312AC-51C5-D10E-D177-BE093D69B09B}"/>
          </ac:picMkLst>
        </pc:picChg>
        <pc:picChg chg="add del mod">
          <ac:chgData name="Tea Boon Chian" userId="ab84e6a5-2079-4f96-af03-c8dde00dcc75" providerId="ADAL" clId="{36B0E84B-B4F5-446F-8684-6A7E34A1CC13}" dt="2023-11-20T07:46:11.594" v="6796" actId="478"/>
          <ac:picMkLst>
            <pc:docMk/>
            <pc:sldMk cId="348331813" sldId="270"/>
            <ac:picMk id="5" creationId="{CB7FB5C1-1718-1493-C5B2-FBB3972D3CD6}"/>
          </ac:picMkLst>
        </pc:picChg>
      </pc:sldChg>
      <pc:sldChg chg="addSp delSp modSp add mod modClrScheme chgLayout">
        <pc:chgData name="Tea Boon Chian" userId="ab84e6a5-2079-4f96-af03-c8dde00dcc75" providerId="ADAL" clId="{36B0E84B-B4F5-446F-8684-6A7E34A1CC13}" dt="2023-11-20T06:36:30.477" v="5997" actId="1076"/>
        <pc:sldMkLst>
          <pc:docMk/>
          <pc:sldMk cId="19182378" sldId="271"/>
        </pc:sldMkLst>
        <pc:spChg chg="del mod">
          <ac:chgData name="Tea Boon Chian" userId="ab84e6a5-2079-4f96-af03-c8dde00dcc75" providerId="ADAL" clId="{36B0E84B-B4F5-446F-8684-6A7E34A1CC13}" dt="2023-11-20T06:35:13.984" v="5959" actId="478"/>
          <ac:spMkLst>
            <pc:docMk/>
            <pc:sldMk cId="19182378" sldId="271"/>
            <ac:spMk id="2" creationId="{B308DD1C-3490-3836-9A3C-BAA6270EF24C}"/>
          </ac:spMkLst>
        </pc:spChg>
        <pc:spChg chg="del">
          <ac:chgData name="Tea Boon Chian" userId="ab84e6a5-2079-4f96-af03-c8dde00dcc75" providerId="ADAL" clId="{36B0E84B-B4F5-446F-8684-6A7E34A1CC13}" dt="2023-11-20T06:35:15.254" v="5960" actId="478"/>
          <ac:spMkLst>
            <pc:docMk/>
            <pc:sldMk cId="19182378" sldId="271"/>
            <ac:spMk id="3" creationId="{2CE9B0B1-1BBB-B0A0-EABF-4BA93251E198}"/>
          </ac:spMkLst>
        </pc:spChg>
        <pc:spChg chg="add del mod ord">
          <ac:chgData name="Tea Boon Chian" userId="ab84e6a5-2079-4f96-af03-c8dde00dcc75" providerId="ADAL" clId="{36B0E84B-B4F5-446F-8684-6A7E34A1CC13}" dt="2023-11-20T06:36:15.964" v="5988" actId="700"/>
          <ac:spMkLst>
            <pc:docMk/>
            <pc:sldMk cId="19182378" sldId="271"/>
            <ac:spMk id="5" creationId="{A58B6CCF-0CD8-5018-C7A0-F7549068483B}"/>
          </ac:spMkLst>
        </pc:spChg>
        <pc:spChg chg="add del mod">
          <ac:chgData name="Tea Boon Chian" userId="ab84e6a5-2079-4f96-af03-c8dde00dcc75" providerId="ADAL" clId="{36B0E84B-B4F5-446F-8684-6A7E34A1CC13}" dt="2023-11-20T06:36:25.899" v="5995" actId="767"/>
          <ac:spMkLst>
            <pc:docMk/>
            <pc:sldMk cId="19182378" sldId="271"/>
            <ac:spMk id="6" creationId="{1AD4A709-2EF5-974A-CCC9-CA9502C9D8E0}"/>
          </ac:spMkLst>
        </pc:spChg>
        <pc:spChg chg="add del mod">
          <ac:chgData name="Tea Boon Chian" userId="ab84e6a5-2079-4f96-af03-c8dde00dcc75" providerId="ADAL" clId="{36B0E84B-B4F5-446F-8684-6A7E34A1CC13}" dt="2023-11-20T06:36:24.852" v="5994" actId="767"/>
          <ac:spMkLst>
            <pc:docMk/>
            <pc:sldMk cId="19182378" sldId="271"/>
            <ac:spMk id="7" creationId="{2D7C3138-3951-50B8-2E15-88BE98BC8D58}"/>
          </ac:spMkLst>
        </pc:spChg>
        <pc:picChg chg="add mod">
          <ac:chgData name="Tea Boon Chian" userId="ab84e6a5-2079-4f96-af03-c8dde00dcc75" providerId="ADAL" clId="{36B0E84B-B4F5-446F-8684-6A7E34A1CC13}" dt="2023-11-20T06:36:30.477" v="5997" actId="1076"/>
          <ac:picMkLst>
            <pc:docMk/>
            <pc:sldMk cId="19182378" sldId="271"/>
            <ac:picMk id="4" creationId="{58E4763A-5219-63C3-5C99-02D163688B4A}"/>
          </ac:picMkLst>
        </pc:picChg>
      </pc:sldChg>
      <pc:sldChg chg="modSp add mod">
        <pc:chgData name="Tea Boon Chian" userId="ab84e6a5-2079-4f96-af03-c8dde00dcc75" providerId="ADAL" clId="{36B0E84B-B4F5-446F-8684-6A7E34A1CC13}" dt="2023-11-20T07:38:16.891" v="6396" actId="113"/>
        <pc:sldMkLst>
          <pc:docMk/>
          <pc:sldMk cId="202561443" sldId="272"/>
        </pc:sldMkLst>
        <pc:spChg chg="mod">
          <ac:chgData name="Tea Boon Chian" userId="ab84e6a5-2079-4f96-af03-c8dde00dcc75" providerId="ADAL" clId="{36B0E84B-B4F5-446F-8684-6A7E34A1CC13}" dt="2023-11-20T07:33:12.766" v="6101" actId="403"/>
          <ac:spMkLst>
            <pc:docMk/>
            <pc:sldMk cId="202561443" sldId="272"/>
            <ac:spMk id="2" creationId="{B308DD1C-3490-3836-9A3C-BAA6270EF24C}"/>
          </ac:spMkLst>
        </pc:spChg>
        <pc:spChg chg="mod">
          <ac:chgData name="Tea Boon Chian" userId="ab84e6a5-2079-4f96-af03-c8dde00dcc75" providerId="ADAL" clId="{36B0E84B-B4F5-446F-8684-6A7E34A1CC13}" dt="2023-11-20T07:38:16.891" v="6396" actId="113"/>
          <ac:spMkLst>
            <pc:docMk/>
            <pc:sldMk cId="202561443" sldId="272"/>
            <ac:spMk id="3" creationId="{2CE9B0B1-1BBB-B0A0-EABF-4BA93251E198}"/>
          </ac:spMkLst>
        </pc:spChg>
      </pc:sldChg>
      <pc:sldChg chg="addSp modSp add mod">
        <pc:chgData name="Tea Boon Chian" userId="ab84e6a5-2079-4f96-af03-c8dde00dcc75" providerId="ADAL" clId="{36B0E84B-B4F5-446F-8684-6A7E34A1CC13}" dt="2023-11-20T07:44:48.127" v="6793" actId="20577"/>
        <pc:sldMkLst>
          <pc:docMk/>
          <pc:sldMk cId="3573345842" sldId="273"/>
        </pc:sldMkLst>
        <pc:spChg chg="mod">
          <ac:chgData name="Tea Boon Chian" userId="ab84e6a5-2079-4f96-af03-c8dde00dcc75" providerId="ADAL" clId="{36B0E84B-B4F5-446F-8684-6A7E34A1CC13}" dt="2023-11-20T07:38:54.357" v="6430" actId="20577"/>
          <ac:spMkLst>
            <pc:docMk/>
            <pc:sldMk cId="3573345842" sldId="273"/>
            <ac:spMk id="2" creationId="{B308DD1C-3490-3836-9A3C-BAA6270EF24C}"/>
          </ac:spMkLst>
        </pc:spChg>
        <pc:spChg chg="mod">
          <ac:chgData name="Tea Boon Chian" userId="ab84e6a5-2079-4f96-af03-c8dde00dcc75" providerId="ADAL" clId="{36B0E84B-B4F5-446F-8684-6A7E34A1CC13}" dt="2023-11-20T07:44:48.127" v="6793" actId="20577"/>
          <ac:spMkLst>
            <pc:docMk/>
            <pc:sldMk cId="3573345842" sldId="273"/>
            <ac:spMk id="3" creationId="{2CE9B0B1-1BBB-B0A0-EABF-4BA93251E198}"/>
          </ac:spMkLst>
        </pc:spChg>
        <pc:picChg chg="add mod">
          <ac:chgData name="Tea Boon Chian" userId="ab84e6a5-2079-4f96-af03-c8dde00dcc75" providerId="ADAL" clId="{36B0E84B-B4F5-446F-8684-6A7E34A1CC13}" dt="2023-11-20T07:43:20.658" v="6773" actId="1076"/>
          <ac:picMkLst>
            <pc:docMk/>
            <pc:sldMk cId="3573345842" sldId="273"/>
            <ac:picMk id="4" creationId="{80800764-6C50-9174-FE70-F86048EFC728}"/>
          </ac:picMkLst>
        </pc:picChg>
      </pc:sldChg>
      <pc:sldChg chg="addSp modSp add mod">
        <pc:chgData name="Tea Boon Chian" userId="ab84e6a5-2079-4f96-af03-c8dde00dcc75" providerId="ADAL" clId="{36B0E84B-B4F5-446F-8684-6A7E34A1CC13}" dt="2023-11-20T07:52:02.768" v="7220" actId="20577"/>
        <pc:sldMkLst>
          <pc:docMk/>
          <pc:sldMk cId="156143198" sldId="274"/>
        </pc:sldMkLst>
        <pc:spChg chg="mod">
          <ac:chgData name="Tea Boon Chian" userId="ab84e6a5-2079-4f96-af03-c8dde00dcc75" providerId="ADAL" clId="{36B0E84B-B4F5-446F-8684-6A7E34A1CC13}" dt="2023-11-20T07:50:00.271" v="7028" actId="403"/>
          <ac:spMkLst>
            <pc:docMk/>
            <pc:sldMk cId="156143198" sldId="274"/>
            <ac:spMk id="2" creationId="{B308DD1C-3490-3836-9A3C-BAA6270EF24C}"/>
          </ac:spMkLst>
        </pc:spChg>
        <pc:spChg chg="mod">
          <ac:chgData name="Tea Boon Chian" userId="ab84e6a5-2079-4f96-af03-c8dde00dcc75" providerId="ADAL" clId="{36B0E84B-B4F5-446F-8684-6A7E34A1CC13}" dt="2023-11-20T07:52:02.768" v="7220" actId="20577"/>
          <ac:spMkLst>
            <pc:docMk/>
            <pc:sldMk cId="156143198" sldId="274"/>
            <ac:spMk id="3" creationId="{2CE9B0B1-1BBB-B0A0-EABF-4BA93251E198}"/>
          </ac:spMkLst>
        </pc:spChg>
        <pc:picChg chg="add mod">
          <ac:chgData name="Tea Boon Chian" userId="ab84e6a5-2079-4f96-af03-c8dde00dcc75" providerId="ADAL" clId="{36B0E84B-B4F5-446F-8684-6A7E34A1CC13}" dt="2023-11-20T07:50:53.897" v="7108" actId="1076"/>
          <ac:picMkLst>
            <pc:docMk/>
            <pc:sldMk cId="156143198" sldId="274"/>
            <ac:picMk id="4" creationId="{51F1E690-2211-9834-E219-C3D228D27A3C}"/>
          </ac:picMkLst>
        </pc:picChg>
      </pc:sldChg>
      <pc:sldChg chg="addSp delSp modSp add mod">
        <pc:chgData name="Tea Boon Chian" userId="ab84e6a5-2079-4f96-af03-c8dde00dcc75" providerId="ADAL" clId="{36B0E84B-B4F5-446F-8684-6A7E34A1CC13}" dt="2023-11-21T01:13:03.660" v="8011" actId="1076"/>
        <pc:sldMkLst>
          <pc:docMk/>
          <pc:sldMk cId="2942375564" sldId="275"/>
        </pc:sldMkLst>
        <pc:spChg chg="mod">
          <ac:chgData name="Tea Boon Chian" userId="ab84e6a5-2079-4f96-af03-c8dde00dcc75" providerId="ADAL" clId="{36B0E84B-B4F5-446F-8684-6A7E34A1CC13}" dt="2023-11-20T07:52:39.740" v="7253" actId="20577"/>
          <ac:spMkLst>
            <pc:docMk/>
            <pc:sldMk cId="2942375564" sldId="275"/>
            <ac:spMk id="2" creationId="{B308DD1C-3490-3836-9A3C-BAA6270EF24C}"/>
          </ac:spMkLst>
        </pc:spChg>
        <pc:spChg chg="mod">
          <ac:chgData name="Tea Boon Chian" userId="ab84e6a5-2079-4f96-af03-c8dde00dcc75" providerId="ADAL" clId="{36B0E84B-B4F5-446F-8684-6A7E34A1CC13}" dt="2023-11-21T01:12:56.594" v="8008" actId="14100"/>
          <ac:spMkLst>
            <pc:docMk/>
            <pc:sldMk cId="2942375564" sldId="275"/>
            <ac:spMk id="3" creationId="{2CE9B0B1-1BBB-B0A0-EABF-4BA93251E198}"/>
          </ac:spMkLst>
        </pc:spChg>
        <pc:picChg chg="add mod">
          <ac:chgData name="Tea Boon Chian" userId="ab84e6a5-2079-4f96-af03-c8dde00dcc75" providerId="ADAL" clId="{36B0E84B-B4F5-446F-8684-6A7E34A1CC13}" dt="2023-11-21T01:13:03.660" v="8011" actId="1076"/>
          <ac:picMkLst>
            <pc:docMk/>
            <pc:sldMk cId="2942375564" sldId="275"/>
            <ac:picMk id="4" creationId="{3C485A48-A8D3-572C-8365-EBBEDFD7163D}"/>
          </ac:picMkLst>
        </pc:picChg>
        <pc:picChg chg="add del mod">
          <ac:chgData name="Tea Boon Chian" userId="ab84e6a5-2079-4f96-af03-c8dde00dcc75" providerId="ADAL" clId="{36B0E84B-B4F5-446F-8684-6A7E34A1CC13}" dt="2023-11-20T07:58:37.896" v="7750"/>
          <ac:picMkLst>
            <pc:docMk/>
            <pc:sldMk cId="2942375564" sldId="275"/>
            <ac:picMk id="4" creationId="{856253FC-3A49-6428-FB56-D089D540DD5A}"/>
          </ac:picMkLst>
        </pc:picChg>
      </pc:sldChg>
      <pc:sldChg chg="addSp delSp modSp add del mod">
        <pc:chgData name="Tea Boon Chian" userId="ab84e6a5-2079-4f96-af03-c8dde00dcc75" providerId="ADAL" clId="{36B0E84B-B4F5-446F-8684-6A7E34A1CC13}" dt="2023-11-21T01:12:44.842" v="8002" actId="478"/>
        <pc:sldMkLst>
          <pc:docMk/>
          <pc:sldMk cId="3624574756" sldId="276"/>
        </pc:sldMkLst>
        <pc:spChg chg="mod">
          <ac:chgData name="Tea Boon Chian" userId="ab84e6a5-2079-4f96-af03-c8dde00dcc75" providerId="ADAL" clId="{36B0E84B-B4F5-446F-8684-6A7E34A1CC13}" dt="2023-11-20T07:57:21.647" v="7711" actId="403"/>
          <ac:spMkLst>
            <pc:docMk/>
            <pc:sldMk cId="3624574756" sldId="276"/>
            <ac:spMk id="2" creationId="{B308DD1C-3490-3836-9A3C-BAA6270EF24C}"/>
          </ac:spMkLst>
        </pc:spChg>
        <pc:spChg chg="mod">
          <ac:chgData name="Tea Boon Chian" userId="ab84e6a5-2079-4f96-af03-c8dde00dcc75" providerId="ADAL" clId="{36B0E84B-B4F5-446F-8684-6A7E34A1CC13}" dt="2023-11-20T07:59:21.356" v="7848" actId="20577"/>
          <ac:spMkLst>
            <pc:docMk/>
            <pc:sldMk cId="3624574756" sldId="276"/>
            <ac:spMk id="3" creationId="{2CE9B0B1-1BBB-B0A0-EABF-4BA93251E198}"/>
          </ac:spMkLst>
        </pc:spChg>
        <pc:picChg chg="add del mod">
          <ac:chgData name="Tea Boon Chian" userId="ab84e6a5-2079-4f96-af03-c8dde00dcc75" providerId="ADAL" clId="{36B0E84B-B4F5-446F-8684-6A7E34A1CC13}" dt="2023-11-21T01:11:45.738" v="7982" actId="478"/>
          <ac:picMkLst>
            <pc:docMk/>
            <pc:sldMk cId="3624574756" sldId="276"/>
            <ac:picMk id="4" creationId="{74E29730-5118-74D5-9473-0231636B03D2}"/>
          </ac:picMkLst>
        </pc:picChg>
        <pc:picChg chg="add del mod">
          <ac:chgData name="Tea Boon Chian" userId="ab84e6a5-2079-4f96-af03-c8dde00dcc75" providerId="ADAL" clId="{36B0E84B-B4F5-446F-8684-6A7E34A1CC13}" dt="2023-11-20T07:58:49.233" v="7753" actId="478"/>
          <ac:picMkLst>
            <pc:docMk/>
            <pc:sldMk cId="3624574756" sldId="276"/>
            <ac:picMk id="5" creationId="{981E60BE-6D06-D0A1-F2E4-45232D03210E}"/>
          </ac:picMkLst>
        </pc:picChg>
        <pc:picChg chg="add del mod">
          <ac:chgData name="Tea Boon Chian" userId="ab84e6a5-2079-4f96-af03-c8dde00dcc75" providerId="ADAL" clId="{36B0E84B-B4F5-446F-8684-6A7E34A1CC13}" dt="2023-11-21T01:11:45.409" v="7981"/>
          <ac:picMkLst>
            <pc:docMk/>
            <pc:sldMk cId="3624574756" sldId="276"/>
            <ac:picMk id="5" creationId="{E68D6426-8EB2-F1CB-94CE-32A393CF02F6}"/>
          </ac:picMkLst>
        </pc:picChg>
        <pc:picChg chg="add del mod">
          <ac:chgData name="Tea Boon Chian" userId="ab84e6a5-2079-4f96-af03-c8dde00dcc75" providerId="ADAL" clId="{36B0E84B-B4F5-446F-8684-6A7E34A1CC13}" dt="2023-11-21T01:12:44.842" v="8002" actId="478"/>
          <ac:picMkLst>
            <pc:docMk/>
            <pc:sldMk cId="3624574756" sldId="276"/>
            <ac:picMk id="6" creationId="{140F7F7B-30D5-A169-00F9-63297C96DC36}"/>
          </ac:picMkLst>
        </pc:picChg>
      </pc:sldChg>
      <pc:sldChg chg="addSp delSp modSp add mod">
        <pc:chgData name="Tea Boon Chian" userId="ab84e6a5-2079-4f96-af03-c8dde00dcc75" providerId="ADAL" clId="{36B0E84B-B4F5-446F-8684-6A7E34A1CC13}" dt="2023-12-13T05:52:50.880" v="13207" actId="1076"/>
        <pc:sldMkLst>
          <pc:docMk/>
          <pc:sldMk cId="851897291" sldId="277"/>
        </pc:sldMkLst>
        <pc:spChg chg="mod">
          <ac:chgData name="Tea Boon Chian" userId="ab84e6a5-2079-4f96-af03-c8dde00dcc75" providerId="ADAL" clId="{36B0E84B-B4F5-446F-8684-6A7E34A1CC13}" dt="2023-11-20T07:59:38.107" v="7854" actId="403"/>
          <ac:spMkLst>
            <pc:docMk/>
            <pc:sldMk cId="851897291" sldId="277"/>
            <ac:spMk id="2" creationId="{B308DD1C-3490-3836-9A3C-BAA6270EF24C}"/>
          </ac:spMkLst>
        </pc:spChg>
        <pc:spChg chg="mod">
          <ac:chgData name="Tea Boon Chian" userId="ab84e6a5-2079-4f96-af03-c8dde00dcc75" providerId="ADAL" clId="{36B0E84B-B4F5-446F-8684-6A7E34A1CC13}" dt="2023-11-21T01:19:18.384" v="8117"/>
          <ac:spMkLst>
            <pc:docMk/>
            <pc:sldMk cId="851897291" sldId="277"/>
            <ac:spMk id="3" creationId="{2CE9B0B1-1BBB-B0A0-EABF-4BA93251E198}"/>
          </ac:spMkLst>
        </pc:spChg>
        <pc:picChg chg="add mod">
          <ac:chgData name="Tea Boon Chian" userId="ab84e6a5-2079-4f96-af03-c8dde00dcc75" providerId="ADAL" clId="{36B0E84B-B4F5-446F-8684-6A7E34A1CC13}" dt="2023-12-13T05:52:50.880" v="13207" actId="1076"/>
          <ac:picMkLst>
            <pc:docMk/>
            <pc:sldMk cId="851897291" sldId="277"/>
            <ac:picMk id="4" creationId="{0A3C1654-73CF-BDA9-1C21-419D663A124C}"/>
          </ac:picMkLst>
        </pc:picChg>
        <pc:picChg chg="add del mod">
          <ac:chgData name="Tea Boon Chian" userId="ab84e6a5-2079-4f96-af03-c8dde00dcc75" providerId="ADAL" clId="{36B0E84B-B4F5-446F-8684-6A7E34A1CC13}" dt="2023-11-21T01:12:16.085" v="7995" actId="21"/>
          <ac:picMkLst>
            <pc:docMk/>
            <pc:sldMk cId="851897291" sldId="277"/>
            <ac:picMk id="5" creationId="{B8755CB1-21EA-D3AA-988D-DB2AFF34AC61}"/>
          </ac:picMkLst>
        </pc:picChg>
      </pc:sldChg>
      <pc:sldChg chg="addSp delSp modSp add mod">
        <pc:chgData name="Tea Boon Chian" userId="ab84e6a5-2079-4f96-af03-c8dde00dcc75" providerId="ADAL" clId="{36B0E84B-B4F5-446F-8684-6A7E34A1CC13}" dt="2023-11-21T01:47:13.880" v="8439" actId="1038"/>
        <pc:sldMkLst>
          <pc:docMk/>
          <pc:sldMk cId="1809580144" sldId="278"/>
        </pc:sldMkLst>
        <pc:spChg chg="mod">
          <ac:chgData name="Tea Boon Chian" userId="ab84e6a5-2079-4f96-af03-c8dde00dcc75" providerId="ADAL" clId="{36B0E84B-B4F5-446F-8684-6A7E34A1CC13}" dt="2023-11-21T01:19:28.601" v="8120" actId="403"/>
          <ac:spMkLst>
            <pc:docMk/>
            <pc:sldMk cId="1809580144" sldId="278"/>
            <ac:spMk id="2" creationId="{B308DD1C-3490-3836-9A3C-BAA6270EF24C}"/>
          </ac:spMkLst>
        </pc:spChg>
        <pc:spChg chg="mod">
          <ac:chgData name="Tea Boon Chian" userId="ab84e6a5-2079-4f96-af03-c8dde00dcc75" providerId="ADAL" clId="{36B0E84B-B4F5-446F-8684-6A7E34A1CC13}" dt="2023-11-21T01:45:01.612" v="8398" actId="5793"/>
          <ac:spMkLst>
            <pc:docMk/>
            <pc:sldMk cId="1809580144" sldId="278"/>
            <ac:spMk id="3" creationId="{2CE9B0B1-1BBB-B0A0-EABF-4BA93251E198}"/>
          </ac:spMkLst>
        </pc:spChg>
        <pc:spChg chg="add mod">
          <ac:chgData name="Tea Boon Chian" userId="ab84e6a5-2079-4f96-af03-c8dde00dcc75" providerId="ADAL" clId="{36B0E84B-B4F5-446F-8684-6A7E34A1CC13}" dt="2023-11-21T01:45:29.280" v="8404" actId="1582"/>
          <ac:spMkLst>
            <pc:docMk/>
            <pc:sldMk cId="1809580144" sldId="278"/>
            <ac:spMk id="7" creationId="{99C8134A-A283-701F-9CAD-75AA79189F16}"/>
          </ac:spMkLst>
        </pc:spChg>
        <pc:spChg chg="add mod">
          <ac:chgData name="Tea Boon Chian" userId="ab84e6a5-2079-4f96-af03-c8dde00dcc75" providerId="ADAL" clId="{36B0E84B-B4F5-446F-8684-6A7E34A1CC13}" dt="2023-11-21T01:46:07.492" v="8422" actId="14100"/>
          <ac:spMkLst>
            <pc:docMk/>
            <pc:sldMk cId="1809580144" sldId="278"/>
            <ac:spMk id="8" creationId="{5F8B6FDA-C9C0-4F17-ACE5-3CB83409E040}"/>
          </ac:spMkLst>
        </pc:spChg>
        <pc:spChg chg="add del mod">
          <ac:chgData name="Tea Boon Chian" userId="ab84e6a5-2079-4f96-af03-c8dde00dcc75" providerId="ADAL" clId="{36B0E84B-B4F5-446F-8684-6A7E34A1CC13}" dt="2023-11-21T01:46:29.517" v="8427" actId="478"/>
          <ac:spMkLst>
            <pc:docMk/>
            <pc:sldMk cId="1809580144" sldId="278"/>
            <ac:spMk id="9" creationId="{6FED5900-5E3C-561F-5B48-8761730F9C06}"/>
          </ac:spMkLst>
        </pc:spChg>
        <pc:spChg chg="add mod">
          <ac:chgData name="Tea Boon Chian" userId="ab84e6a5-2079-4f96-af03-c8dde00dcc75" providerId="ADAL" clId="{36B0E84B-B4F5-446F-8684-6A7E34A1CC13}" dt="2023-11-21T01:47:13.880" v="8439" actId="1038"/>
          <ac:spMkLst>
            <pc:docMk/>
            <pc:sldMk cId="1809580144" sldId="278"/>
            <ac:spMk id="10" creationId="{117188DF-F72E-2796-032D-C2F7E1347B94}"/>
          </ac:spMkLst>
        </pc:spChg>
        <pc:graphicFrameChg chg="add del mod">
          <ac:chgData name="Tea Boon Chian" userId="ab84e6a5-2079-4f96-af03-c8dde00dcc75" providerId="ADAL" clId="{36B0E84B-B4F5-446F-8684-6A7E34A1CC13}" dt="2023-11-21T01:42:14.083" v="8174"/>
          <ac:graphicFrameMkLst>
            <pc:docMk/>
            <pc:sldMk cId="1809580144" sldId="278"/>
            <ac:graphicFrameMk id="5" creationId="{9AA8CC7F-7D83-3F17-35DB-BEE76FBA48EC}"/>
          </ac:graphicFrameMkLst>
        </pc:graphicFrameChg>
        <pc:picChg chg="add del mod">
          <ac:chgData name="Tea Boon Chian" userId="ab84e6a5-2079-4f96-af03-c8dde00dcc75" providerId="ADAL" clId="{36B0E84B-B4F5-446F-8684-6A7E34A1CC13}" dt="2023-11-21T01:39:50.350" v="8159"/>
          <ac:picMkLst>
            <pc:docMk/>
            <pc:sldMk cId="1809580144" sldId="278"/>
            <ac:picMk id="4" creationId="{2964BE03-7FB3-3F72-202A-940F00A3239C}"/>
          </ac:picMkLst>
        </pc:picChg>
        <pc:picChg chg="add mod">
          <ac:chgData name="Tea Boon Chian" userId="ab84e6a5-2079-4f96-af03-c8dde00dcc75" providerId="ADAL" clId="{36B0E84B-B4F5-446F-8684-6A7E34A1CC13}" dt="2023-11-21T01:46:14.848" v="8425" actId="1076"/>
          <ac:picMkLst>
            <pc:docMk/>
            <pc:sldMk cId="1809580144" sldId="278"/>
            <ac:picMk id="6" creationId="{38FBBF41-6E8E-C99E-2C11-61EF15BA29A8}"/>
          </ac:picMkLst>
        </pc:picChg>
      </pc:sldChg>
      <pc:sldChg chg="addSp modSp add mod">
        <pc:chgData name="Tea Boon Chian" userId="ab84e6a5-2079-4f96-af03-c8dde00dcc75" providerId="ADAL" clId="{36B0E84B-B4F5-446F-8684-6A7E34A1CC13}" dt="2023-11-22T03:00:57.803" v="8800" actId="1076"/>
        <pc:sldMkLst>
          <pc:docMk/>
          <pc:sldMk cId="1313098973" sldId="279"/>
        </pc:sldMkLst>
        <pc:spChg chg="mod">
          <ac:chgData name="Tea Boon Chian" userId="ab84e6a5-2079-4f96-af03-c8dde00dcc75" providerId="ADAL" clId="{36B0E84B-B4F5-446F-8684-6A7E34A1CC13}" dt="2023-11-21T01:51:18.505" v="8633" actId="20577"/>
          <ac:spMkLst>
            <pc:docMk/>
            <pc:sldMk cId="1313098973" sldId="279"/>
            <ac:spMk id="2" creationId="{B308DD1C-3490-3836-9A3C-BAA6270EF24C}"/>
          </ac:spMkLst>
        </pc:spChg>
        <pc:spChg chg="mod">
          <ac:chgData name="Tea Boon Chian" userId="ab84e6a5-2079-4f96-af03-c8dde00dcc75" providerId="ADAL" clId="{36B0E84B-B4F5-446F-8684-6A7E34A1CC13}" dt="2023-11-22T03:00:53.063" v="8797" actId="207"/>
          <ac:spMkLst>
            <pc:docMk/>
            <pc:sldMk cId="1313098973" sldId="279"/>
            <ac:spMk id="3" creationId="{2CE9B0B1-1BBB-B0A0-EABF-4BA93251E198}"/>
          </ac:spMkLst>
        </pc:spChg>
        <pc:picChg chg="add mod">
          <ac:chgData name="Tea Boon Chian" userId="ab84e6a5-2079-4f96-af03-c8dde00dcc75" providerId="ADAL" clId="{36B0E84B-B4F5-446F-8684-6A7E34A1CC13}" dt="2023-11-22T03:00:57.803" v="8800" actId="1076"/>
          <ac:picMkLst>
            <pc:docMk/>
            <pc:sldMk cId="1313098973" sldId="279"/>
            <ac:picMk id="4" creationId="{8F04C1A4-D690-728D-5174-B244E1C02ACD}"/>
          </ac:picMkLst>
        </pc:picChg>
      </pc:sldChg>
      <pc:sldChg chg="modSp add mod">
        <pc:chgData name="Tea Boon Chian" userId="ab84e6a5-2079-4f96-af03-c8dde00dcc75" providerId="ADAL" clId="{36B0E84B-B4F5-446F-8684-6A7E34A1CC13}" dt="2023-11-22T04:11:39.548" v="10350" actId="20577"/>
        <pc:sldMkLst>
          <pc:docMk/>
          <pc:sldMk cId="60808866" sldId="280"/>
        </pc:sldMkLst>
        <pc:spChg chg="mod">
          <ac:chgData name="Tea Boon Chian" userId="ab84e6a5-2079-4f96-af03-c8dde00dcc75" providerId="ADAL" clId="{36B0E84B-B4F5-446F-8684-6A7E34A1CC13}" dt="2023-11-22T04:11:39.548" v="10350" actId="20577"/>
          <ac:spMkLst>
            <pc:docMk/>
            <pc:sldMk cId="60808866" sldId="280"/>
            <ac:spMk id="2" creationId="{B308DD1C-3490-3836-9A3C-BAA6270EF24C}"/>
          </ac:spMkLst>
        </pc:spChg>
        <pc:spChg chg="mod">
          <ac:chgData name="Tea Boon Chian" userId="ab84e6a5-2079-4f96-af03-c8dde00dcc75" providerId="ADAL" clId="{36B0E84B-B4F5-446F-8684-6A7E34A1CC13}" dt="2023-11-22T04:02:52.905" v="9888" actId="20577"/>
          <ac:spMkLst>
            <pc:docMk/>
            <pc:sldMk cId="60808866" sldId="280"/>
            <ac:spMk id="3" creationId="{2CE9B0B1-1BBB-B0A0-EABF-4BA93251E198}"/>
          </ac:spMkLst>
        </pc:spChg>
      </pc:sldChg>
      <pc:sldChg chg="addSp modSp add mod">
        <pc:chgData name="Tea Boon Chian" userId="ab84e6a5-2079-4f96-af03-c8dde00dcc75" providerId="ADAL" clId="{36B0E84B-B4F5-446F-8684-6A7E34A1CC13}" dt="2023-11-22T04:14:04.578" v="10442" actId="207"/>
        <pc:sldMkLst>
          <pc:docMk/>
          <pc:sldMk cId="2639677899" sldId="281"/>
        </pc:sldMkLst>
        <pc:spChg chg="mod">
          <ac:chgData name="Tea Boon Chian" userId="ab84e6a5-2079-4f96-af03-c8dde00dcc75" providerId="ADAL" clId="{36B0E84B-B4F5-446F-8684-6A7E34A1CC13}" dt="2023-11-22T04:11:43.814" v="10353"/>
          <ac:spMkLst>
            <pc:docMk/>
            <pc:sldMk cId="2639677899" sldId="281"/>
            <ac:spMk id="2" creationId="{B308DD1C-3490-3836-9A3C-BAA6270EF24C}"/>
          </ac:spMkLst>
        </pc:spChg>
        <pc:spChg chg="mod">
          <ac:chgData name="Tea Boon Chian" userId="ab84e6a5-2079-4f96-af03-c8dde00dcc75" providerId="ADAL" clId="{36B0E84B-B4F5-446F-8684-6A7E34A1CC13}" dt="2023-11-22T04:14:04.578" v="10442" actId="207"/>
          <ac:spMkLst>
            <pc:docMk/>
            <pc:sldMk cId="2639677899" sldId="281"/>
            <ac:spMk id="3" creationId="{2CE9B0B1-1BBB-B0A0-EABF-4BA93251E198}"/>
          </ac:spMkLst>
        </pc:spChg>
        <pc:picChg chg="add mod">
          <ac:chgData name="Tea Boon Chian" userId="ab84e6a5-2079-4f96-af03-c8dde00dcc75" providerId="ADAL" clId="{36B0E84B-B4F5-446F-8684-6A7E34A1CC13}" dt="2023-11-22T04:13:39.505" v="10434" actId="14100"/>
          <ac:picMkLst>
            <pc:docMk/>
            <pc:sldMk cId="2639677899" sldId="281"/>
            <ac:picMk id="4" creationId="{8C76EDAB-49B3-A641-BD55-4A8E04232727}"/>
          </ac:picMkLst>
        </pc:picChg>
      </pc:sldChg>
      <pc:sldChg chg="addSp modSp add mod ord">
        <pc:chgData name="Tea Boon Chian" userId="ab84e6a5-2079-4f96-af03-c8dde00dcc75" providerId="ADAL" clId="{36B0E84B-B4F5-446F-8684-6A7E34A1CC13}" dt="2023-11-22T04:31:20.839" v="11017" actId="207"/>
        <pc:sldMkLst>
          <pc:docMk/>
          <pc:sldMk cId="1378434350" sldId="282"/>
        </pc:sldMkLst>
        <pc:spChg chg="mod">
          <ac:chgData name="Tea Boon Chian" userId="ab84e6a5-2079-4f96-af03-c8dde00dcc75" providerId="ADAL" clId="{36B0E84B-B4F5-446F-8684-6A7E34A1CC13}" dt="2023-11-22T04:06:12.627" v="10005" actId="207"/>
          <ac:spMkLst>
            <pc:docMk/>
            <pc:sldMk cId="1378434350" sldId="282"/>
            <ac:spMk id="2" creationId="{B308DD1C-3490-3836-9A3C-BAA6270EF24C}"/>
          </ac:spMkLst>
        </pc:spChg>
        <pc:spChg chg="mod">
          <ac:chgData name="Tea Boon Chian" userId="ab84e6a5-2079-4f96-af03-c8dde00dcc75" providerId="ADAL" clId="{36B0E84B-B4F5-446F-8684-6A7E34A1CC13}" dt="2023-11-22T04:31:20.839" v="11017" actId="207"/>
          <ac:spMkLst>
            <pc:docMk/>
            <pc:sldMk cId="1378434350" sldId="282"/>
            <ac:spMk id="3" creationId="{2CE9B0B1-1BBB-B0A0-EABF-4BA93251E198}"/>
          </ac:spMkLst>
        </pc:spChg>
        <pc:spChg chg="add mod ord">
          <ac:chgData name="Tea Boon Chian" userId="ab84e6a5-2079-4f96-af03-c8dde00dcc75" providerId="ADAL" clId="{36B0E84B-B4F5-446F-8684-6A7E34A1CC13}" dt="2023-11-22T04:20:59.959" v="10682" actId="167"/>
          <ac:spMkLst>
            <pc:docMk/>
            <pc:sldMk cId="1378434350" sldId="282"/>
            <ac:spMk id="4" creationId="{18F48327-E291-E9AE-2836-DB238FDE176A}"/>
          </ac:spMkLst>
        </pc:spChg>
      </pc:sldChg>
      <pc:sldChg chg="add del">
        <pc:chgData name="Tea Boon Chian" userId="ab84e6a5-2079-4f96-af03-c8dde00dcc75" providerId="ADAL" clId="{36B0E84B-B4F5-446F-8684-6A7E34A1CC13}" dt="2023-11-22T03:57:28.733" v="9714" actId="47"/>
        <pc:sldMkLst>
          <pc:docMk/>
          <pc:sldMk cId="648294584" sldId="283"/>
        </pc:sldMkLst>
      </pc:sldChg>
      <pc:sldChg chg="add del">
        <pc:chgData name="Tea Boon Chian" userId="ab84e6a5-2079-4f96-af03-c8dde00dcc75" providerId="ADAL" clId="{36B0E84B-B4F5-446F-8684-6A7E34A1CC13}" dt="2023-11-22T03:57:28.733" v="9714" actId="47"/>
        <pc:sldMkLst>
          <pc:docMk/>
          <pc:sldMk cId="1829201557" sldId="284"/>
        </pc:sldMkLst>
      </pc:sldChg>
      <pc:sldChg chg="add del">
        <pc:chgData name="Tea Boon Chian" userId="ab84e6a5-2079-4f96-af03-c8dde00dcc75" providerId="ADAL" clId="{36B0E84B-B4F5-446F-8684-6A7E34A1CC13}" dt="2023-11-22T03:57:28.733" v="9714" actId="47"/>
        <pc:sldMkLst>
          <pc:docMk/>
          <pc:sldMk cId="109617354" sldId="285"/>
        </pc:sldMkLst>
      </pc:sldChg>
      <pc:sldChg chg="add del">
        <pc:chgData name="Tea Boon Chian" userId="ab84e6a5-2079-4f96-af03-c8dde00dcc75" providerId="ADAL" clId="{36B0E84B-B4F5-446F-8684-6A7E34A1CC13}" dt="2023-11-22T03:57:28.733" v="9714" actId="47"/>
        <pc:sldMkLst>
          <pc:docMk/>
          <pc:sldMk cId="495544402" sldId="286"/>
        </pc:sldMkLst>
      </pc:sldChg>
      <pc:sldChg chg="addSp delSp modSp add mod ord">
        <pc:chgData name="Tea Boon Chian" userId="ab84e6a5-2079-4f96-af03-c8dde00dcc75" providerId="ADAL" clId="{36B0E84B-B4F5-446F-8684-6A7E34A1CC13}" dt="2023-11-22T04:14:34.631" v="10455" actId="1076"/>
        <pc:sldMkLst>
          <pc:docMk/>
          <pc:sldMk cId="2375787059" sldId="287"/>
        </pc:sldMkLst>
        <pc:spChg chg="del">
          <ac:chgData name="Tea Boon Chian" userId="ab84e6a5-2079-4f96-af03-c8dde00dcc75" providerId="ADAL" clId="{36B0E84B-B4F5-446F-8684-6A7E34A1CC13}" dt="2023-11-22T04:14:18.917" v="10450" actId="478"/>
          <ac:spMkLst>
            <pc:docMk/>
            <pc:sldMk cId="2375787059" sldId="287"/>
            <ac:spMk id="2" creationId="{B308DD1C-3490-3836-9A3C-BAA6270EF24C}"/>
          </ac:spMkLst>
        </pc:spChg>
        <pc:spChg chg="del">
          <ac:chgData name="Tea Boon Chian" userId="ab84e6a5-2079-4f96-af03-c8dde00dcc75" providerId="ADAL" clId="{36B0E84B-B4F5-446F-8684-6A7E34A1CC13}" dt="2023-11-22T04:14:20.575" v="10451" actId="478"/>
          <ac:spMkLst>
            <pc:docMk/>
            <pc:sldMk cId="2375787059" sldId="287"/>
            <ac:spMk id="3" creationId="{2CE9B0B1-1BBB-B0A0-EABF-4BA93251E198}"/>
          </ac:spMkLst>
        </pc:spChg>
        <pc:picChg chg="add mod">
          <ac:chgData name="Tea Boon Chian" userId="ab84e6a5-2079-4f96-af03-c8dde00dcc75" providerId="ADAL" clId="{36B0E84B-B4F5-446F-8684-6A7E34A1CC13}" dt="2023-11-22T04:14:34.631" v="10455" actId="1076"/>
          <ac:picMkLst>
            <pc:docMk/>
            <pc:sldMk cId="2375787059" sldId="287"/>
            <ac:picMk id="4" creationId="{623A1F24-5634-2D8D-7A73-5560239584DF}"/>
          </ac:picMkLst>
        </pc:picChg>
      </pc:sldChg>
      <pc:sldChg chg="addSp modSp add mod ord">
        <pc:chgData name="Tea Boon Chian" userId="ab84e6a5-2079-4f96-af03-c8dde00dcc75" providerId="ADAL" clId="{36B0E84B-B4F5-446F-8684-6A7E34A1CC13}" dt="2023-11-22T10:26:40.277" v="11274" actId="20577"/>
        <pc:sldMkLst>
          <pc:docMk/>
          <pc:sldMk cId="3722632987" sldId="288"/>
        </pc:sldMkLst>
        <pc:spChg chg="mod">
          <ac:chgData name="Tea Boon Chian" userId="ab84e6a5-2079-4f96-af03-c8dde00dcc75" providerId="ADAL" clId="{36B0E84B-B4F5-446F-8684-6A7E34A1CC13}" dt="2023-11-22T04:25:48.098" v="10685" actId="403"/>
          <ac:spMkLst>
            <pc:docMk/>
            <pc:sldMk cId="3722632987" sldId="288"/>
            <ac:spMk id="2" creationId="{B308DD1C-3490-3836-9A3C-BAA6270EF24C}"/>
          </ac:spMkLst>
        </pc:spChg>
        <pc:spChg chg="mod">
          <ac:chgData name="Tea Boon Chian" userId="ab84e6a5-2079-4f96-af03-c8dde00dcc75" providerId="ADAL" clId="{36B0E84B-B4F5-446F-8684-6A7E34A1CC13}" dt="2023-11-22T10:26:40.277" v="11274" actId="20577"/>
          <ac:spMkLst>
            <pc:docMk/>
            <pc:sldMk cId="3722632987" sldId="288"/>
            <ac:spMk id="3" creationId="{2CE9B0B1-1BBB-B0A0-EABF-4BA93251E198}"/>
          </ac:spMkLst>
        </pc:spChg>
        <pc:picChg chg="add mod">
          <ac:chgData name="Tea Boon Chian" userId="ab84e6a5-2079-4f96-af03-c8dde00dcc75" providerId="ADAL" clId="{36B0E84B-B4F5-446F-8684-6A7E34A1CC13}" dt="2023-11-22T10:22:33.002" v="11189" actId="1076"/>
          <ac:picMkLst>
            <pc:docMk/>
            <pc:sldMk cId="3722632987" sldId="288"/>
            <ac:picMk id="4" creationId="{65C1E680-09FF-07F0-7EA8-1B4D0F0CC276}"/>
          </ac:picMkLst>
        </pc:picChg>
      </pc:sldChg>
      <pc:sldChg chg="addSp delSp modSp add mod">
        <pc:chgData name="Tea Boon Chian" userId="ab84e6a5-2079-4f96-af03-c8dde00dcc75" providerId="ADAL" clId="{36B0E84B-B4F5-446F-8684-6A7E34A1CC13}" dt="2023-11-22T04:32:23.211" v="11027" actId="1076"/>
        <pc:sldMkLst>
          <pc:docMk/>
          <pc:sldMk cId="4290503245" sldId="289"/>
        </pc:sldMkLst>
        <pc:spChg chg="del">
          <ac:chgData name="Tea Boon Chian" userId="ab84e6a5-2079-4f96-af03-c8dde00dcc75" providerId="ADAL" clId="{36B0E84B-B4F5-446F-8684-6A7E34A1CC13}" dt="2023-11-22T04:32:12.183" v="11020" actId="478"/>
          <ac:spMkLst>
            <pc:docMk/>
            <pc:sldMk cId="4290503245" sldId="289"/>
            <ac:spMk id="2" creationId="{B308DD1C-3490-3836-9A3C-BAA6270EF24C}"/>
          </ac:spMkLst>
        </pc:spChg>
        <pc:spChg chg="del">
          <ac:chgData name="Tea Boon Chian" userId="ab84e6a5-2079-4f96-af03-c8dde00dcc75" providerId="ADAL" clId="{36B0E84B-B4F5-446F-8684-6A7E34A1CC13}" dt="2023-11-22T04:32:13.104" v="11021" actId="478"/>
          <ac:spMkLst>
            <pc:docMk/>
            <pc:sldMk cId="4290503245" sldId="289"/>
            <ac:spMk id="3" creationId="{2CE9B0B1-1BBB-B0A0-EABF-4BA93251E198}"/>
          </ac:spMkLst>
        </pc:spChg>
        <pc:picChg chg="add mod">
          <ac:chgData name="Tea Boon Chian" userId="ab84e6a5-2079-4f96-af03-c8dde00dcc75" providerId="ADAL" clId="{36B0E84B-B4F5-446F-8684-6A7E34A1CC13}" dt="2023-11-22T04:32:23.211" v="11027" actId="1076"/>
          <ac:picMkLst>
            <pc:docMk/>
            <pc:sldMk cId="4290503245" sldId="289"/>
            <ac:picMk id="4" creationId="{A7764D75-EFFC-E364-DD1C-139F5D19B3EF}"/>
          </ac:picMkLst>
        </pc:picChg>
      </pc:sldChg>
      <pc:sldChg chg="modSp add mod">
        <pc:chgData name="Tea Boon Chian" userId="ab84e6a5-2079-4f96-af03-c8dde00dcc75" providerId="ADAL" clId="{36B0E84B-B4F5-446F-8684-6A7E34A1CC13}" dt="2023-11-22T10:31:58.709" v="11547" actId="20577"/>
        <pc:sldMkLst>
          <pc:docMk/>
          <pc:sldMk cId="2403456021" sldId="290"/>
        </pc:sldMkLst>
        <pc:spChg chg="mod">
          <ac:chgData name="Tea Boon Chian" userId="ab84e6a5-2079-4f96-af03-c8dde00dcc75" providerId="ADAL" clId="{36B0E84B-B4F5-446F-8684-6A7E34A1CC13}" dt="2023-11-22T08:50:36.978" v="11030" actId="403"/>
          <ac:spMkLst>
            <pc:docMk/>
            <pc:sldMk cId="2403456021" sldId="290"/>
            <ac:spMk id="2" creationId="{B308DD1C-3490-3836-9A3C-BAA6270EF24C}"/>
          </ac:spMkLst>
        </pc:spChg>
        <pc:spChg chg="mod">
          <ac:chgData name="Tea Boon Chian" userId="ab84e6a5-2079-4f96-af03-c8dde00dcc75" providerId="ADAL" clId="{36B0E84B-B4F5-446F-8684-6A7E34A1CC13}" dt="2023-11-22T10:31:58.709" v="11547" actId="20577"/>
          <ac:spMkLst>
            <pc:docMk/>
            <pc:sldMk cId="2403456021" sldId="290"/>
            <ac:spMk id="3" creationId="{2CE9B0B1-1BBB-B0A0-EABF-4BA93251E198}"/>
          </ac:spMkLst>
        </pc:spChg>
      </pc:sldChg>
      <pc:sldChg chg="addSp delSp modSp add mod">
        <pc:chgData name="Tea Boon Chian" userId="ab84e6a5-2079-4f96-af03-c8dde00dcc75" providerId="ADAL" clId="{36B0E84B-B4F5-446F-8684-6A7E34A1CC13}" dt="2023-11-22T10:33:57.767" v="11617" actId="1076"/>
        <pc:sldMkLst>
          <pc:docMk/>
          <pc:sldMk cId="3604903361" sldId="291"/>
        </pc:sldMkLst>
        <pc:spChg chg="del mod">
          <ac:chgData name="Tea Boon Chian" userId="ab84e6a5-2079-4f96-af03-c8dde00dcc75" providerId="ADAL" clId="{36B0E84B-B4F5-446F-8684-6A7E34A1CC13}" dt="2023-11-22T10:33:42.086" v="11611" actId="478"/>
          <ac:spMkLst>
            <pc:docMk/>
            <pc:sldMk cId="3604903361" sldId="291"/>
            <ac:spMk id="2" creationId="{B308DD1C-3490-3836-9A3C-BAA6270EF24C}"/>
          </ac:spMkLst>
        </pc:spChg>
        <pc:spChg chg="del">
          <ac:chgData name="Tea Boon Chian" userId="ab84e6a5-2079-4f96-af03-c8dde00dcc75" providerId="ADAL" clId="{36B0E84B-B4F5-446F-8684-6A7E34A1CC13}" dt="2023-11-22T10:33:46.471" v="11613" actId="478"/>
          <ac:spMkLst>
            <pc:docMk/>
            <pc:sldMk cId="3604903361" sldId="291"/>
            <ac:spMk id="3" creationId="{2CE9B0B1-1BBB-B0A0-EABF-4BA93251E198}"/>
          </ac:spMkLst>
        </pc:spChg>
        <pc:spChg chg="add del mod">
          <ac:chgData name="Tea Boon Chian" userId="ab84e6a5-2079-4f96-af03-c8dde00dcc75" providerId="ADAL" clId="{36B0E84B-B4F5-446F-8684-6A7E34A1CC13}" dt="2023-11-22T10:33:44.987" v="11612" actId="478"/>
          <ac:spMkLst>
            <pc:docMk/>
            <pc:sldMk cId="3604903361" sldId="291"/>
            <ac:spMk id="5" creationId="{A1B857E2-79FE-B711-9BF5-2392469027C9}"/>
          </ac:spMkLst>
        </pc:spChg>
        <pc:picChg chg="add mod">
          <ac:chgData name="Tea Boon Chian" userId="ab84e6a5-2079-4f96-af03-c8dde00dcc75" providerId="ADAL" clId="{36B0E84B-B4F5-446F-8684-6A7E34A1CC13}" dt="2023-11-22T10:33:57.767" v="11617" actId="1076"/>
          <ac:picMkLst>
            <pc:docMk/>
            <pc:sldMk cId="3604903361" sldId="291"/>
            <ac:picMk id="6" creationId="{67C4F01B-6FDB-7D19-53B3-276F32A9F38D}"/>
          </ac:picMkLst>
        </pc:picChg>
      </pc:sldChg>
      <pc:sldChg chg="modSp add mod">
        <pc:chgData name="Tea Boon Chian" userId="ab84e6a5-2079-4f96-af03-c8dde00dcc75" providerId="ADAL" clId="{36B0E84B-B4F5-446F-8684-6A7E34A1CC13}" dt="2023-11-22T10:36:51.590" v="11715" actId="20577"/>
        <pc:sldMkLst>
          <pc:docMk/>
          <pc:sldMk cId="3878918329" sldId="292"/>
        </pc:sldMkLst>
        <pc:spChg chg="mod">
          <ac:chgData name="Tea Boon Chian" userId="ab84e6a5-2079-4f96-af03-c8dde00dcc75" providerId="ADAL" clId="{36B0E84B-B4F5-446F-8684-6A7E34A1CC13}" dt="2023-11-22T10:34:40.903" v="11664" actId="20577"/>
          <ac:spMkLst>
            <pc:docMk/>
            <pc:sldMk cId="3878918329" sldId="292"/>
            <ac:spMk id="2" creationId="{B308DD1C-3490-3836-9A3C-BAA6270EF24C}"/>
          </ac:spMkLst>
        </pc:spChg>
        <pc:spChg chg="mod">
          <ac:chgData name="Tea Boon Chian" userId="ab84e6a5-2079-4f96-af03-c8dde00dcc75" providerId="ADAL" clId="{36B0E84B-B4F5-446F-8684-6A7E34A1CC13}" dt="2023-11-22T10:36:51.590" v="11715" actId="20577"/>
          <ac:spMkLst>
            <pc:docMk/>
            <pc:sldMk cId="3878918329" sldId="292"/>
            <ac:spMk id="3" creationId="{2CE9B0B1-1BBB-B0A0-EABF-4BA93251E198}"/>
          </ac:spMkLst>
        </pc:spChg>
      </pc:sldChg>
      <pc:sldChg chg="addSp delSp modSp add mod">
        <pc:chgData name="Tea Boon Chian" userId="ab84e6a5-2079-4f96-af03-c8dde00dcc75" providerId="ADAL" clId="{36B0E84B-B4F5-446F-8684-6A7E34A1CC13}" dt="2023-11-22T11:15:04.824" v="12544" actId="207"/>
        <pc:sldMkLst>
          <pc:docMk/>
          <pc:sldMk cId="1613678445" sldId="293"/>
        </pc:sldMkLst>
        <pc:spChg chg="mod">
          <ac:chgData name="Tea Boon Chian" userId="ab84e6a5-2079-4f96-af03-c8dde00dcc75" providerId="ADAL" clId="{36B0E84B-B4F5-446F-8684-6A7E34A1CC13}" dt="2023-11-22T11:06:32.617" v="12220" actId="20577"/>
          <ac:spMkLst>
            <pc:docMk/>
            <pc:sldMk cId="1613678445" sldId="293"/>
            <ac:spMk id="2" creationId="{B308DD1C-3490-3836-9A3C-BAA6270EF24C}"/>
          </ac:spMkLst>
        </pc:spChg>
        <pc:spChg chg="del">
          <ac:chgData name="Tea Boon Chian" userId="ab84e6a5-2079-4f96-af03-c8dde00dcc75" providerId="ADAL" clId="{36B0E84B-B4F5-446F-8684-6A7E34A1CC13}" dt="2023-11-22T10:39:44.021" v="11797" actId="3680"/>
          <ac:spMkLst>
            <pc:docMk/>
            <pc:sldMk cId="1613678445" sldId="293"/>
            <ac:spMk id="3" creationId="{2CE9B0B1-1BBB-B0A0-EABF-4BA93251E198}"/>
          </ac:spMkLst>
        </pc:spChg>
        <pc:graphicFrameChg chg="add del mod">
          <ac:chgData name="Tea Boon Chian" userId="ab84e6a5-2079-4f96-af03-c8dde00dcc75" providerId="ADAL" clId="{36B0E84B-B4F5-446F-8684-6A7E34A1CC13}" dt="2023-11-22T10:39:23.984" v="11796"/>
          <ac:graphicFrameMkLst>
            <pc:docMk/>
            <pc:sldMk cId="1613678445" sldId="293"/>
            <ac:graphicFrameMk id="4" creationId="{1B539A3F-ECA9-F04B-EEF3-F5822AC7398F}"/>
          </ac:graphicFrameMkLst>
        </pc:graphicFrameChg>
        <pc:graphicFrameChg chg="add mod ord modGraphic">
          <ac:chgData name="Tea Boon Chian" userId="ab84e6a5-2079-4f96-af03-c8dde00dcc75" providerId="ADAL" clId="{36B0E84B-B4F5-446F-8684-6A7E34A1CC13}" dt="2023-11-22T11:15:04.824" v="12544" actId="207"/>
          <ac:graphicFrameMkLst>
            <pc:docMk/>
            <pc:sldMk cId="1613678445" sldId="293"/>
            <ac:graphicFrameMk id="5" creationId="{D69698FC-7B93-74D6-D2CE-61A0173F1BE7}"/>
          </ac:graphicFrameMkLst>
        </pc:graphicFrameChg>
      </pc:sldChg>
      <pc:sldChg chg="addSp delSp modSp add mod">
        <pc:chgData name="Tea Boon Chian" userId="ab84e6a5-2079-4f96-af03-c8dde00dcc75" providerId="ADAL" clId="{36B0E84B-B4F5-446F-8684-6A7E34A1CC13}" dt="2023-11-22T11:13:54.023" v="12517" actId="1076"/>
        <pc:sldMkLst>
          <pc:docMk/>
          <pc:sldMk cId="1130707410" sldId="294"/>
        </pc:sldMkLst>
        <pc:spChg chg="mod">
          <ac:chgData name="Tea Boon Chian" userId="ab84e6a5-2079-4f96-af03-c8dde00dcc75" providerId="ADAL" clId="{36B0E84B-B4F5-446F-8684-6A7E34A1CC13}" dt="2023-11-22T11:07:06.977" v="12249" actId="207"/>
          <ac:spMkLst>
            <pc:docMk/>
            <pc:sldMk cId="1130707410" sldId="294"/>
            <ac:spMk id="2" creationId="{B308DD1C-3490-3836-9A3C-BAA6270EF24C}"/>
          </ac:spMkLst>
        </pc:spChg>
        <pc:spChg chg="del">
          <ac:chgData name="Tea Boon Chian" userId="ab84e6a5-2079-4f96-af03-c8dde00dcc75" providerId="ADAL" clId="{36B0E84B-B4F5-446F-8684-6A7E34A1CC13}" dt="2023-11-22T11:07:20.571" v="12250" actId="3680"/>
          <ac:spMkLst>
            <pc:docMk/>
            <pc:sldMk cId="1130707410" sldId="294"/>
            <ac:spMk id="3" creationId="{2CE9B0B1-1BBB-B0A0-EABF-4BA93251E198}"/>
          </ac:spMkLst>
        </pc:spChg>
        <pc:graphicFrameChg chg="add mod ord modGraphic">
          <ac:chgData name="Tea Boon Chian" userId="ab84e6a5-2079-4f96-af03-c8dde00dcc75" providerId="ADAL" clId="{36B0E84B-B4F5-446F-8684-6A7E34A1CC13}" dt="2023-11-22T11:13:54.023" v="12517" actId="1076"/>
          <ac:graphicFrameMkLst>
            <pc:docMk/>
            <pc:sldMk cId="1130707410" sldId="294"/>
            <ac:graphicFrameMk id="4" creationId="{738E1DDA-4BE4-88A3-C1A8-6EA9717A3883}"/>
          </ac:graphicFrameMkLst>
        </pc:graphicFrameChg>
      </pc:sldChg>
      <pc:sldChg chg="add del">
        <pc:chgData name="Tea Boon Chian" userId="ab84e6a5-2079-4f96-af03-c8dde00dcc75" providerId="ADAL" clId="{36B0E84B-B4F5-446F-8684-6A7E34A1CC13}" dt="2023-11-22T11:15:14.080" v="12545" actId="47"/>
        <pc:sldMkLst>
          <pc:docMk/>
          <pc:sldMk cId="1855996664" sldId="295"/>
        </pc:sldMkLst>
      </pc:sldChg>
      <pc:sldChg chg="add del">
        <pc:chgData name="Tea Boon Chian" userId="ab84e6a5-2079-4f96-af03-c8dde00dcc75" providerId="ADAL" clId="{36B0E84B-B4F5-446F-8684-6A7E34A1CC13}" dt="2023-11-22T11:15:14.080" v="12545" actId="47"/>
        <pc:sldMkLst>
          <pc:docMk/>
          <pc:sldMk cId="482082467" sldId="296"/>
        </pc:sldMkLst>
      </pc:sldChg>
      <pc:sldChg chg="add del">
        <pc:chgData name="Tea Boon Chian" userId="ab84e6a5-2079-4f96-af03-c8dde00dcc75" providerId="ADAL" clId="{36B0E84B-B4F5-446F-8684-6A7E34A1CC13}" dt="2023-11-22T11:15:14.080" v="12545" actId="47"/>
        <pc:sldMkLst>
          <pc:docMk/>
          <pc:sldMk cId="653050953" sldId="297"/>
        </pc:sldMkLst>
      </pc:sldChg>
      <pc:sldChg chg="modSp add del mod">
        <pc:chgData name="Tea Boon Chian" userId="ab84e6a5-2079-4f96-af03-c8dde00dcc75" providerId="ADAL" clId="{36B0E84B-B4F5-446F-8684-6A7E34A1CC13}" dt="2023-11-22T11:15:14.080" v="12545" actId="47"/>
        <pc:sldMkLst>
          <pc:docMk/>
          <pc:sldMk cId="2940867752" sldId="298"/>
        </pc:sldMkLst>
        <pc:spChg chg="mod">
          <ac:chgData name="Tea Boon Chian" userId="ab84e6a5-2079-4f96-af03-c8dde00dcc75" providerId="ADAL" clId="{36B0E84B-B4F5-446F-8684-6A7E34A1CC13}" dt="2023-11-16T07:29:36.848" v="386"/>
          <ac:spMkLst>
            <pc:docMk/>
            <pc:sldMk cId="2940867752" sldId="298"/>
            <ac:spMk id="2" creationId="{B308DD1C-3490-3836-9A3C-BAA6270EF24C}"/>
          </ac:spMkLst>
        </pc:spChg>
      </pc:sldChg>
      <pc:sldChg chg="add del">
        <pc:chgData name="Tea Boon Chian" userId="ab84e6a5-2079-4f96-af03-c8dde00dcc75" providerId="ADAL" clId="{36B0E84B-B4F5-446F-8684-6A7E34A1CC13}" dt="2023-11-22T11:15:14.080" v="12545" actId="47"/>
        <pc:sldMkLst>
          <pc:docMk/>
          <pc:sldMk cId="3787339156" sldId="299"/>
        </pc:sldMkLst>
      </pc:sldChg>
      <pc:sldChg chg="add del">
        <pc:chgData name="Tea Boon Chian" userId="ab84e6a5-2079-4f96-af03-c8dde00dcc75" providerId="ADAL" clId="{36B0E84B-B4F5-446F-8684-6A7E34A1CC13}" dt="2023-11-22T11:15:14.080" v="12545" actId="47"/>
        <pc:sldMkLst>
          <pc:docMk/>
          <pc:sldMk cId="2189328555" sldId="300"/>
        </pc:sldMkLst>
      </pc:sldChg>
      <pc:sldChg chg="modSp add mod">
        <pc:chgData name="Tea Boon Chian" userId="ab84e6a5-2079-4f96-af03-c8dde00dcc75" providerId="ADAL" clId="{36B0E84B-B4F5-446F-8684-6A7E34A1CC13}" dt="2023-11-16T07:29:51.817" v="399" actId="20577"/>
        <pc:sldMkLst>
          <pc:docMk/>
          <pc:sldMk cId="1276454081" sldId="301"/>
        </pc:sldMkLst>
        <pc:spChg chg="mod">
          <ac:chgData name="Tea Boon Chian" userId="ab84e6a5-2079-4f96-af03-c8dde00dcc75" providerId="ADAL" clId="{36B0E84B-B4F5-446F-8684-6A7E34A1CC13}" dt="2023-11-16T07:29:51.817" v="399" actId="20577"/>
          <ac:spMkLst>
            <pc:docMk/>
            <pc:sldMk cId="1276454081" sldId="301"/>
            <ac:spMk id="2" creationId="{B308DD1C-3490-3836-9A3C-BAA6270EF24C}"/>
          </ac:spMkLst>
        </pc:spChg>
        <pc:spChg chg="mod">
          <ac:chgData name="Tea Boon Chian" userId="ab84e6a5-2079-4f96-af03-c8dde00dcc75" providerId="ADAL" clId="{36B0E84B-B4F5-446F-8684-6A7E34A1CC13}" dt="2023-11-16T07:29:40.425" v="392"/>
          <ac:spMkLst>
            <pc:docMk/>
            <pc:sldMk cId="1276454081" sldId="301"/>
            <ac:spMk id="3" creationId="{2CE9B0B1-1BBB-B0A0-EABF-4BA93251E198}"/>
          </ac:spMkLst>
        </pc:spChg>
      </pc:sldChg>
      <pc:sldChg chg="addSp delSp modSp add mod">
        <pc:chgData name="Tea Boon Chian" userId="ab84e6a5-2079-4f96-af03-c8dde00dcc75" providerId="ADAL" clId="{36B0E84B-B4F5-446F-8684-6A7E34A1CC13}" dt="2023-11-16T07:29:39.537" v="390" actId="114"/>
        <pc:sldMkLst>
          <pc:docMk/>
          <pc:sldMk cId="988836340" sldId="302"/>
        </pc:sldMkLst>
        <pc:spChg chg="mod">
          <ac:chgData name="Tea Boon Chian" userId="ab84e6a5-2079-4f96-af03-c8dde00dcc75" providerId="ADAL" clId="{36B0E84B-B4F5-446F-8684-6A7E34A1CC13}" dt="2023-11-16T07:29:39.537" v="390" actId="114"/>
          <ac:spMkLst>
            <pc:docMk/>
            <pc:sldMk cId="988836340" sldId="302"/>
            <ac:spMk id="2" creationId="{B308DD1C-3490-3836-9A3C-BAA6270EF24C}"/>
          </ac:spMkLst>
        </pc:spChg>
        <pc:spChg chg="add del">
          <ac:chgData name="Tea Boon Chian" userId="ab84e6a5-2079-4f96-af03-c8dde00dcc75" providerId="ADAL" clId="{36B0E84B-B4F5-446F-8684-6A7E34A1CC13}" dt="2023-11-16T07:28:10.815" v="322" actId="478"/>
          <ac:spMkLst>
            <pc:docMk/>
            <pc:sldMk cId="988836340" sldId="302"/>
            <ac:spMk id="3" creationId="{2CE9B0B1-1BBB-B0A0-EABF-4BA93251E198}"/>
          </ac:spMkLst>
        </pc:spChg>
      </pc:sldChg>
      <pc:sldChg chg="addSp delSp modSp add mod">
        <pc:chgData name="Tea Boon Chian" userId="ab84e6a5-2079-4f96-af03-c8dde00dcc75" providerId="ADAL" clId="{36B0E84B-B4F5-446F-8684-6A7E34A1CC13}" dt="2023-11-16T08:24:31.963" v="2175" actId="113"/>
        <pc:sldMkLst>
          <pc:docMk/>
          <pc:sldMk cId="2738991264" sldId="303"/>
        </pc:sldMkLst>
        <pc:spChg chg="mod">
          <ac:chgData name="Tea Boon Chian" userId="ab84e6a5-2079-4f96-af03-c8dde00dcc75" providerId="ADAL" clId="{36B0E84B-B4F5-446F-8684-6A7E34A1CC13}" dt="2023-11-16T08:24:31.963" v="2175" actId="113"/>
          <ac:spMkLst>
            <pc:docMk/>
            <pc:sldMk cId="2738991264" sldId="303"/>
            <ac:spMk id="3" creationId="{2CE9B0B1-1BBB-B0A0-EABF-4BA93251E198}"/>
          </ac:spMkLst>
        </pc:spChg>
        <pc:graphicFrameChg chg="add del mod">
          <ac:chgData name="Tea Boon Chian" userId="ab84e6a5-2079-4f96-af03-c8dde00dcc75" providerId="ADAL" clId="{36B0E84B-B4F5-446F-8684-6A7E34A1CC13}" dt="2023-11-16T08:12:55.412" v="1908"/>
          <ac:graphicFrameMkLst>
            <pc:docMk/>
            <pc:sldMk cId="2738991264" sldId="303"/>
            <ac:graphicFrameMk id="4" creationId="{42BCFC2C-A4FD-C7A2-8D8B-3F3704468C40}"/>
          </ac:graphicFrameMkLst>
        </pc:graphicFrameChg>
        <pc:graphicFrameChg chg="add del mod">
          <ac:chgData name="Tea Boon Chian" userId="ab84e6a5-2079-4f96-af03-c8dde00dcc75" providerId="ADAL" clId="{36B0E84B-B4F5-446F-8684-6A7E34A1CC13}" dt="2023-11-16T08:14:33.475" v="2133"/>
          <ac:graphicFrameMkLst>
            <pc:docMk/>
            <pc:sldMk cId="2738991264" sldId="303"/>
            <ac:graphicFrameMk id="5" creationId="{99E75844-460D-31F9-1A59-D1CB39CB336D}"/>
          </ac:graphicFrameMkLst>
        </pc:graphicFrameChg>
      </pc:sldChg>
      <pc:sldChg chg="modSp add mod">
        <pc:chgData name="Tea Boon Chian" userId="ab84e6a5-2079-4f96-af03-c8dde00dcc75" providerId="ADAL" clId="{36B0E84B-B4F5-446F-8684-6A7E34A1CC13}" dt="2023-11-16T08:25:28.342" v="2218" actId="20577"/>
        <pc:sldMkLst>
          <pc:docMk/>
          <pc:sldMk cId="429024437" sldId="304"/>
        </pc:sldMkLst>
        <pc:spChg chg="mod">
          <ac:chgData name="Tea Boon Chian" userId="ab84e6a5-2079-4f96-af03-c8dde00dcc75" providerId="ADAL" clId="{36B0E84B-B4F5-446F-8684-6A7E34A1CC13}" dt="2023-11-16T08:25:28.342" v="2218" actId="20577"/>
          <ac:spMkLst>
            <pc:docMk/>
            <pc:sldMk cId="429024437" sldId="304"/>
            <ac:spMk id="2" creationId="{B308DD1C-3490-3836-9A3C-BAA6270EF24C}"/>
          </ac:spMkLst>
        </pc:spChg>
      </pc:sldChg>
      <pc:sldChg chg="add del">
        <pc:chgData name="Tea Boon Chian" userId="ab84e6a5-2079-4f96-af03-c8dde00dcc75" providerId="ADAL" clId="{36B0E84B-B4F5-446F-8684-6A7E34A1CC13}" dt="2023-11-16T08:14:33.475" v="2133"/>
        <pc:sldMkLst>
          <pc:docMk/>
          <pc:sldMk cId="1333391564" sldId="304"/>
        </pc:sldMkLst>
      </pc:sldChg>
      <pc:sldChg chg="add del">
        <pc:chgData name="Tea Boon Chian" userId="ab84e6a5-2079-4f96-af03-c8dde00dcc75" providerId="ADAL" clId="{36B0E84B-B4F5-446F-8684-6A7E34A1CC13}" dt="2023-11-16T08:12:55.412" v="1908"/>
        <pc:sldMkLst>
          <pc:docMk/>
          <pc:sldMk cId="3997770724" sldId="304"/>
        </pc:sldMkLst>
      </pc:sldChg>
      <pc:sldChg chg="modSp add mod">
        <pc:chgData name="Tea Boon Chian" userId="ab84e6a5-2079-4f96-af03-c8dde00dcc75" providerId="ADAL" clId="{36B0E84B-B4F5-446F-8684-6A7E34A1CC13}" dt="2023-11-16T09:03:48.343" v="3516" actId="20577"/>
        <pc:sldMkLst>
          <pc:docMk/>
          <pc:sldMk cId="1216915434" sldId="305"/>
        </pc:sldMkLst>
        <pc:spChg chg="mod">
          <ac:chgData name="Tea Boon Chian" userId="ab84e6a5-2079-4f96-af03-c8dde00dcc75" providerId="ADAL" clId="{36B0E84B-B4F5-446F-8684-6A7E34A1CC13}" dt="2023-11-16T09:03:48.343" v="3516" actId="20577"/>
          <ac:spMkLst>
            <pc:docMk/>
            <pc:sldMk cId="1216915434" sldId="305"/>
            <ac:spMk id="3" creationId="{2CE9B0B1-1BBB-B0A0-EABF-4BA93251E198}"/>
          </ac:spMkLst>
        </pc:spChg>
      </pc:sldChg>
      <pc:sldChg chg="modSp add mod">
        <pc:chgData name="Tea Boon Chian" userId="ab84e6a5-2079-4f96-af03-c8dde00dcc75" providerId="ADAL" clId="{36B0E84B-B4F5-446F-8684-6A7E34A1CC13}" dt="2023-11-20T03:49:57.649" v="5538" actId="20577"/>
        <pc:sldMkLst>
          <pc:docMk/>
          <pc:sldMk cId="2571362055" sldId="306"/>
        </pc:sldMkLst>
        <pc:spChg chg="mod">
          <ac:chgData name="Tea Boon Chian" userId="ab84e6a5-2079-4f96-af03-c8dde00dcc75" providerId="ADAL" clId="{36B0E84B-B4F5-446F-8684-6A7E34A1CC13}" dt="2023-11-20T03:49:57.649" v="5538" actId="20577"/>
          <ac:spMkLst>
            <pc:docMk/>
            <pc:sldMk cId="2571362055" sldId="306"/>
            <ac:spMk id="2" creationId="{B308DD1C-3490-3836-9A3C-BAA6270EF24C}"/>
          </ac:spMkLst>
        </pc:spChg>
      </pc:sldChg>
      <pc:sldChg chg="addSp delSp modSp add mod">
        <pc:chgData name="Tea Boon Chian" userId="ab84e6a5-2079-4f96-af03-c8dde00dcc75" providerId="ADAL" clId="{36B0E84B-B4F5-446F-8684-6A7E34A1CC13}" dt="2023-11-20T06:37:26.731" v="6006" actId="1076"/>
        <pc:sldMkLst>
          <pc:docMk/>
          <pc:sldMk cId="904762290" sldId="307"/>
        </pc:sldMkLst>
        <pc:picChg chg="add mod">
          <ac:chgData name="Tea Boon Chian" userId="ab84e6a5-2079-4f96-af03-c8dde00dcc75" providerId="ADAL" clId="{36B0E84B-B4F5-446F-8684-6A7E34A1CC13}" dt="2023-11-20T06:37:26.731" v="6006" actId="1076"/>
          <ac:picMkLst>
            <pc:docMk/>
            <pc:sldMk cId="904762290" sldId="307"/>
            <ac:picMk id="2" creationId="{24B1DBE4-3844-6C0E-3CF6-4B01C51A7C15}"/>
          </ac:picMkLst>
        </pc:picChg>
        <pc:picChg chg="del mod">
          <ac:chgData name="Tea Boon Chian" userId="ab84e6a5-2079-4f96-af03-c8dde00dcc75" providerId="ADAL" clId="{36B0E84B-B4F5-446F-8684-6A7E34A1CC13}" dt="2023-11-20T06:36:35.185" v="6000" actId="478"/>
          <ac:picMkLst>
            <pc:docMk/>
            <pc:sldMk cId="904762290" sldId="307"/>
            <ac:picMk id="4" creationId="{58E4763A-5219-63C3-5C99-02D163688B4A}"/>
          </ac:picMkLst>
        </pc:picChg>
      </pc:sldChg>
      <pc:sldChg chg="modSp add mod">
        <pc:chgData name="Tea Boon Chian" userId="ab84e6a5-2079-4f96-af03-c8dde00dcc75" providerId="ADAL" clId="{36B0E84B-B4F5-446F-8684-6A7E34A1CC13}" dt="2023-11-20T07:38:44.841" v="6418" actId="20577"/>
        <pc:sldMkLst>
          <pc:docMk/>
          <pc:sldMk cId="1035857810" sldId="308"/>
        </pc:sldMkLst>
        <pc:spChg chg="mod">
          <ac:chgData name="Tea Boon Chian" userId="ab84e6a5-2079-4f96-af03-c8dde00dcc75" providerId="ADAL" clId="{36B0E84B-B4F5-446F-8684-6A7E34A1CC13}" dt="2023-11-20T07:38:44.841" v="6418" actId="20577"/>
          <ac:spMkLst>
            <pc:docMk/>
            <pc:sldMk cId="1035857810" sldId="308"/>
            <ac:spMk id="2" creationId="{B308DD1C-3490-3836-9A3C-BAA6270EF24C}"/>
          </ac:spMkLst>
        </pc:spChg>
      </pc:sldChg>
      <pc:sldChg chg="addSp modSp add mod">
        <pc:chgData name="Tea Boon Chian" userId="ab84e6a5-2079-4f96-af03-c8dde00dcc75" providerId="ADAL" clId="{36B0E84B-B4F5-446F-8684-6A7E34A1CC13}" dt="2023-11-20T07:49:48.880" v="7025" actId="207"/>
        <pc:sldMkLst>
          <pc:docMk/>
          <pc:sldMk cId="3069616231" sldId="309"/>
        </pc:sldMkLst>
        <pc:spChg chg="mod">
          <ac:chgData name="Tea Boon Chian" userId="ab84e6a5-2079-4f96-af03-c8dde00dcc75" providerId="ADAL" clId="{36B0E84B-B4F5-446F-8684-6A7E34A1CC13}" dt="2023-11-20T07:49:48.880" v="7025" actId="207"/>
          <ac:spMkLst>
            <pc:docMk/>
            <pc:sldMk cId="3069616231" sldId="309"/>
            <ac:spMk id="3" creationId="{2CE9B0B1-1BBB-B0A0-EABF-4BA93251E198}"/>
          </ac:spMkLst>
        </pc:spChg>
        <pc:picChg chg="add mod">
          <ac:chgData name="Tea Boon Chian" userId="ab84e6a5-2079-4f96-af03-c8dde00dcc75" providerId="ADAL" clId="{36B0E84B-B4F5-446F-8684-6A7E34A1CC13}" dt="2023-11-20T07:49:34.421" v="7001" actId="1076"/>
          <ac:picMkLst>
            <pc:docMk/>
            <pc:sldMk cId="3069616231" sldId="309"/>
            <ac:picMk id="4" creationId="{1489035B-818C-922A-4D37-4669B56B27C8}"/>
          </ac:picMkLst>
        </pc:picChg>
      </pc:sldChg>
      <pc:sldChg chg="modSp add mod">
        <pc:chgData name="Tea Boon Chian" userId="ab84e6a5-2079-4f96-af03-c8dde00dcc75" providerId="ADAL" clId="{36B0E84B-B4F5-446F-8684-6A7E34A1CC13}" dt="2023-11-20T07:52:28.237" v="7231" actId="20577"/>
        <pc:sldMkLst>
          <pc:docMk/>
          <pc:sldMk cId="774498736" sldId="310"/>
        </pc:sldMkLst>
        <pc:spChg chg="mod">
          <ac:chgData name="Tea Boon Chian" userId="ab84e6a5-2079-4f96-af03-c8dde00dcc75" providerId="ADAL" clId="{36B0E84B-B4F5-446F-8684-6A7E34A1CC13}" dt="2023-11-20T07:52:28.237" v="7231" actId="20577"/>
          <ac:spMkLst>
            <pc:docMk/>
            <pc:sldMk cId="774498736" sldId="310"/>
            <ac:spMk id="2" creationId="{B308DD1C-3490-3836-9A3C-BAA6270EF24C}"/>
          </ac:spMkLst>
        </pc:spChg>
      </pc:sldChg>
      <pc:sldChg chg="modSp add del mod">
        <pc:chgData name="Tea Boon Chian" userId="ab84e6a5-2079-4f96-af03-c8dde00dcc75" providerId="ADAL" clId="{36B0E84B-B4F5-446F-8684-6A7E34A1CC13}" dt="2023-11-20T07:48:43.129" v="7000" actId="47"/>
        <pc:sldMkLst>
          <pc:docMk/>
          <pc:sldMk cId="3657470852" sldId="310"/>
        </pc:sldMkLst>
        <pc:spChg chg="mod">
          <ac:chgData name="Tea Boon Chian" userId="ab84e6a5-2079-4f96-af03-c8dde00dcc75" providerId="ADAL" clId="{36B0E84B-B4F5-446F-8684-6A7E34A1CC13}" dt="2023-11-20T07:47:02.287" v="6999" actId="20577"/>
          <ac:spMkLst>
            <pc:docMk/>
            <pc:sldMk cId="3657470852" sldId="310"/>
            <ac:spMk id="3" creationId="{2CE9B0B1-1BBB-B0A0-EABF-4BA93251E198}"/>
          </ac:spMkLst>
        </pc:spChg>
      </pc:sldChg>
      <pc:sldChg chg="delSp modSp add mod">
        <pc:chgData name="Tea Boon Chian" userId="ab84e6a5-2079-4f96-af03-c8dde00dcc75" providerId="ADAL" clId="{36B0E84B-B4F5-446F-8684-6A7E34A1CC13}" dt="2023-11-22T03:02:12.287" v="8837" actId="20577"/>
        <pc:sldMkLst>
          <pc:docMk/>
          <pc:sldMk cId="3922022300" sldId="311"/>
        </pc:sldMkLst>
        <pc:spChg chg="mod">
          <ac:chgData name="Tea Boon Chian" userId="ab84e6a5-2079-4f96-af03-c8dde00dcc75" providerId="ADAL" clId="{36B0E84B-B4F5-446F-8684-6A7E34A1CC13}" dt="2023-11-22T03:02:12.287" v="8837" actId="20577"/>
          <ac:spMkLst>
            <pc:docMk/>
            <pc:sldMk cId="3922022300" sldId="311"/>
            <ac:spMk id="3" creationId="{2CE9B0B1-1BBB-B0A0-EABF-4BA93251E198}"/>
          </ac:spMkLst>
        </pc:spChg>
        <pc:picChg chg="del">
          <ac:chgData name="Tea Boon Chian" userId="ab84e6a5-2079-4f96-af03-c8dde00dcc75" providerId="ADAL" clId="{36B0E84B-B4F5-446F-8684-6A7E34A1CC13}" dt="2023-11-21T01:43:37.068" v="8236" actId="478"/>
          <ac:picMkLst>
            <pc:docMk/>
            <pc:sldMk cId="3922022300" sldId="311"/>
            <ac:picMk id="6" creationId="{38FBBF41-6E8E-C99E-2C11-61EF15BA29A8}"/>
          </ac:picMkLst>
        </pc:picChg>
      </pc:sldChg>
      <pc:sldChg chg="modSp add mod">
        <pc:chgData name="Tea Boon Chian" userId="ab84e6a5-2079-4f96-af03-c8dde00dcc75" providerId="ADAL" clId="{36B0E84B-B4F5-446F-8684-6A7E34A1CC13}" dt="2023-11-21T01:50:28.478" v="8606" actId="20577"/>
        <pc:sldMkLst>
          <pc:docMk/>
          <pc:sldMk cId="780158378" sldId="312"/>
        </pc:sldMkLst>
        <pc:spChg chg="mod">
          <ac:chgData name="Tea Boon Chian" userId="ab84e6a5-2079-4f96-af03-c8dde00dcc75" providerId="ADAL" clId="{36B0E84B-B4F5-446F-8684-6A7E34A1CC13}" dt="2023-11-21T01:50:28.478" v="8606" actId="20577"/>
          <ac:spMkLst>
            <pc:docMk/>
            <pc:sldMk cId="780158378" sldId="312"/>
            <ac:spMk id="2" creationId="{B308DD1C-3490-3836-9A3C-BAA6270EF24C}"/>
          </ac:spMkLst>
        </pc:spChg>
      </pc:sldChg>
      <pc:sldChg chg="modSp add mod">
        <pc:chgData name="Tea Boon Chian" userId="ab84e6a5-2079-4f96-af03-c8dde00dcc75" providerId="ADAL" clId="{36B0E84B-B4F5-446F-8684-6A7E34A1CC13}" dt="2023-11-22T03:01:08.732" v="8818" actId="20577"/>
        <pc:sldMkLst>
          <pc:docMk/>
          <pc:sldMk cId="1510119965" sldId="313"/>
        </pc:sldMkLst>
        <pc:spChg chg="mod">
          <ac:chgData name="Tea Boon Chian" userId="ab84e6a5-2079-4f96-af03-c8dde00dcc75" providerId="ADAL" clId="{36B0E84B-B4F5-446F-8684-6A7E34A1CC13}" dt="2023-11-22T03:01:08.732" v="8818" actId="20577"/>
          <ac:spMkLst>
            <pc:docMk/>
            <pc:sldMk cId="1510119965" sldId="313"/>
            <ac:spMk id="2" creationId="{B308DD1C-3490-3836-9A3C-BAA6270EF24C}"/>
          </ac:spMkLst>
        </pc:spChg>
      </pc:sldChg>
      <pc:sldChg chg="addSp modSp add mod">
        <pc:chgData name="Tea Boon Chian" userId="ab84e6a5-2079-4f96-af03-c8dde00dcc75" providerId="ADAL" clId="{36B0E84B-B4F5-446F-8684-6A7E34A1CC13}" dt="2023-11-22T03:48:37.280" v="9353" actId="12385"/>
        <pc:sldMkLst>
          <pc:docMk/>
          <pc:sldMk cId="3417275638" sldId="314"/>
        </pc:sldMkLst>
        <pc:spChg chg="mod">
          <ac:chgData name="Tea Boon Chian" userId="ab84e6a5-2079-4f96-af03-c8dde00dcc75" providerId="ADAL" clId="{36B0E84B-B4F5-446F-8684-6A7E34A1CC13}" dt="2023-11-22T03:33:11.336" v="9075" actId="20577"/>
          <ac:spMkLst>
            <pc:docMk/>
            <pc:sldMk cId="3417275638" sldId="314"/>
            <ac:spMk id="3" creationId="{2CE9B0B1-1BBB-B0A0-EABF-4BA93251E198}"/>
          </ac:spMkLst>
        </pc:spChg>
        <pc:graphicFrameChg chg="add mod modGraphic">
          <ac:chgData name="Tea Boon Chian" userId="ab84e6a5-2079-4f96-af03-c8dde00dcc75" providerId="ADAL" clId="{36B0E84B-B4F5-446F-8684-6A7E34A1CC13}" dt="2023-11-22T03:48:37.280" v="9353" actId="12385"/>
          <ac:graphicFrameMkLst>
            <pc:docMk/>
            <pc:sldMk cId="3417275638" sldId="314"/>
            <ac:graphicFrameMk id="4" creationId="{D789B33D-840D-EDC5-2913-F6B543BF3EF6}"/>
          </ac:graphicFrameMkLst>
        </pc:graphicFrameChg>
      </pc:sldChg>
      <pc:sldChg chg="modSp add mod">
        <pc:chgData name="Tea Boon Chian" userId="ab84e6a5-2079-4f96-af03-c8dde00dcc75" providerId="ADAL" clId="{36B0E84B-B4F5-446F-8684-6A7E34A1CC13}" dt="2023-11-22T10:33:25.781" v="11606" actId="20577"/>
        <pc:sldMkLst>
          <pc:docMk/>
          <pc:sldMk cId="3437708034" sldId="315"/>
        </pc:sldMkLst>
        <pc:spChg chg="mod">
          <ac:chgData name="Tea Boon Chian" userId="ab84e6a5-2079-4f96-af03-c8dde00dcc75" providerId="ADAL" clId="{36B0E84B-B4F5-446F-8684-6A7E34A1CC13}" dt="2023-11-22T10:33:25.781" v="11606" actId="20577"/>
          <ac:spMkLst>
            <pc:docMk/>
            <pc:sldMk cId="3437708034" sldId="315"/>
            <ac:spMk id="2" creationId="{B308DD1C-3490-3836-9A3C-BAA6270EF24C}"/>
          </ac:spMkLst>
        </pc:spChg>
      </pc:sldChg>
      <pc:sldChg chg="modSp add mod">
        <pc:chgData name="Tea Boon Chian" userId="ab84e6a5-2079-4f96-af03-c8dde00dcc75" providerId="ADAL" clId="{36B0E84B-B4F5-446F-8684-6A7E34A1CC13}" dt="2023-11-22T11:06:23.641" v="12219" actId="20577"/>
        <pc:sldMkLst>
          <pc:docMk/>
          <pc:sldMk cId="107472169" sldId="316"/>
        </pc:sldMkLst>
        <pc:spChg chg="mod">
          <ac:chgData name="Tea Boon Chian" userId="ab84e6a5-2079-4f96-af03-c8dde00dcc75" providerId="ADAL" clId="{36B0E84B-B4F5-446F-8684-6A7E34A1CC13}" dt="2023-11-22T11:06:23.641" v="12219" actId="20577"/>
          <ac:spMkLst>
            <pc:docMk/>
            <pc:sldMk cId="107472169" sldId="316"/>
            <ac:spMk id="2" creationId="{B308DD1C-3490-3836-9A3C-BAA6270EF24C}"/>
          </ac:spMkLst>
        </pc:spChg>
      </pc:sldChg>
      <pc:sldChg chg="modSp add mod">
        <pc:chgData name="Tea Boon Chian" userId="ab84e6a5-2079-4f96-af03-c8dde00dcc75" providerId="ADAL" clId="{36B0E84B-B4F5-446F-8684-6A7E34A1CC13}" dt="2023-11-22T11:14:51.418" v="12540" actId="123"/>
        <pc:sldMkLst>
          <pc:docMk/>
          <pc:sldMk cId="1415591410" sldId="317"/>
        </pc:sldMkLst>
        <pc:spChg chg="mod">
          <ac:chgData name="Tea Boon Chian" userId="ab84e6a5-2079-4f96-af03-c8dde00dcc75" providerId="ADAL" clId="{36B0E84B-B4F5-446F-8684-6A7E34A1CC13}" dt="2023-11-22T11:06:35.589" v="12221" actId="20577"/>
          <ac:spMkLst>
            <pc:docMk/>
            <pc:sldMk cId="1415591410" sldId="317"/>
            <ac:spMk id="2" creationId="{B308DD1C-3490-3836-9A3C-BAA6270EF24C}"/>
          </ac:spMkLst>
        </pc:spChg>
        <pc:graphicFrameChg chg="mod modGraphic">
          <ac:chgData name="Tea Boon Chian" userId="ab84e6a5-2079-4f96-af03-c8dde00dcc75" providerId="ADAL" clId="{36B0E84B-B4F5-446F-8684-6A7E34A1CC13}" dt="2023-11-22T11:14:51.418" v="12540" actId="123"/>
          <ac:graphicFrameMkLst>
            <pc:docMk/>
            <pc:sldMk cId="1415591410" sldId="317"/>
            <ac:graphicFrameMk id="5" creationId="{D69698FC-7B93-74D6-D2CE-61A0173F1BE7}"/>
          </ac:graphicFrameMkLst>
        </pc:graphicFrameChg>
      </pc:sldChg>
      <pc:sldChg chg="modSp add mod">
        <pc:chgData name="Tea Boon Chian" userId="ab84e6a5-2079-4f96-af03-c8dde00dcc75" providerId="ADAL" clId="{36B0E84B-B4F5-446F-8684-6A7E34A1CC13}" dt="2023-11-23T00:36:51.404" v="12576" actId="20577"/>
        <pc:sldMkLst>
          <pc:docMk/>
          <pc:sldMk cId="2823970827" sldId="318"/>
        </pc:sldMkLst>
        <pc:spChg chg="mod">
          <ac:chgData name="Tea Boon Chian" userId="ab84e6a5-2079-4f96-af03-c8dde00dcc75" providerId="ADAL" clId="{36B0E84B-B4F5-446F-8684-6A7E34A1CC13}" dt="2023-11-23T00:36:51.404" v="12576" actId="20577"/>
          <ac:spMkLst>
            <pc:docMk/>
            <pc:sldMk cId="2823970827" sldId="318"/>
            <ac:spMk id="2" creationId="{B308DD1C-3490-3836-9A3C-BAA6270EF24C}"/>
          </ac:spMkLst>
        </pc:spChg>
      </pc:sldChg>
      <pc:sldChg chg="modSp add mod">
        <pc:chgData name="Tea Boon Chian" userId="ab84e6a5-2079-4f96-af03-c8dde00dcc75" providerId="ADAL" clId="{36B0E84B-B4F5-446F-8684-6A7E34A1CC13}" dt="2023-11-23T00:46:10.194" v="13206" actId="20577"/>
        <pc:sldMkLst>
          <pc:docMk/>
          <pc:sldMk cId="441823905" sldId="319"/>
        </pc:sldMkLst>
        <pc:spChg chg="mod">
          <ac:chgData name="Tea Boon Chian" userId="ab84e6a5-2079-4f96-af03-c8dde00dcc75" providerId="ADAL" clId="{36B0E84B-B4F5-446F-8684-6A7E34A1CC13}" dt="2023-11-23T00:37:00.712" v="12587" actId="20577"/>
          <ac:spMkLst>
            <pc:docMk/>
            <pc:sldMk cId="441823905" sldId="319"/>
            <ac:spMk id="2" creationId="{B308DD1C-3490-3836-9A3C-BAA6270EF24C}"/>
          </ac:spMkLst>
        </pc:spChg>
        <pc:spChg chg="mod">
          <ac:chgData name="Tea Boon Chian" userId="ab84e6a5-2079-4f96-af03-c8dde00dcc75" providerId="ADAL" clId="{36B0E84B-B4F5-446F-8684-6A7E34A1CC13}" dt="2023-11-23T00:46:10.194" v="13206" actId="20577"/>
          <ac:spMkLst>
            <pc:docMk/>
            <pc:sldMk cId="441823905" sldId="319"/>
            <ac:spMk id="3" creationId="{2CE9B0B1-1BBB-B0A0-EABF-4BA93251E198}"/>
          </ac:spMkLst>
        </pc:spChg>
      </pc:sldChg>
    </pc:docChg>
  </pc:docChgLst>
  <pc:docChgLst>
    <pc:chgData name="Tea Boon Chian" userId="ab84e6a5-2079-4f96-af03-c8dde00dcc75" providerId="ADAL" clId="{80F35466-21B0-4C43-B0B3-0A95D193B2FA}"/>
    <pc:docChg chg="custSel modSld">
      <pc:chgData name="Tea Boon Chian" userId="ab84e6a5-2079-4f96-af03-c8dde00dcc75" providerId="ADAL" clId="{80F35466-21B0-4C43-B0B3-0A95D193B2FA}" dt="2024-05-08T02:46:22.381" v="10"/>
      <pc:docMkLst>
        <pc:docMk/>
      </pc:docMkLst>
      <pc:sldChg chg="addSp delSp modSp mod">
        <pc:chgData name="Tea Boon Chian" userId="ab84e6a5-2079-4f96-af03-c8dde00dcc75" providerId="ADAL" clId="{80F35466-21B0-4C43-B0B3-0A95D193B2FA}" dt="2024-05-08T02:46:22.381" v="10"/>
        <pc:sldMkLst>
          <pc:docMk/>
          <pc:sldMk cId="19182378" sldId="271"/>
        </pc:sldMkLst>
        <pc:picChg chg="del">
          <ac:chgData name="Tea Boon Chian" userId="ab84e6a5-2079-4f96-af03-c8dde00dcc75" providerId="ADAL" clId="{80F35466-21B0-4C43-B0B3-0A95D193B2FA}" dt="2024-05-08T02:46:20.061" v="8" actId="21"/>
          <ac:picMkLst>
            <pc:docMk/>
            <pc:sldMk cId="19182378" sldId="271"/>
            <ac:picMk id="4" creationId="{58E4763A-5219-63C3-5C99-02D163688B4A}"/>
          </ac:picMkLst>
        </pc:picChg>
        <pc:picChg chg="add mod">
          <ac:chgData name="Tea Boon Chian" userId="ab84e6a5-2079-4f96-af03-c8dde00dcc75" providerId="ADAL" clId="{80F35466-21B0-4C43-B0B3-0A95D193B2FA}" dt="2024-05-08T02:46:22.381" v="10"/>
          <ac:picMkLst>
            <pc:docMk/>
            <pc:sldMk cId="19182378" sldId="271"/>
            <ac:picMk id="16" creationId="{58E4763A-5219-63C3-5C99-02D163688B4A}"/>
          </ac:picMkLst>
        </pc:picChg>
        <pc:inkChg chg="del">
          <ac:chgData name="Tea Boon Chian" userId="ab84e6a5-2079-4f96-af03-c8dde00dcc75" providerId="ADAL" clId="{80F35466-21B0-4C43-B0B3-0A95D193B2FA}" dt="2024-05-08T02:46:21.594" v="9" actId="478"/>
          <ac:inkMkLst>
            <pc:docMk/>
            <pc:sldMk cId="19182378" sldId="271"/>
            <ac:inkMk id="2" creationId="{9900F057-124C-11FC-0430-67B161B88DFA}"/>
          </ac:inkMkLst>
        </pc:inkChg>
        <pc:inkChg chg="del">
          <ac:chgData name="Tea Boon Chian" userId="ab84e6a5-2079-4f96-af03-c8dde00dcc75" providerId="ADAL" clId="{80F35466-21B0-4C43-B0B3-0A95D193B2FA}" dt="2024-05-08T02:46:21.594" v="9" actId="478"/>
          <ac:inkMkLst>
            <pc:docMk/>
            <pc:sldMk cId="19182378" sldId="271"/>
            <ac:inkMk id="3" creationId="{8EE1142D-E7E1-FC34-8E47-B1AC9FB07B01}"/>
          </ac:inkMkLst>
        </pc:inkChg>
        <pc:inkChg chg="del">
          <ac:chgData name="Tea Boon Chian" userId="ab84e6a5-2079-4f96-af03-c8dde00dcc75" providerId="ADAL" clId="{80F35466-21B0-4C43-B0B3-0A95D193B2FA}" dt="2024-05-08T02:46:21.594" v="9" actId="478"/>
          <ac:inkMkLst>
            <pc:docMk/>
            <pc:sldMk cId="19182378" sldId="271"/>
            <ac:inkMk id="5" creationId="{C9A628D1-4155-6821-AFD7-09168908346D}"/>
          </ac:inkMkLst>
        </pc:inkChg>
        <pc:inkChg chg="del">
          <ac:chgData name="Tea Boon Chian" userId="ab84e6a5-2079-4f96-af03-c8dde00dcc75" providerId="ADAL" clId="{80F35466-21B0-4C43-B0B3-0A95D193B2FA}" dt="2024-05-08T02:46:21.594" v="9" actId="478"/>
          <ac:inkMkLst>
            <pc:docMk/>
            <pc:sldMk cId="19182378" sldId="271"/>
            <ac:inkMk id="6" creationId="{FAE4A09B-EAC0-8AD4-BE20-392715AA90B1}"/>
          </ac:inkMkLst>
        </pc:inkChg>
        <pc:inkChg chg="del">
          <ac:chgData name="Tea Boon Chian" userId="ab84e6a5-2079-4f96-af03-c8dde00dcc75" providerId="ADAL" clId="{80F35466-21B0-4C43-B0B3-0A95D193B2FA}" dt="2024-05-08T02:46:21.594" v="9" actId="478"/>
          <ac:inkMkLst>
            <pc:docMk/>
            <pc:sldMk cId="19182378" sldId="271"/>
            <ac:inkMk id="7" creationId="{777B52A0-2774-0135-134E-9611BAA70CAC}"/>
          </ac:inkMkLst>
        </pc:inkChg>
        <pc:inkChg chg="del">
          <ac:chgData name="Tea Boon Chian" userId="ab84e6a5-2079-4f96-af03-c8dde00dcc75" providerId="ADAL" clId="{80F35466-21B0-4C43-B0B3-0A95D193B2FA}" dt="2024-05-08T02:46:21.594" v="9" actId="478"/>
          <ac:inkMkLst>
            <pc:docMk/>
            <pc:sldMk cId="19182378" sldId="271"/>
            <ac:inkMk id="8" creationId="{24B7158E-93B2-2C76-531C-F90F926B79E7}"/>
          </ac:inkMkLst>
        </pc:inkChg>
        <pc:inkChg chg="del">
          <ac:chgData name="Tea Boon Chian" userId="ab84e6a5-2079-4f96-af03-c8dde00dcc75" providerId="ADAL" clId="{80F35466-21B0-4C43-B0B3-0A95D193B2FA}" dt="2024-05-08T02:46:21.594" v="9" actId="478"/>
          <ac:inkMkLst>
            <pc:docMk/>
            <pc:sldMk cId="19182378" sldId="271"/>
            <ac:inkMk id="9" creationId="{1A9D94BC-8E29-A260-7FDC-7A0E6E5E3D6B}"/>
          </ac:inkMkLst>
        </pc:inkChg>
        <pc:inkChg chg="del">
          <ac:chgData name="Tea Boon Chian" userId="ab84e6a5-2079-4f96-af03-c8dde00dcc75" providerId="ADAL" clId="{80F35466-21B0-4C43-B0B3-0A95D193B2FA}" dt="2024-05-08T02:46:21.594" v="9" actId="478"/>
          <ac:inkMkLst>
            <pc:docMk/>
            <pc:sldMk cId="19182378" sldId="271"/>
            <ac:inkMk id="10" creationId="{8D7E5542-9844-AA4C-7239-22F33B9825A5}"/>
          </ac:inkMkLst>
        </pc:inkChg>
        <pc:inkChg chg="del">
          <ac:chgData name="Tea Boon Chian" userId="ab84e6a5-2079-4f96-af03-c8dde00dcc75" providerId="ADAL" clId="{80F35466-21B0-4C43-B0B3-0A95D193B2FA}" dt="2024-05-08T02:46:21.594" v="9" actId="478"/>
          <ac:inkMkLst>
            <pc:docMk/>
            <pc:sldMk cId="19182378" sldId="271"/>
            <ac:inkMk id="11" creationId="{AFA1E334-5E92-B3F1-A132-EEC9D282526E}"/>
          </ac:inkMkLst>
        </pc:inkChg>
        <pc:inkChg chg="del">
          <ac:chgData name="Tea Boon Chian" userId="ab84e6a5-2079-4f96-af03-c8dde00dcc75" providerId="ADAL" clId="{80F35466-21B0-4C43-B0B3-0A95D193B2FA}" dt="2024-05-08T02:46:21.594" v="9" actId="478"/>
          <ac:inkMkLst>
            <pc:docMk/>
            <pc:sldMk cId="19182378" sldId="271"/>
            <ac:inkMk id="12" creationId="{56146014-B7CF-BB15-1405-6DC6D0361E8A}"/>
          </ac:inkMkLst>
        </pc:inkChg>
        <pc:inkChg chg="del">
          <ac:chgData name="Tea Boon Chian" userId="ab84e6a5-2079-4f96-af03-c8dde00dcc75" providerId="ADAL" clId="{80F35466-21B0-4C43-B0B3-0A95D193B2FA}" dt="2024-05-08T02:46:21.594" v="9" actId="478"/>
          <ac:inkMkLst>
            <pc:docMk/>
            <pc:sldMk cId="19182378" sldId="271"/>
            <ac:inkMk id="13" creationId="{5DF0398C-938F-57D3-E409-2512C2346A52}"/>
          </ac:inkMkLst>
        </pc:inkChg>
        <pc:inkChg chg="del">
          <ac:chgData name="Tea Boon Chian" userId="ab84e6a5-2079-4f96-af03-c8dde00dcc75" providerId="ADAL" clId="{80F35466-21B0-4C43-B0B3-0A95D193B2FA}" dt="2024-05-08T02:46:21.594" v="9" actId="478"/>
          <ac:inkMkLst>
            <pc:docMk/>
            <pc:sldMk cId="19182378" sldId="271"/>
            <ac:inkMk id="14" creationId="{371E4B14-C756-D16A-02DC-DBD565933DEE}"/>
          </ac:inkMkLst>
        </pc:inkChg>
        <pc:inkChg chg="del">
          <ac:chgData name="Tea Boon Chian" userId="ab84e6a5-2079-4f96-af03-c8dde00dcc75" providerId="ADAL" clId="{80F35466-21B0-4C43-B0B3-0A95D193B2FA}" dt="2024-05-08T02:46:21.594" v="9" actId="478"/>
          <ac:inkMkLst>
            <pc:docMk/>
            <pc:sldMk cId="19182378" sldId="271"/>
            <ac:inkMk id="15" creationId="{95678802-5C6A-B0ED-E71F-750D19AEB520}"/>
          </ac:inkMkLst>
        </pc:inkChg>
      </pc:sldChg>
      <pc:sldChg chg="modSp mod">
        <pc:chgData name="Tea Boon Chian" userId="ab84e6a5-2079-4f96-af03-c8dde00dcc75" providerId="ADAL" clId="{80F35466-21B0-4C43-B0B3-0A95D193B2FA}" dt="2024-04-03T08:18:49.215" v="0" actId="20577"/>
        <pc:sldMkLst>
          <pc:docMk/>
          <pc:sldMk cId="3878918329" sldId="292"/>
        </pc:sldMkLst>
        <pc:spChg chg="mod">
          <ac:chgData name="Tea Boon Chian" userId="ab84e6a5-2079-4f96-af03-c8dde00dcc75" providerId="ADAL" clId="{80F35466-21B0-4C43-B0B3-0A95D193B2FA}" dt="2024-04-03T08:18:49.215" v="0" actId="20577"/>
          <ac:spMkLst>
            <pc:docMk/>
            <pc:sldMk cId="3878918329" sldId="292"/>
            <ac:spMk id="3" creationId="{2CE9B0B1-1BBB-B0A0-EABF-4BA93251E198}"/>
          </ac:spMkLst>
        </pc:spChg>
      </pc:sldChg>
      <pc:sldChg chg="modSp">
        <pc:chgData name="Tea Boon Chian" userId="ab84e6a5-2079-4f96-af03-c8dde00dcc75" providerId="ADAL" clId="{80F35466-21B0-4C43-B0B3-0A95D193B2FA}" dt="2024-05-07T16:27:52.337" v="7" actId="20577"/>
        <pc:sldMkLst>
          <pc:docMk/>
          <pc:sldMk cId="3417275638" sldId="314"/>
        </pc:sldMkLst>
        <pc:graphicFrameChg chg="mod">
          <ac:chgData name="Tea Boon Chian" userId="ab84e6a5-2079-4f96-af03-c8dde00dcc75" providerId="ADAL" clId="{80F35466-21B0-4C43-B0B3-0A95D193B2FA}" dt="2024-05-07T16:27:52.337" v="7" actId="20577"/>
          <ac:graphicFrameMkLst>
            <pc:docMk/>
            <pc:sldMk cId="3417275638" sldId="314"/>
            <ac:graphicFrameMk id="4" creationId="{D789B33D-840D-EDC5-2913-F6B543BF3EF6}"/>
          </ac:graphicFrameMkLst>
        </pc:graphicFrameChg>
      </pc:sldChg>
      <pc:sldChg chg="modSp mod">
        <pc:chgData name="Tea Boon Chian" userId="ab84e6a5-2079-4f96-af03-c8dde00dcc75" providerId="ADAL" clId="{80F35466-21B0-4C43-B0B3-0A95D193B2FA}" dt="2024-05-06T04:28:22.606" v="1" actId="33524"/>
        <pc:sldMkLst>
          <pc:docMk/>
          <pc:sldMk cId="441823905" sldId="319"/>
        </pc:sldMkLst>
        <pc:spChg chg="mod">
          <ac:chgData name="Tea Boon Chian" userId="ab84e6a5-2079-4f96-af03-c8dde00dcc75" providerId="ADAL" clId="{80F35466-21B0-4C43-B0B3-0A95D193B2FA}" dt="2024-05-06T04:28:22.606" v="1" actId="33524"/>
          <ac:spMkLst>
            <pc:docMk/>
            <pc:sldMk cId="441823905" sldId="319"/>
            <ac:spMk id="3" creationId="{2CE9B0B1-1BBB-B0A0-EABF-4BA93251E19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2363"/>
            <a:ext cx="10072922" cy="197834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10072922" cy="1747837"/>
          </a:xfrm>
        </p:spPr>
        <p:txBody>
          <a:bodyPr>
            <a:normAutofit/>
          </a:bodyPr>
          <a:lstStyle>
            <a:lvl1pPr marL="0" indent="0" algn="l">
              <a:buNone/>
              <a:defRPr sz="200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524C6359-9BB8-4148-8114-537E698DA205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04850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/>
          <a:p>
            <a:fld id="{9376191F-481E-48E9-BB9A-369A67A7362D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AC552FEA-472E-4E74-B31D-531852C1908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059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41DF3078-C636-4776-A616-D5BF3BC280C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0D1A27FA-1310-4BC3-A071-1566746B2FB1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99ACB9EB-84FE-4B33-9EF9-4EC7DAC25DD5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826E5EFB-0EF9-4DB8-99CB-5DD72009DB2C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86238E12-0689-4123-8B2E-E1CCFCC4C88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8538CF67-A00E-4955-A447-001BE02E771A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86168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10072922" cy="2313641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3509963"/>
            <a:ext cx="10072922" cy="25796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7DE-DD04-48CC-9C18-7BE9FF2DEB6B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37B4CDD2-E09A-418A-9131-FBDEE440A1F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8852E5FB-B268-4CCA-8E55-803038F7A00D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A1C9CBB3-97C0-4A35-9088-C69233F5CEE7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1610871-AEE9-46EB-9D27-BA1D9D688124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27478059-2A11-484D-A2D7-199F74778E50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0EC0886-DDB9-47F1-9414-C121C1D3F954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66A10427-DF20-4284-B215-EABA4D366E20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87783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717" y="2521885"/>
            <a:ext cx="4645152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2136" y="2521885"/>
            <a:ext cx="4611138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55ED-7101-4D18-A8AE-3B5E4CB87EA5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0CB61A83-9419-49FC-8074-2AB3D34FA88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963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BCD12E57-97FB-48D8-81CC-7C37E8947CB4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E487641C-E83B-4134-88C9-1D23D5FA1836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B99AB7A6-A88C-44E1-A9DE-4126B957F88A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FF0D518-1D17-44C7-BF73-7C980481DB5B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A7A3E12-61E8-41A0-A459-15BF375FA945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9E5E4A56-9100-4D60-8A34-0FE116F41FF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30933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7"/>
            <a:ext cx="100729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521884"/>
            <a:ext cx="4845387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352" y="3366390"/>
            <a:ext cx="4845387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4025" y="2521884"/>
            <a:ext cx="4869249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4025" y="3366390"/>
            <a:ext cx="4869249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2F23D-51F6-4C94-8CD5-B9ABBF67EE23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906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87068"/>
            <a:ext cx="1007755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702F-6367-4FD1-89A8-3744BE6BA9A2}" type="datetime1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aphic 78">
            <a:extLst>
              <a:ext uri="{FF2B5EF4-FFF2-40B4-BE49-F238E27FC236}">
                <a16:creationId xmlns:a16="http://schemas.microsoft.com/office/drawing/2014/main" id="{AC45ECC6-E29C-40EF-A7C9-5A17DAFD42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5233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" name="Graphic 78">
              <a:extLst>
                <a:ext uri="{FF2B5EF4-FFF2-40B4-BE49-F238E27FC236}">
                  <a16:creationId xmlns:a16="http://schemas.microsoft.com/office/drawing/2014/main" id="{8DA0D497-8E8F-426A-8172-894BE03F70F6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aphic 78">
              <a:extLst>
                <a:ext uri="{FF2B5EF4-FFF2-40B4-BE49-F238E27FC236}">
                  <a16:creationId xmlns:a16="http://schemas.microsoft.com/office/drawing/2014/main" id="{8C0459EF-3B70-4083-8845-3A9AF847E805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9" name="Graphic 78">
                <a:extLst>
                  <a:ext uri="{FF2B5EF4-FFF2-40B4-BE49-F238E27FC236}">
                    <a16:creationId xmlns:a16="http://schemas.microsoft.com/office/drawing/2014/main" id="{53BF2B58-70F8-4288-85AB-CBDA723CDFCC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569E551-A5A0-4A8F-B999-3A6D104814A2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0FB69EB5-D9AC-46E7-934E-32999C39B2E6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6EABC49A-B4ED-44E4-ADB7-E432734A7C9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7991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99BD-4B4F-4460-B452-0E8146ACCF8F}" type="datetime1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55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4315386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420086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4315386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D34C-1867-42A9-AC54-D15ADD8A65E7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839DB371-B90D-44CB-A4AF-C7BDBFD0A87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0C845011-2FC2-40F7-B0C6-49CBBA72B9C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2BC78B8-5139-436F-AD47-3CC03903FDD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F9DC17BA-1278-45C9-B1BF-B9F1518E1F29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9637B9F-CC26-4669-81F0-A942B4F72D61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2BB8F115-0030-47B4-BAF4-C15D1EA27B11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662F9949-4F1A-4708-824B-E876E9BEDA1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1230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3932237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4200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33E9-A654-4C17-8C3C-DDCAC83D6EBF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7627CBC2-9DC2-4EE8-A2D5-849E30F220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9FB4AEFC-63AB-4831-8EC1-E8145604D8D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11E1337-D5DA-408D-91F3-A6A35FCDD0B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1E473FA4-FD80-4D04-AAC5-63B9A4D80778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FCB457B9-48DE-4921-8C3F-996598075B1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53C9DB95-9A61-4553-8D82-D2BE26FCBC6E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0EAE371F-24C9-4738-834F-FAF5A5C9ACE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54341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9BD0-10DB-43E7-8F22-40B3D51B8FC3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12EF7969-DB38-4989-A65C-9D190A24551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33456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2145BE25-C437-45FE-A3D3-BBAAF108CC9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4A9D0FA0-682C-4076-B779-D865AEEFC66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B60163C-1A2D-4F00-BC61-8A3C11E2D2BE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3FF8D873-9CF9-4A0A-A7B8-875C0B8233D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2B645470-F624-4417-A8A4-FC242E43C9DB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ECC7EFEF-6B2A-4210-9275-0077ACF2827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31725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74374" y="787067"/>
            <a:ext cx="2628900" cy="53898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5719" y="787067"/>
            <a:ext cx="7039402" cy="53898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C79C-F566-427A-93F6-434A4E613134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88F505F-2957-41FC-9AAA-962853A6719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7283627" y="125032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091A36EB-8545-4EFE-B619-165D36D644D1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8D075D29-6706-486B-A55A-13866882BA88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FAE751A-10F0-48F2-BBC3-D2FE499B34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52289CAF-683C-4BCC-8AA5-95A3BF799B0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BC8403A-C46F-4DA1-A015-00A80215F289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A797D957-3A2C-42DF-B73E-CBB47BE036B7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8528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959F4-53DA-47FF-BC24-1E5B75C69876}"/>
              </a:ext>
            </a:extLst>
          </p:cNvPr>
          <p:cNvSpPr/>
          <p:nvPr/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CF83E8-F6F0-41E3-B580-7412A04DDFB5}"/>
              </a:ext>
            </a:extLst>
          </p:cNvPr>
          <p:cNvGrpSpPr/>
          <p:nvPr/>
        </p:nvGrpSpPr>
        <p:grpSpPr>
          <a:xfrm>
            <a:off x="10776050" y="5204030"/>
            <a:ext cx="886141" cy="802497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</a:extLst>
            </p:cNvPr>
            <p:cNvSpPr/>
            <p:nvPr/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</a:extLst>
            </p:cNvPr>
            <p:cNvSpPr/>
            <p:nvPr/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</a:extLst>
            </p:cNvPr>
            <p:cNvSpPr/>
            <p:nvPr/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</a:extLst>
            </p:cNvPr>
            <p:cNvSpPr/>
            <p:nvPr/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</a:extLst>
            </p:cNvPr>
            <p:cNvSpPr/>
            <p:nvPr/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</a:extLst>
            </p:cNvPr>
            <p:cNvSpPr/>
            <p:nvPr/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</a:extLst>
            </p:cNvPr>
            <p:cNvSpPr/>
            <p:nvPr/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226104-0061-4319-8237-9C001BF85D49}"/>
              </a:ext>
            </a:extLst>
          </p:cNvPr>
          <p:cNvSpPr/>
          <p:nvPr/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717" y="2521885"/>
            <a:ext cx="10077557" cy="354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5718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69D389-4C4C-4FD7-9E6B-9F44477F0EB8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5718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5367" y="6356350"/>
            <a:ext cx="529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585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07" r:id="rId6"/>
    <p:sldLayoutId id="2147483803" r:id="rId7"/>
    <p:sldLayoutId id="2147483804" r:id="rId8"/>
    <p:sldLayoutId id="2147483805" r:id="rId9"/>
    <p:sldLayoutId id="2147483806" r:id="rId10"/>
    <p:sldLayoutId id="214748380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0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37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F9C832-82AA-1E4A-F62B-8063571B0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885557"/>
            <a:ext cx="4114800" cy="2215152"/>
          </a:xfrm>
        </p:spPr>
        <p:txBody>
          <a:bodyPr>
            <a:normAutofit/>
          </a:bodyPr>
          <a:lstStyle/>
          <a:p>
            <a:pPr algn="ctr"/>
            <a:r>
              <a:rPr lang="en-MY" sz="4800" dirty="0"/>
              <a:t>Chapter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263324-5710-D67B-C93F-BB82BC34E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4114800" cy="2215152"/>
          </a:xfrm>
        </p:spPr>
        <p:txBody>
          <a:bodyPr>
            <a:normAutofit/>
          </a:bodyPr>
          <a:lstStyle/>
          <a:p>
            <a:pPr algn="ctr"/>
            <a:r>
              <a:rPr lang="en-MY" sz="3600" b="1" dirty="0"/>
              <a:t>Advanced Encryption Standard (AES)</a:t>
            </a:r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752C2BA4-3BBE-4D22-A0D9-8D2A7B8F1C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5918708"/>
            <a:ext cx="4187283" cy="93929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026" name="Picture 2" descr="What Is the Advanced Encryption Standard (AES)? | U.S. News">
            <a:extLst>
              <a:ext uri="{FF2B5EF4-FFF2-40B4-BE49-F238E27FC236}">
                <a16:creationId xmlns:a16="http://schemas.microsoft.com/office/drawing/2014/main" id="{AAF60C63-59BB-0CC6-E4B5-B606E1FFFA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7" r="21781" b="2"/>
          <a:stretch/>
        </p:blipFill>
        <p:spPr bwMode="auto">
          <a:xfrm>
            <a:off x="5334000" y="10"/>
            <a:ext cx="6858000" cy="685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82AA7049-B18D-49D6-AD7D-DBB9E19FBB7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713190" y="-534982"/>
            <a:ext cx="943826" cy="2013794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3850DB66-16D1-4953-A6E3-FCA3DC5F276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35690" y="328232"/>
            <a:ext cx="886142" cy="693398"/>
            <a:chOff x="10948005" y="3379098"/>
            <a:chExt cx="868640" cy="679702"/>
          </a:xfrm>
          <a:solidFill>
            <a:schemeClr val="accent6"/>
          </a:solidFill>
        </p:grpSpPr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D698AB2F-1D17-4249-81CB-9A41D46B8E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5301961-8687-4ADB-8043-4065F470764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040" name="Graphic 15">
              <a:extLst>
                <a:ext uri="{FF2B5EF4-FFF2-40B4-BE49-F238E27FC236}">
                  <a16:creationId xmlns:a16="http://schemas.microsoft.com/office/drawing/2014/main" id="{9DC20816-893A-4201-AA91-22F71E46F94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1" name="Graphic 15">
              <a:extLst>
                <a:ext uri="{FF2B5EF4-FFF2-40B4-BE49-F238E27FC236}">
                  <a16:creationId xmlns:a16="http://schemas.microsoft.com/office/drawing/2014/main" id="{866D1F4E-BA21-44F3-A97A-E979C5FE781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B35EADCB-1DB5-4B69-892B-14567F5280E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44" name="Graphic 78">
            <a:extLst>
              <a:ext uri="{FF2B5EF4-FFF2-40B4-BE49-F238E27FC236}">
                <a16:creationId xmlns:a16="http://schemas.microsoft.com/office/drawing/2014/main" id="{06B4C967-D337-479B-87CA-7587B7FCFF5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352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045" name="Graphic 78">
              <a:extLst>
                <a:ext uri="{FF2B5EF4-FFF2-40B4-BE49-F238E27FC236}">
                  <a16:creationId xmlns:a16="http://schemas.microsoft.com/office/drawing/2014/main" id="{6EF1A9DB-7052-4254-8534-9AAED6F6B65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46" name="Graphic 78">
              <a:extLst>
                <a:ext uri="{FF2B5EF4-FFF2-40B4-BE49-F238E27FC236}">
                  <a16:creationId xmlns:a16="http://schemas.microsoft.com/office/drawing/2014/main" id="{55D44775-F9E3-4142-8CDB-277AEF2F388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47" name="Graphic 78">
                <a:extLst>
                  <a:ext uri="{FF2B5EF4-FFF2-40B4-BE49-F238E27FC236}">
                    <a16:creationId xmlns:a16="http://schemas.microsoft.com/office/drawing/2014/main" id="{93BB9C83-6DC3-450C-BFAD-0CB5EAD294F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8" name="Graphic 78">
                <a:extLst>
                  <a:ext uri="{FF2B5EF4-FFF2-40B4-BE49-F238E27FC236}">
                    <a16:creationId xmlns:a16="http://schemas.microsoft.com/office/drawing/2014/main" id="{4E01AF91-A65B-4AE1-96C9-4168BD8F900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9" name="Graphic 78">
                <a:extLst>
                  <a:ext uri="{FF2B5EF4-FFF2-40B4-BE49-F238E27FC236}">
                    <a16:creationId xmlns:a16="http://schemas.microsoft.com/office/drawing/2014/main" id="{0AD45C08-DFB9-441F-A901-BCB9B03058D7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0" name="Graphic 78">
                <a:extLst>
                  <a:ext uri="{FF2B5EF4-FFF2-40B4-BE49-F238E27FC236}">
                    <a16:creationId xmlns:a16="http://schemas.microsoft.com/office/drawing/2014/main" id="{E05BEC0E-4EE4-42C4-BF0B-15F9AC518157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6555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9B0B1-1BBB-B0A0-EABF-4BA93251E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MY" dirty="0"/>
              <a:t>Introduction to Advanced Encryption Standard (AES).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dirty="0"/>
              <a:t>Design of AES.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dirty="0"/>
              <a:t>Comparison of AES with DES.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dirty="0"/>
              <a:t>Security of AES.</a:t>
            </a:r>
          </a:p>
        </p:txBody>
      </p:sp>
    </p:spTree>
    <p:extLst>
      <p:ext uri="{BB962C8B-B14F-4D97-AF65-F5344CB8AC3E}">
        <p14:creationId xmlns:p14="http://schemas.microsoft.com/office/powerpoint/2010/main" val="610085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9B0B1-1BBB-B0A0-EABF-4BA93251E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MY" b="1" dirty="0"/>
              <a:t>In the end of this Chapter 5, students will be able: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dirty="0"/>
              <a:t>To understand the birth of </a:t>
            </a:r>
            <a:r>
              <a:rPr lang="en-MY" b="1" dirty="0">
                <a:solidFill>
                  <a:srgbClr val="FF0000"/>
                </a:solidFill>
              </a:rPr>
              <a:t>Advanced Encryption Standard (AES)</a:t>
            </a:r>
            <a:r>
              <a:rPr lang="en-MY" dirty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dirty="0"/>
              <a:t>To understand the </a:t>
            </a:r>
            <a:r>
              <a:rPr lang="en-MY" b="1" dirty="0">
                <a:solidFill>
                  <a:srgbClr val="FF0000"/>
                </a:solidFill>
              </a:rPr>
              <a:t>design</a:t>
            </a:r>
            <a:r>
              <a:rPr lang="en-MY" dirty="0"/>
              <a:t> of AES, followed by its operations.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dirty="0"/>
              <a:t>To understand and differentiate the </a:t>
            </a:r>
            <a:r>
              <a:rPr lang="en-MY" b="1" dirty="0">
                <a:solidFill>
                  <a:srgbClr val="FF0000"/>
                </a:solidFill>
              </a:rPr>
              <a:t>difference between AES with DES</a:t>
            </a:r>
            <a:r>
              <a:rPr lang="en-MY" dirty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dirty="0"/>
              <a:t>To understand some </a:t>
            </a:r>
            <a:r>
              <a:rPr lang="en-MY" b="1" dirty="0">
                <a:solidFill>
                  <a:srgbClr val="FF0000"/>
                </a:solidFill>
              </a:rPr>
              <a:t>security aspects </a:t>
            </a:r>
            <a:r>
              <a:rPr lang="en-MY" dirty="0"/>
              <a:t>of AES.</a:t>
            </a:r>
          </a:p>
        </p:txBody>
      </p:sp>
    </p:spTree>
    <p:extLst>
      <p:ext uri="{BB962C8B-B14F-4D97-AF65-F5344CB8AC3E}">
        <p14:creationId xmlns:p14="http://schemas.microsoft.com/office/powerpoint/2010/main" val="4117678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1112908" cy="5347402"/>
          </a:xfrm>
        </p:spPr>
        <p:txBody>
          <a:bodyPr/>
          <a:lstStyle/>
          <a:p>
            <a:pPr algn="ctr"/>
            <a:r>
              <a:rPr lang="en-MY" dirty="0"/>
              <a:t>ADVANCED ENCRYPTION </a:t>
            </a:r>
            <a:br>
              <a:rPr lang="en-MY" dirty="0"/>
            </a:br>
            <a:r>
              <a:rPr lang="en-MY" dirty="0"/>
              <a:t>STANDARD</a:t>
            </a:r>
            <a:br>
              <a:rPr lang="en-MY" dirty="0"/>
            </a:br>
            <a:r>
              <a:rPr lang="en-MY" dirty="0"/>
              <a:t>(AES)</a:t>
            </a:r>
            <a:br>
              <a:rPr lang="en-MY" dirty="0"/>
            </a:br>
            <a:r>
              <a:rPr lang="en-MY" dirty="0"/>
              <a:t/>
            </a:r>
            <a:br>
              <a:rPr lang="en-MY" dirty="0"/>
            </a:br>
            <a:r>
              <a:rPr lang="en-MY" sz="4800" dirty="0">
                <a:solidFill>
                  <a:srgbClr val="0000FF"/>
                </a:solidFill>
              </a:rPr>
              <a:t>HISTORY</a:t>
            </a:r>
            <a:r>
              <a:rPr lang="en-MY" dirty="0"/>
              <a:t/>
            </a:r>
            <a:br>
              <a:rPr lang="en-MY" dirty="0"/>
            </a:br>
            <a:r>
              <a:rPr lang="en-MY" dirty="0"/>
              <a:t/>
            </a:r>
            <a:br>
              <a:rPr lang="en-MY" dirty="0"/>
            </a:b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627235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dirty="0"/>
              <a:t>Advanced Encryption Standard (AES) – </a:t>
            </a:r>
            <a:r>
              <a:rPr lang="en-MY" sz="3200" dirty="0">
                <a:solidFill>
                  <a:srgbClr val="0000FF"/>
                </a:solidFill>
              </a:rPr>
              <a:t>History</a:t>
            </a:r>
            <a:r>
              <a:rPr lang="en-MY" sz="32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9B0B1-1BBB-B0A0-EABF-4BA93251E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A symmetric-key block cipher, AES was published by the </a:t>
            </a:r>
            <a:r>
              <a:rPr lang="en-US" sz="2000" b="1" dirty="0"/>
              <a:t>National Institute of Standards and Technology (NIST)</a:t>
            </a:r>
            <a:r>
              <a:rPr lang="en-US" sz="2000" dirty="0"/>
              <a:t> in December 2001.</a:t>
            </a:r>
            <a:endParaRPr lang="en-AU" sz="2000" dirty="0"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MY" dirty="0"/>
              <a:t>It was </a:t>
            </a:r>
            <a:r>
              <a:rPr lang="en-US" dirty="0"/>
              <a:t>d</a:t>
            </a:r>
            <a:r>
              <a:rPr lang="en-US" sz="2000" dirty="0"/>
              <a:t>esigned by Belgium academics J. </a:t>
            </a:r>
            <a:r>
              <a:rPr lang="en-US" sz="2000" b="1" dirty="0">
                <a:solidFill>
                  <a:srgbClr val="0000FF"/>
                </a:solidFill>
              </a:rPr>
              <a:t>Dae</a:t>
            </a:r>
            <a:r>
              <a:rPr lang="en-US" sz="2000" dirty="0"/>
              <a:t>men and V. </a:t>
            </a:r>
            <a:r>
              <a:rPr lang="en-US" sz="2000" b="1" dirty="0" err="1">
                <a:solidFill>
                  <a:srgbClr val="0000FF"/>
                </a:solidFill>
              </a:rPr>
              <a:t>Rij</a:t>
            </a:r>
            <a:r>
              <a:rPr lang="en-US" sz="2000" dirty="0" err="1"/>
              <a:t>men</a:t>
            </a:r>
            <a:r>
              <a:rPr lang="en-US" dirty="0"/>
              <a:t>, hence AES is also known </a:t>
            </a:r>
            <a:r>
              <a:rPr lang="en-US" sz="2000" dirty="0"/>
              <a:t>as  </a:t>
            </a:r>
            <a:r>
              <a:rPr lang="en-US" sz="2000" b="1" dirty="0">
                <a:solidFill>
                  <a:srgbClr val="FF0000"/>
                </a:solidFill>
              </a:rPr>
              <a:t>Rijndael</a:t>
            </a:r>
            <a:r>
              <a:rPr lang="en-US" sz="2000" dirty="0"/>
              <a:t> algorithm.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MY" dirty="0"/>
              <a:t>The selection of AES falls into the three criteria:</a:t>
            </a:r>
          </a:p>
          <a:p>
            <a:pPr marL="800100" lvl="2" indent="-342900" algn="just">
              <a:buFont typeface="+mj-lt"/>
              <a:buAutoNum type="arabicPeriod"/>
              <a:defRPr/>
            </a:pPr>
            <a:r>
              <a:rPr lang="en-MY" sz="2000" b="1" dirty="0">
                <a:solidFill>
                  <a:srgbClr val="00B050"/>
                </a:solidFill>
              </a:rPr>
              <a:t>Security</a:t>
            </a:r>
            <a:r>
              <a:rPr lang="en-MY" sz="2000" dirty="0"/>
              <a:t>: Minimum key size to resist cryptanalysis. </a:t>
            </a:r>
          </a:p>
          <a:p>
            <a:pPr marL="800100" lvl="2" indent="-342900" algn="just">
              <a:buFont typeface="+mj-lt"/>
              <a:buAutoNum type="arabicPeriod"/>
              <a:defRPr/>
            </a:pPr>
            <a:r>
              <a:rPr lang="en-MY" sz="2000" b="1" dirty="0">
                <a:solidFill>
                  <a:srgbClr val="00B050"/>
                </a:solidFill>
              </a:rPr>
              <a:t>Cost</a:t>
            </a:r>
            <a:r>
              <a:rPr lang="en-MY" sz="2000" dirty="0"/>
              <a:t>: Computational efficiency and storage requirement for various implementation.</a:t>
            </a:r>
          </a:p>
          <a:p>
            <a:pPr marL="800100" lvl="2" indent="-342900" algn="just">
              <a:buFont typeface="+mj-lt"/>
              <a:buAutoNum type="arabicPeriod"/>
              <a:defRPr/>
            </a:pPr>
            <a:r>
              <a:rPr lang="en-MY" sz="2000" b="1" dirty="0">
                <a:solidFill>
                  <a:srgbClr val="00B050"/>
                </a:solidFill>
              </a:rPr>
              <a:t>Implementation</a:t>
            </a:r>
            <a:r>
              <a:rPr lang="en-MY" sz="2000" dirty="0"/>
              <a:t>: Flexibility and simplicity in various platforms.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03133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dirty="0"/>
              <a:t>Advanced Encryption Standard (AES) – </a:t>
            </a:r>
            <a:r>
              <a:rPr lang="en-MY" sz="3200" dirty="0">
                <a:solidFill>
                  <a:srgbClr val="0000FF"/>
                </a:solidFill>
              </a:rPr>
              <a:t>History</a:t>
            </a:r>
            <a:r>
              <a:rPr lang="en-MY" sz="32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  <a:defRPr/>
                </a:pPr>
                <a:r>
                  <a:rPr lang="en-AU" dirty="0"/>
                  <a:t>AES operates on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𝟏𝟐𝟖</m:t>
                    </m:r>
                  </m:oMath>
                </a14:m>
                <a:r>
                  <a:rPr lang="en-AU" b="1" dirty="0">
                    <a:solidFill>
                      <a:srgbClr val="7030A0"/>
                    </a:solidFill>
                  </a:rPr>
                  <a:t>-bit plaintext block </a:t>
                </a:r>
                <a:r>
                  <a:rPr lang="en-AU" dirty="0"/>
                  <a:t>with </a:t>
                </a:r>
                <a:r>
                  <a:rPr lang="en-AU" b="1" dirty="0">
                    <a:solidFill>
                      <a:srgbClr val="00B050"/>
                    </a:solidFill>
                  </a:rPr>
                  <a:t>either </a:t>
                </a:r>
                <a14:m>
                  <m:oMath xmlns:m="http://schemas.openxmlformats.org/officeDocument/2006/math">
                    <m:r>
                      <a:rPr lang="en-MY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𝟏𝟐𝟖</m:t>
                    </m:r>
                  </m:oMath>
                </a14:m>
                <a:r>
                  <a:rPr lang="en-AU" b="1" dirty="0">
                    <a:solidFill>
                      <a:srgbClr val="00B050"/>
                    </a:solidFill>
                  </a:rPr>
                  <a:t>-bit,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𝟏𝟗𝟐</m:t>
                    </m:r>
                  </m:oMath>
                </a14:m>
                <a:r>
                  <a:rPr lang="en-AU" b="1" dirty="0">
                    <a:solidFill>
                      <a:srgbClr val="00B050"/>
                    </a:solidFill>
                  </a:rPr>
                  <a:t>-bit, or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𝟐𝟓𝟔</m:t>
                    </m:r>
                  </m:oMath>
                </a14:m>
                <a:r>
                  <a:rPr lang="en-AU" b="1" dirty="0">
                    <a:solidFill>
                      <a:srgbClr val="00B050"/>
                    </a:solidFill>
                  </a:rPr>
                  <a:t>-bit key</a:t>
                </a:r>
                <a:r>
                  <a:rPr lang="en-AU" dirty="0"/>
                  <a:t>. The key size used can be understood immediately from the version’s names.</a:t>
                </a:r>
              </a:p>
              <a:p>
                <a:pPr marL="800100" lvl="2" indent="-342900" algn="just">
                  <a:buFont typeface="Wingdings" panose="05000000000000000000" pitchFamily="2" charset="2"/>
                  <a:buChar char="Ø"/>
                  <a:defRPr/>
                </a:pPr>
                <a:r>
                  <a:rPr lang="en-AU" sz="2000" b="1" dirty="0">
                    <a:solidFill>
                      <a:srgbClr val="0000FF"/>
                    </a:solidFill>
                  </a:rPr>
                  <a:t>Example</a:t>
                </a:r>
                <a:r>
                  <a:rPr lang="en-AU" sz="2000" dirty="0"/>
                  <a:t>: </a:t>
                </a:r>
                <a:r>
                  <a:rPr lang="en-AU" sz="2000" b="1" dirty="0"/>
                  <a:t>AES-128</a:t>
                </a:r>
                <a:r>
                  <a:rPr lang="en-AU" sz="2000" dirty="0"/>
                  <a:t> indicate the key size used is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lang="en-AU" sz="2000" dirty="0"/>
                  <a:t> bits. Another two versions are </a:t>
                </a:r>
                <a:r>
                  <a:rPr lang="en-AU" sz="2000" b="1" dirty="0"/>
                  <a:t>AES-192</a:t>
                </a:r>
                <a:r>
                  <a:rPr lang="en-AU" sz="2000" dirty="0"/>
                  <a:t> and </a:t>
                </a:r>
                <a:r>
                  <a:rPr lang="en-AU" sz="2000" b="1" dirty="0"/>
                  <a:t>AES-256</a:t>
                </a:r>
                <a:r>
                  <a:rPr lang="en-AU" sz="2000" dirty="0"/>
                  <a:t>.</a:t>
                </a:r>
              </a:p>
              <a:p>
                <a:pPr marL="800100" lvl="2" indent="-342900" algn="just">
                  <a:buFont typeface="Wingdings" panose="05000000000000000000" pitchFamily="2" charset="2"/>
                  <a:buChar char="Ø"/>
                  <a:defRPr/>
                </a:pPr>
                <a:r>
                  <a:rPr lang="en-AU" sz="2000" dirty="0"/>
                  <a:t>Regardless of the key-size choice, the </a:t>
                </a:r>
                <a:r>
                  <a:rPr lang="en-AU" sz="2000" b="1" dirty="0">
                    <a:solidFill>
                      <a:srgbClr val="FF0000"/>
                    </a:solidFill>
                  </a:rPr>
                  <a:t>plaintext</a:t>
                </a:r>
                <a:r>
                  <a:rPr lang="en-AU" sz="2000" dirty="0"/>
                  <a:t> is always fixed at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𝟏𝟐𝟖</m:t>
                    </m:r>
                  </m:oMath>
                </a14:m>
                <a:r>
                  <a:rPr lang="en-AU" sz="2000" b="1" dirty="0">
                    <a:solidFill>
                      <a:srgbClr val="FF0000"/>
                    </a:solidFill>
                  </a:rPr>
                  <a:t>-bit block</a:t>
                </a:r>
                <a:r>
                  <a:rPr lang="en-AU" sz="2000" dirty="0"/>
                  <a:t>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  <a:defRPr/>
                </a:pPr>
                <a:r>
                  <a:rPr lang="en-US" dirty="0"/>
                  <a:t>It is an </a:t>
                </a:r>
                <a:r>
                  <a:rPr lang="en-US" b="1" dirty="0">
                    <a:solidFill>
                      <a:srgbClr val="0000FF"/>
                    </a:solidFill>
                  </a:rPr>
                  <a:t>iterative</a:t>
                </a:r>
                <a:r>
                  <a:rPr lang="en-US" dirty="0"/>
                  <a:t> cipher and </a:t>
                </a:r>
                <a:r>
                  <a:rPr lang="en-US" b="1" dirty="0">
                    <a:solidFill>
                      <a:srgbClr val="FF0000"/>
                    </a:solidFill>
                  </a:rPr>
                  <a:t>NOT Feistel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cipher. (We will discuss this issue in the later slides)</a:t>
                </a:r>
              </a:p>
              <a:p>
                <a:pPr algn="just"/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4" t="-687" r="-6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8991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1112908" cy="5347402"/>
          </a:xfrm>
        </p:spPr>
        <p:txBody>
          <a:bodyPr/>
          <a:lstStyle/>
          <a:p>
            <a:pPr algn="ctr"/>
            <a:r>
              <a:rPr lang="en-MY" dirty="0"/>
              <a:t>ADVANCED ENCRYPTION </a:t>
            </a:r>
            <a:br>
              <a:rPr lang="en-MY" dirty="0"/>
            </a:br>
            <a:r>
              <a:rPr lang="en-MY" dirty="0"/>
              <a:t>STANDARD</a:t>
            </a:r>
            <a:br>
              <a:rPr lang="en-MY" dirty="0"/>
            </a:br>
            <a:r>
              <a:rPr lang="en-MY" dirty="0"/>
              <a:t>(AES)</a:t>
            </a:r>
            <a:br>
              <a:rPr lang="en-MY" dirty="0"/>
            </a:br>
            <a:r>
              <a:rPr lang="en-MY" dirty="0"/>
              <a:t/>
            </a:r>
            <a:br>
              <a:rPr lang="en-MY" dirty="0"/>
            </a:br>
            <a:r>
              <a:rPr lang="en-MY" sz="4800" dirty="0">
                <a:solidFill>
                  <a:srgbClr val="0000FF"/>
                </a:solidFill>
              </a:rPr>
              <a:t>DESIGN</a:t>
            </a:r>
            <a:r>
              <a:rPr lang="en-MY" dirty="0"/>
              <a:t/>
            </a:r>
            <a:br>
              <a:rPr lang="en-MY" dirty="0"/>
            </a:br>
            <a:r>
              <a:rPr lang="en-MY" dirty="0"/>
              <a:t/>
            </a:r>
            <a:br>
              <a:rPr lang="en-MY" dirty="0"/>
            </a:b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29024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>
                <a:solidFill>
                  <a:srgbClr val="0000FF"/>
                </a:solidFill>
              </a:rPr>
              <a:t>Overview Design</a:t>
            </a:r>
            <a:endParaRPr lang="en-MY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42900" indent="-342900" algn="just" eaLnBrk="1" hangingPunct="1">
                  <a:buFont typeface="Wingdings" panose="05000000000000000000" pitchFamily="2" charset="2"/>
                  <a:buChar char="Ø"/>
                  <a:defRPr/>
                </a:pPr>
                <a:r>
                  <a:rPr lang="en-US" dirty="0"/>
                  <a:t>AES is a </a:t>
                </a:r>
                <a:r>
                  <a:rPr lang="en-US" b="1" dirty="0">
                    <a:solidFill>
                      <a:srgbClr val="FF0000"/>
                    </a:solidFill>
                  </a:rPr>
                  <a:t>Non-Feistel cipher</a:t>
                </a:r>
                <a:r>
                  <a:rPr lang="en-US" dirty="0"/>
                  <a:t> that encrypts and decrypts a plaintext block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128 </m:t>
                    </m:r>
                  </m:oMath>
                </a14:m>
                <a:r>
                  <a:rPr lang="en-US" dirty="0"/>
                  <a:t>bits. </a:t>
                </a:r>
              </a:p>
              <a:p>
                <a:pPr marL="342900" indent="-342900" algn="just" eaLnBrk="1" hangingPunct="1">
                  <a:buFont typeface="Wingdings" panose="05000000000000000000" pitchFamily="2" charset="2"/>
                  <a:buChar char="Ø"/>
                  <a:defRPr/>
                </a:pPr>
                <a:r>
                  <a:rPr lang="en-US" dirty="0"/>
                  <a:t>It comes with </a:t>
                </a:r>
                <a:r>
                  <a:rPr lang="en-US" b="1" dirty="0">
                    <a:solidFill>
                      <a:srgbClr val="00B050"/>
                    </a:solidFill>
                  </a:rPr>
                  <a:t>three versions</a:t>
                </a:r>
                <a:r>
                  <a:rPr lang="en-US" dirty="0"/>
                  <a:t> based on the choice of </a:t>
                </a:r>
                <a:r>
                  <a:rPr lang="en-US" b="1" dirty="0"/>
                  <a:t>key-size</a:t>
                </a:r>
                <a:r>
                  <a:rPr lang="en-US" dirty="0"/>
                  <a:t>:</a:t>
                </a:r>
              </a:p>
              <a:p>
                <a:pPr marL="800100" lvl="2" indent="-342900" algn="just">
                  <a:buFont typeface="+mj-lt"/>
                  <a:buAutoNum type="arabicPeriod"/>
                  <a:defRPr/>
                </a:pPr>
                <a:r>
                  <a:rPr lang="en-US" sz="2000" dirty="0"/>
                  <a:t>AES-128: Uses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latin typeface="Cambria Math" panose="02040503050406030204" pitchFamily="18" charset="0"/>
                      </a:rPr>
                      <m:t>𝟏𝟐𝟖</m:t>
                    </m:r>
                  </m:oMath>
                </a14:m>
                <a:r>
                  <a:rPr lang="en-US" sz="2000" b="1" dirty="0"/>
                  <a:t>-bit </a:t>
                </a:r>
                <a:r>
                  <a:rPr lang="en-US" sz="2000" dirty="0"/>
                  <a:t>key, with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sz="2000" b="1" dirty="0"/>
                  <a:t> rounds </a:t>
                </a:r>
                <a:r>
                  <a:rPr lang="en-US" sz="2000" dirty="0"/>
                  <a:t>operation.</a:t>
                </a:r>
              </a:p>
              <a:p>
                <a:pPr marL="800100" lvl="2" indent="-342900" algn="just">
                  <a:buFont typeface="+mj-lt"/>
                  <a:buAutoNum type="arabicPeriod"/>
                  <a:defRPr/>
                </a:pPr>
                <a:r>
                  <a:rPr lang="en-US" sz="2000" dirty="0"/>
                  <a:t>AES-192: Uses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𝟏𝟗𝟐</m:t>
                    </m:r>
                  </m:oMath>
                </a14:m>
                <a:r>
                  <a:rPr lang="en-US" sz="2000" b="1" dirty="0">
                    <a:solidFill>
                      <a:srgbClr val="0000FF"/>
                    </a:solidFill>
                  </a:rPr>
                  <a:t>-bit </a:t>
                </a:r>
                <a:r>
                  <a:rPr lang="en-US" sz="2000" dirty="0"/>
                  <a:t>key, with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en-US" sz="2000" b="1" dirty="0">
                    <a:solidFill>
                      <a:srgbClr val="0000FF"/>
                    </a:solidFill>
                  </a:rPr>
                  <a:t> rounds </a:t>
                </a:r>
                <a:r>
                  <a:rPr lang="en-US" sz="2000" dirty="0"/>
                  <a:t>operation.</a:t>
                </a:r>
              </a:p>
              <a:p>
                <a:pPr marL="800100" lvl="2" indent="-342900" algn="just">
                  <a:buFont typeface="+mj-lt"/>
                  <a:buAutoNum type="arabicPeriod"/>
                  <a:defRPr/>
                </a:pPr>
                <a:r>
                  <a:rPr lang="en-US" sz="2000" dirty="0"/>
                  <a:t>AES-256: Uses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𝟐𝟓𝟔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-bit </a:t>
                </a:r>
                <a:r>
                  <a:rPr lang="en-US" sz="2000" dirty="0"/>
                  <a:t>key, with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𝟏𝟒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rounds </a:t>
                </a:r>
                <a:r>
                  <a:rPr lang="en-US" sz="2000" dirty="0"/>
                  <a:t>operation.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Ø"/>
                </a:pPr>
                <a:r>
                  <a:rPr lang="en-MY" dirty="0"/>
                  <a:t>Regardless of the version, both </a:t>
                </a:r>
                <a:r>
                  <a:rPr lang="en-MY" b="1" dirty="0">
                    <a:solidFill>
                      <a:srgbClr val="C00000"/>
                    </a:solidFill>
                  </a:rPr>
                  <a:t>plaintext block</a:t>
                </a:r>
                <a:r>
                  <a:rPr lang="en-MY" dirty="0"/>
                  <a:t>, and </a:t>
                </a:r>
                <a:r>
                  <a:rPr lang="en-MY" b="1" dirty="0">
                    <a:solidFill>
                      <a:srgbClr val="C00000"/>
                    </a:solidFill>
                  </a:rPr>
                  <a:t>round keys </a:t>
                </a:r>
                <a:r>
                  <a:rPr lang="en-MY" dirty="0"/>
                  <a:t>(used in single round operation) is always fixed at </a:t>
                </a:r>
                <a14:m>
                  <m:oMath xmlns:m="http://schemas.openxmlformats.org/officeDocument/2006/math">
                    <m:r>
                      <a:rPr lang="en-MY" b="1" i="1" smtClean="0">
                        <a:latin typeface="Cambria Math" panose="02040503050406030204" pitchFamily="18" charset="0"/>
                      </a:rPr>
                      <m:t>𝟏𝟐𝟖</m:t>
                    </m:r>
                    <m:r>
                      <a:rPr lang="en-MY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bits</a:t>
                </a:r>
                <a:r>
                  <a:rPr lang="en-US" dirty="0"/>
                  <a:t>.</a:t>
                </a:r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4" t="-687" r="-6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9295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>
            <a:extLst>
              <a:ext uri="{FF2B5EF4-FFF2-40B4-BE49-F238E27FC236}">
                <a16:creationId xmlns:a16="http://schemas.microsoft.com/office/drawing/2014/main" id="{56FB6C18-6ED4-3CFB-33AC-0C06469DA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89906" y="690649"/>
            <a:ext cx="8471272" cy="5476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36C615-9A44-1891-E6C3-2110DD73FBB9}"/>
                  </a:ext>
                </a:extLst>
              </p:cNvPr>
              <p:cNvSpPr txBox="1"/>
              <p:nvPr/>
            </p:nvSpPr>
            <p:spPr>
              <a:xfrm>
                <a:off x="230822" y="1382286"/>
                <a:ext cx="3080549" cy="4093428"/>
              </a:xfrm>
              <a:prstGeom prst="rect">
                <a:avLst/>
              </a:prstGeom>
              <a:solidFill>
                <a:srgbClr val="EBF5AD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just"/>
                <a:r>
                  <a:rPr lang="en-MY" sz="2000" dirty="0"/>
                  <a:t>Notice that the number of round keys generated is always </a:t>
                </a:r>
                <a:r>
                  <a:rPr lang="en-MY" sz="2000" b="1" dirty="0">
                    <a:solidFill>
                      <a:srgbClr val="0000FF"/>
                    </a:solidFill>
                  </a:rPr>
                  <a:t>ONE MORE </a:t>
                </a:r>
                <a:r>
                  <a:rPr lang="en-MY" sz="2000" dirty="0"/>
                  <a:t>than the number of rounds. </a:t>
                </a:r>
              </a:p>
              <a:p>
                <a:pPr algn="just"/>
                <a:endParaRPr lang="en-MY" sz="2000" dirty="0"/>
              </a:p>
              <a:p>
                <a:pPr algn="just"/>
                <a:r>
                  <a:rPr lang="en-MY" sz="2000" dirty="0"/>
                  <a:t>This is due to the </a:t>
                </a:r>
                <a:r>
                  <a:rPr lang="en-MY" sz="2000" b="1" dirty="0"/>
                  <a:t>Pre-round Transformation </a:t>
                </a:r>
                <a:r>
                  <a:rPr lang="en-MY" sz="2000" dirty="0"/>
                  <a:t>that requires one round key in its operation.</a:t>
                </a:r>
              </a:p>
              <a:p>
                <a:pPr algn="just"/>
                <a:endParaRPr lang="en-MY" sz="2000" dirty="0"/>
              </a:p>
              <a:p>
                <a:pPr algn="just"/>
                <a:r>
                  <a:rPr lang="en-MY" sz="2000" dirty="0"/>
                  <a:t>Mathematically,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𝐍𝐨</m:t>
                      </m:r>
                      <m:r>
                        <a:rPr lang="en-MY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MY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MY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MY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𝐫𝐨𝐮𝐧𝐝𝐬</m:t>
                      </m:r>
                      <m:r>
                        <a:rPr lang="en-MY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r>
                        <a:rPr lang="en-MY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MY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MY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36C615-9A44-1891-E6C3-2110DD73F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22" y="1382286"/>
                <a:ext cx="3080549" cy="4093428"/>
              </a:xfrm>
              <a:prstGeom prst="rect">
                <a:avLst/>
              </a:prstGeom>
              <a:blipFill>
                <a:blip r:embed="rId3"/>
                <a:stretch>
                  <a:fillRect l="-2174" t="-744" r="-1779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3485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>
                <a:solidFill>
                  <a:srgbClr val="0000FF"/>
                </a:solidFill>
              </a:rPr>
              <a:t>Data Units</a:t>
            </a:r>
            <a:endParaRPr lang="en-MY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 algn="just">
                  <a:buFont typeface="Courier New" panose="02070309020205020404" pitchFamily="49" charset="0"/>
                  <a:buChar char="o"/>
                </a:pPr>
                <a:r>
                  <a:rPr lang="en-US" dirty="0">
                    <a:latin typeface="+mn-lt"/>
                  </a:rPr>
                  <a:t>AES uses </a:t>
                </a:r>
                <a:r>
                  <a:rPr lang="en-US" b="1" dirty="0">
                    <a:solidFill>
                      <a:srgbClr val="FF0000"/>
                    </a:solidFill>
                    <a:latin typeface="+mn-lt"/>
                  </a:rPr>
                  <a:t>five units</a:t>
                </a:r>
                <a:r>
                  <a:rPr lang="en-US" b="1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of measurement to refer to data: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b="1" dirty="0">
                    <a:solidFill>
                      <a:srgbClr val="0070C0"/>
                    </a:solidFill>
                    <a:latin typeface="+mn-lt"/>
                  </a:rPr>
                  <a:t>Bit</a:t>
                </a:r>
                <a:r>
                  <a:rPr lang="en-US" dirty="0">
                    <a:latin typeface="+mn-lt"/>
                  </a:rPr>
                  <a:t>: A binary digit with a value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latin typeface="+mn-lt"/>
                  </a:rPr>
                  <a:t> or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latin typeface="+mn-lt"/>
                  </a:rPr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b="1" dirty="0">
                    <a:solidFill>
                      <a:srgbClr val="7030A0"/>
                    </a:solidFill>
                    <a:latin typeface="+mn-lt"/>
                  </a:rPr>
                  <a:t>Byte</a:t>
                </a:r>
                <a:r>
                  <a:rPr lang="en-US" dirty="0">
                    <a:latin typeface="+mn-lt"/>
                  </a:rPr>
                  <a:t>: A group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>
                    <a:latin typeface="+mn-lt"/>
                  </a:rPr>
                  <a:t> bits, treated as a row matrix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1×8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of eight bits, or a column matrix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MY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>
                    <a:latin typeface="+mn-lt"/>
                  </a:rPr>
                  <a:t> bits.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b="1" dirty="0">
                    <a:solidFill>
                      <a:srgbClr val="FF0000"/>
                    </a:solidFill>
                    <a:latin typeface="+mn-lt"/>
                  </a:rPr>
                  <a:t>Word</a:t>
                </a:r>
                <a:r>
                  <a:rPr lang="en-US" dirty="0">
                    <a:latin typeface="+mn-lt"/>
                  </a:rPr>
                  <a:t>: A group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lang="en-US" dirty="0">
                    <a:latin typeface="+mn-lt"/>
                  </a:rPr>
                  <a:t> bits, treated as a row matrix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>
                    <a:latin typeface="+mn-lt"/>
                  </a:rPr>
                  <a:t> bytes, or a column matrix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>
                    <a:latin typeface="+mn-lt"/>
                  </a:rPr>
                  <a:t> bytes.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b="1" dirty="0">
                    <a:solidFill>
                      <a:srgbClr val="00B050"/>
                    </a:solidFill>
                    <a:latin typeface="+mn-lt"/>
                  </a:rPr>
                  <a:t>Block</a:t>
                </a:r>
                <a:r>
                  <a:rPr lang="en-US" dirty="0"/>
                  <a:t>: A </a:t>
                </a:r>
                <a:r>
                  <a:rPr lang="en-US" dirty="0">
                    <a:latin typeface="+mn-lt"/>
                  </a:rPr>
                  <a:t>group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lang="en-US" dirty="0">
                    <a:latin typeface="+mn-lt"/>
                  </a:rPr>
                  <a:t> bits, represented as a row matrix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dirty="0">
                    <a:latin typeface="+mn-lt"/>
                  </a:rPr>
                  <a:t> bytes.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5" t="-687" r="-6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7944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>
                <a:solidFill>
                  <a:srgbClr val="0000FF"/>
                </a:solidFill>
              </a:rPr>
              <a:t>Data Units</a:t>
            </a:r>
            <a:endParaRPr lang="en-MY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 algn="just">
                  <a:buFont typeface="+mj-lt"/>
                  <a:buAutoNum type="arabicPeriod" startAt="5"/>
                </a:pPr>
                <a:r>
                  <a:rPr lang="en-US" b="1" dirty="0">
                    <a:solidFill>
                      <a:srgbClr val="FF0000"/>
                    </a:solidFill>
                    <a:latin typeface="+mn-lt"/>
                  </a:rPr>
                  <a:t>State</a:t>
                </a:r>
                <a:r>
                  <a:rPr lang="en-US" dirty="0">
                    <a:latin typeface="+mn-lt"/>
                  </a:rPr>
                  <a:t>:</a:t>
                </a:r>
                <a:endParaRPr lang="en-US" b="1" dirty="0">
                  <a:latin typeface="+mn-lt"/>
                </a:endParaRPr>
              </a:p>
              <a:p>
                <a:pPr marL="800100" indent="-342900" algn="just">
                  <a:buFont typeface="Wingdings" panose="05000000000000000000" pitchFamily="2" charset="2"/>
                  <a:buChar char="Ø"/>
                  <a:defRPr/>
                </a:pPr>
                <a:r>
                  <a:rPr lang="en-US" dirty="0">
                    <a:latin typeface="+mn-lt"/>
                  </a:rPr>
                  <a:t>AES uses several </a:t>
                </a:r>
                <a:r>
                  <a:rPr lang="en-US" b="1" dirty="0">
                    <a:latin typeface="+mn-lt"/>
                  </a:rPr>
                  <a:t>rounds</a:t>
                </a:r>
                <a:r>
                  <a:rPr lang="en-US" dirty="0">
                    <a:latin typeface="+mn-lt"/>
                  </a:rPr>
                  <a:t> in which each round is made up of several </a:t>
                </a:r>
                <a:r>
                  <a:rPr lang="en-US" b="1" dirty="0">
                    <a:latin typeface="+mn-lt"/>
                  </a:rPr>
                  <a:t>stages</a:t>
                </a:r>
                <a:r>
                  <a:rPr lang="en-US" dirty="0">
                    <a:latin typeface="+mn-lt"/>
                  </a:rPr>
                  <a:t>. The data block is transformed from one stage to another. </a:t>
                </a:r>
              </a:p>
              <a:p>
                <a:pPr marL="800100" indent="-342900" algn="just">
                  <a:buFont typeface="Wingdings" panose="05000000000000000000" pitchFamily="2" charset="2"/>
                  <a:buChar char="Ø"/>
                  <a:defRPr/>
                </a:pPr>
                <a:r>
                  <a:rPr lang="en-US" dirty="0">
                    <a:latin typeface="+mn-lt"/>
                  </a:rPr>
                  <a:t>At the beginning and end of the cipher, AES uses the term </a:t>
                </a:r>
                <a:r>
                  <a:rPr lang="en-US" b="1" dirty="0">
                    <a:solidFill>
                      <a:srgbClr val="00B050"/>
                    </a:solidFill>
                    <a:latin typeface="+mn-lt"/>
                  </a:rPr>
                  <a:t>data block</a:t>
                </a:r>
                <a:r>
                  <a:rPr lang="en-US" dirty="0">
                    <a:latin typeface="+mn-lt"/>
                  </a:rPr>
                  <a:t>. </a:t>
                </a:r>
              </a:p>
              <a:p>
                <a:pPr marL="800100" indent="-342900" algn="just">
                  <a:buFont typeface="Wingdings" panose="05000000000000000000" pitchFamily="2" charset="2"/>
                  <a:buChar char="Ø"/>
                  <a:defRPr/>
                </a:pPr>
                <a:r>
                  <a:rPr lang="en-US" dirty="0">
                    <a:latin typeface="+mn-lt"/>
                  </a:rPr>
                  <a:t>Before and after each stage, the data block is referred to as a </a:t>
                </a:r>
                <a:r>
                  <a:rPr lang="en-US" b="1" dirty="0">
                    <a:solidFill>
                      <a:srgbClr val="0000FF"/>
                    </a:solidFill>
                    <a:latin typeface="+mn-lt"/>
                  </a:rPr>
                  <a:t>state</a:t>
                </a:r>
                <a:r>
                  <a:rPr lang="en-US" dirty="0">
                    <a:latin typeface="+mn-lt"/>
                  </a:rPr>
                  <a:t>.</a:t>
                </a:r>
              </a:p>
              <a:p>
                <a:pPr marL="800100" indent="-342900" algn="just">
                  <a:buFont typeface="Wingdings" panose="05000000000000000000" pitchFamily="2" charset="2"/>
                  <a:buChar char="Ø"/>
                  <a:defRPr/>
                </a:pPr>
                <a:r>
                  <a:rPr lang="en-US" dirty="0">
                    <a:latin typeface="+mn-lt"/>
                  </a:rPr>
                  <a:t>A group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lang="en-US" dirty="0">
                    <a:latin typeface="+mn-lt"/>
                  </a:rPr>
                  <a:t> bits, treated as matrices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4×4</m:t>
                    </m:r>
                  </m:oMath>
                </a14:m>
                <a:r>
                  <a:rPr lang="en-US" dirty="0">
                    <a:latin typeface="+mn-lt"/>
                  </a:rPr>
                  <a:t> bytes or as a row matrix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1×4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of words.</a:t>
                </a:r>
                <a:endParaRPr lang="en-US" b="1" dirty="0">
                  <a:latin typeface="+mn-lt"/>
                </a:endParaRPr>
              </a:p>
              <a:p>
                <a:pPr marL="457200" indent="-457200" algn="just">
                  <a:buFont typeface="+mj-lt"/>
                  <a:buAutoNum type="arabicPeriod" startAt="5"/>
                </a:pPr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5" t="-859" r="-6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6915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7">
            <a:extLst>
              <a:ext uri="{FF2B5EF4-FFF2-40B4-BE49-F238E27FC236}">
                <a16:creationId xmlns:a16="http://schemas.microsoft.com/office/drawing/2014/main" id="{DF4CF498-068A-9A4A-42CD-DC98EB04C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9643" y="206887"/>
            <a:ext cx="10532714" cy="644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98179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>
                <a:solidFill>
                  <a:srgbClr val="0000FF"/>
                </a:solidFill>
              </a:rPr>
              <a:t>Data Transformation </a:t>
            </a:r>
            <a:endParaRPr lang="en-MY" sz="4000" dirty="0"/>
          </a:p>
        </p:txBody>
      </p:sp>
      <p:pic>
        <p:nvPicPr>
          <p:cNvPr id="5" name="Picture 14">
            <a:extLst>
              <a:ext uri="{FF2B5EF4-FFF2-40B4-BE49-F238E27FC236}">
                <a16:creationId xmlns:a16="http://schemas.microsoft.com/office/drawing/2014/main" id="{A0832BB7-99FF-D710-BF3A-AEB2F317E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95382" y="2413986"/>
            <a:ext cx="8401235" cy="4191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52382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>
                <a:solidFill>
                  <a:srgbClr val="0000FF"/>
                </a:solidFill>
              </a:rPr>
              <a:t>Data Transformation </a:t>
            </a:r>
            <a:endParaRPr lang="en-MY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MY" dirty="0"/>
                  <a:t>The operations in AES involves the transformation of data </a:t>
                </a:r>
                <a:r>
                  <a:rPr lang="en-MY" b="1" dirty="0">
                    <a:solidFill>
                      <a:srgbClr val="00B050"/>
                    </a:solidFill>
                  </a:rPr>
                  <a:t>block</a:t>
                </a:r>
                <a:r>
                  <a:rPr lang="en-MY" dirty="0"/>
                  <a:t> (plaintext) in the following procedures: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dirty="0"/>
                  <a:t>Each plaintext letter is converted into </a:t>
                </a:r>
                <a:r>
                  <a:rPr lang="en-MY" b="1" dirty="0">
                    <a:solidFill>
                      <a:srgbClr val="FF0000"/>
                    </a:solidFill>
                  </a:rPr>
                  <a:t>hexadecimals (base 16)</a:t>
                </a:r>
                <a:r>
                  <a:rPr lang="en-MY" dirty="0"/>
                  <a:t>.</a:t>
                </a:r>
                <a:endParaRPr lang="en-MY" b="1" dirty="0"/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dirty="0"/>
                  <a:t>These hexadecimals is then arranged into </a:t>
                </a:r>
                <a:r>
                  <a:rPr lang="en-MY" b="1" dirty="0">
                    <a:solidFill>
                      <a:srgbClr val="0000FF"/>
                    </a:solidFill>
                  </a:rPr>
                  <a:t>column vectors</a:t>
                </a:r>
                <a:r>
                  <a:rPr lang="en-MY" dirty="0">
                    <a:solidFill>
                      <a:srgbClr val="0000FF"/>
                    </a:solidFill>
                  </a:rPr>
                  <a:t> </a:t>
                </a:r>
                <a:r>
                  <a:rPr lang="en-MY" dirty="0"/>
                  <a:t>to form a </a:t>
                </a:r>
                <a:r>
                  <a:rPr lang="en-MY" b="1" dirty="0">
                    <a:solidFill>
                      <a:srgbClr val="00B050"/>
                    </a:solidFill>
                  </a:rPr>
                  <a:t>state</a:t>
                </a:r>
                <a:r>
                  <a:rPr lang="en-MY" dirty="0"/>
                  <a:t> (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MY" b="1" dirty="0">
                    <a:solidFill>
                      <a:srgbClr val="0000FF"/>
                    </a:solidFill>
                  </a:rPr>
                  <a:t> bytes </a:t>
                </a:r>
                <a:r>
                  <a:rPr lang="en-MY" dirty="0"/>
                  <a:t>per column).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dirty="0"/>
                  <a:t>The state undergoes AES operation (we will go through this in detail later).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dirty="0"/>
                  <a:t>The output is transformed back into </a:t>
                </a:r>
                <a:r>
                  <a:rPr lang="en-MY" b="1" dirty="0">
                    <a:solidFill>
                      <a:srgbClr val="00B050"/>
                    </a:solidFill>
                  </a:rPr>
                  <a:t>block</a:t>
                </a:r>
                <a:r>
                  <a:rPr lang="en-MY" dirty="0"/>
                  <a:t> before the next operation.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5" t="-687" r="-6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6219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>
                <a:solidFill>
                  <a:srgbClr val="0000FF"/>
                </a:solidFill>
              </a:rPr>
              <a:t>Data Transformation </a:t>
            </a:r>
            <a:endParaRPr lang="en-MY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5716" y="2521887"/>
                <a:ext cx="10077557" cy="3549045"/>
              </a:xfrm>
            </p:spPr>
            <p:txBody>
              <a:bodyPr/>
              <a:lstStyle/>
              <a:p>
                <a:pPr marL="342900" indent="-342900" algn="just">
                  <a:buFont typeface="Wingdings" panose="05000000000000000000" pitchFamily="2" charset="2"/>
                  <a:buChar char="Ø"/>
                </a:pPr>
                <a:r>
                  <a:rPr lang="en-MY" dirty="0"/>
                  <a:t>Example of block to state transformation of a plaintext. If the block is </a:t>
                </a:r>
                <a:r>
                  <a:rPr lang="en-MY" b="1" dirty="0">
                    <a:solidFill>
                      <a:srgbClr val="FF0000"/>
                    </a:solidFill>
                  </a:rPr>
                  <a:t>short of </a:t>
                </a:r>
                <a:r>
                  <a:rPr lang="en-MY" dirty="0"/>
                  <a:t>data (not a multiples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MY" dirty="0"/>
                  <a:t>), a padding using some arbitrary letters (such as X and Z) is done.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716" y="2521887"/>
                <a:ext cx="10077557" cy="3549045"/>
              </a:xfrm>
              <a:blipFill>
                <a:blip r:embed="rId2"/>
                <a:stretch>
                  <a:fillRect l="-544" t="-687" r="-6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4">
            <a:extLst>
              <a:ext uri="{FF2B5EF4-FFF2-40B4-BE49-F238E27FC236}">
                <a16:creationId xmlns:a16="http://schemas.microsoft.com/office/drawing/2014/main" id="{D0A38999-A6CA-603D-C2F6-D2516AE3F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9789" y="3721371"/>
            <a:ext cx="10672422" cy="2909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50830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87068"/>
            <a:ext cx="6372232" cy="1325563"/>
          </a:xfrm>
        </p:spPr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>
                <a:solidFill>
                  <a:srgbClr val="0000FF"/>
                </a:solidFill>
              </a:rPr>
              <a:t>Round Operations (Overview)</a:t>
            </a:r>
            <a:endParaRPr lang="en-MY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5717" y="2521885"/>
                <a:ext cx="6372233" cy="3549045"/>
              </a:xfrm>
            </p:spPr>
            <p:txBody>
              <a:bodyPr/>
              <a:lstStyle/>
              <a:p>
                <a:pPr marL="342900" indent="-342900" algn="just">
                  <a:buFont typeface="Wingdings" panose="05000000000000000000" pitchFamily="2" charset="2"/>
                  <a:buChar char="v"/>
                </a:pPr>
                <a:r>
                  <a:rPr lang="en-MY" dirty="0"/>
                  <a:t>The right figure shows the </a:t>
                </a:r>
                <a:r>
                  <a:rPr lang="en-MY" b="1" dirty="0"/>
                  <a:t>complete one-round</a:t>
                </a:r>
                <a:r>
                  <a:rPr lang="en-MY" dirty="0"/>
                  <a:t> of AES encryption. Each round contains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MY" dirty="0"/>
                  <a:t> transformation of: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b="1" i="1" dirty="0" err="1">
                    <a:solidFill>
                      <a:srgbClr val="7030A0"/>
                    </a:solidFill>
                  </a:rPr>
                  <a:t>SubBytes</a:t>
                </a:r>
                <a:endParaRPr lang="en-MY" dirty="0"/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b="1" i="1" dirty="0" err="1">
                    <a:solidFill>
                      <a:srgbClr val="C00000"/>
                    </a:solidFill>
                  </a:rPr>
                  <a:t>ShiftRows</a:t>
                </a:r>
                <a:endParaRPr lang="en-MY" b="1" i="1" dirty="0">
                  <a:solidFill>
                    <a:srgbClr val="C00000"/>
                  </a:solidFill>
                </a:endParaRP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b="1" i="1" dirty="0" err="1">
                    <a:solidFill>
                      <a:srgbClr val="00B050"/>
                    </a:solidFill>
                  </a:rPr>
                  <a:t>MixColumns</a:t>
                </a:r>
                <a:r>
                  <a:rPr lang="en-MY" b="1" i="1" dirty="0"/>
                  <a:t> </a:t>
                </a:r>
                <a:r>
                  <a:rPr lang="en-MY" dirty="0"/>
                  <a:t>(The </a:t>
                </a:r>
                <a:r>
                  <a:rPr lang="en-MY" b="1" dirty="0">
                    <a:solidFill>
                      <a:srgbClr val="FF0000"/>
                    </a:solidFill>
                  </a:rPr>
                  <a:t>MOST complicated </a:t>
                </a:r>
                <a:r>
                  <a:rPr lang="en-MY" dirty="0"/>
                  <a:t>operation in a round)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b="1" i="1" dirty="0" err="1">
                    <a:solidFill>
                      <a:srgbClr val="0000FF"/>
                    </a:solidFill>
                  </a:rPr>
                  <a:t>AddRoundKey</a:t>
                </a:r>
                <a:endParaRPr lang="en-MY" b="1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717" y="2521885"/>
                <a:ext cx="6372233" cy="3549045"/>
              </a:xfrm>
              <a:blipFill>
                <a:blip r:embed="rId2"/>
                <a:stretch>
                  <a:fillRect l="-1052" t="-687" r="-95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5">
            <a:extLst>
              <a:ext uri="{FF2B5EF4-FFF2-40B4-BE49-F238E27FC236}">
                <a16:creationId xmlns:a16="http://schemas.microsoft.com/office/drawing/2014/main" id="{619AC158-3F16-FEA7-FF9B-BF19E70E3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4801" y="1602049"/>
            <a:ext cx="4856588" cy="5003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58787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>
                <a:solidFill>
                  <a:srgbClr val="0000FF"/>
                </a:solidFill>
              </a:rPr>
              <a:t>Round Operations (Overview)</a:t>
            </a:r>
            <a:endParaRPr lang="en-MY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9B0B1-1BBB-B0A0-EABF-4BA93251E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Each transformation takes a state and creates another state to be used for the next transformation or the next round.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b="1" dirty="0"/>
              <a:t>Encryption</a:t>
            </a:r>
            <a:r>
              <a:rPr lang="en-US" dirty="0"/>
              <a:t>:</a:t>
            </a:r>
          </a:p>
          <a:p>
            <a:pPr marL="914400" lvl="2" indent="-457200" algn="just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FF0000"/>
                </a:solidFill>
              </a:rPr>
              <a:t>Pre-round</a:t>
            </a:r>
            <a:r>
              <a:rPr lang="en-US" sz="2000" dirty="0"/>
              <a:t> performs only </a:t>
            </a:r>
            <a:r>
              <a:rPr lang="en-US" sz="2000" b="1" i="1" dirty="0" err="1">
                <a:solidFill>
                  <a:srgbClr val="0000FF"/>
                </a:solidFill>
              </a:rPr>
              <a:t>AddRoundKey</a:t>
            </a:r>
            <a:r>
              <a:rPr lang="en-US" sz="2000" dirty="0"/>
              <a:t> transformation.</a:t>
            </a:r>
          </a:p>
          <a:p>
            <a:pPr marL="914400" lvl="2" indent="-457200" algn="just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FF0000"/>
                </a:solidFill>
              </a:rPr>
              <a:t>Last round </a:t>
            </a:r>
            <a:r>
              <a:rPr lang="en-US" sz="2000" dirty="0"/>
              <a:t>do </a:t>
            </a:r>
            <a:r>
              <a:rPr lang="en-US" sz="2000" b="1" dirty="0"/>
              <a:t>NOT</a:t>
            </a:r>
            <a:r>
              <a:rPr lang="en-US" sz="2000" dirty="0"/>
              <a:t> undergo </a:t>
            </a:r>
            <a:r>
              <a:rPr lang="en-US" sz="2000" b="1" i="1" dirty="0" err="1">
                <a:solidFill>
                  <a:srgbClr val="00B050"/>
                </a:solidFill>
              </a:rPr>
              <a:t>MixColumns</a:t>
            </a:r>
            <a:r>
              <a:rPr lang="en-US" sz="2000" dirty="0"/>
              <a:t> transformation.</a:t>
            </a:r>
            <a:endParaRPr lang="en-MY" sz="200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b="1" dirty="0"/>
              <a:t>Decryption</a:t>
            </a:r>
            <a:r>
              <a:rPr lang="en-US" dirty="0"/>
              <a:t>:</a:t>
            </a:r>
          </a:p>
          <a:p>
            <a:pPr marL="800100" lvl="2" indent="-342900" algn="just">
              <a:buFont typeface="Wingdings" panose="05000000000000000000" pitchFamily="2" charset="2"/>
              <a:buChar char="ü"/>
            </a:pPr>
            <a:r>
              <a:rPr lang="en-US" sz="2000" dirty="0"/>
              <a:t>Uses inverse transformations of all the operations. Each transformation is either invertible via some fixed rules or self-invertible.</a:t>
            </a:r>
          </a:p>
        </p:txBody>
      </p:sp>
    </p:spTree>
    <p:extLst>
      <p:ext uri="{BB962C8B-B14F-4D97-AF65-F5344CB8AC3E}">
        <p14:creationId xmlns:p14="http://schemas.microsoft.com/office/powerpoint/2010/main" val="1463849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>
                <a:solidFill>
                  <a:srgbClr val="0000FF"/>
                </a:solidFill>
              </a:rPr>
              <a:t>Round Operations (Overview)</a:t>
            </a:r>
            <a:endParaRPr lang="en-MY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9B0B1-1BBB-B0A0-EABF-4BA93251E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MY" dirty="0"/>
              <a:t>In summary, for a specific AES version, the total number of rounds and round keys required for each transformation are summarized in the following table.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D789B33D-840D-EDC5-2913-F6B543BF3E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7742410"/>
                  </p:ext>
                </p:extLst>
              </p:nvPr>
            </p:nvGraphicFramePr>
            <p:xfrm>
              <a:off x="525718" y="3544336"/>
              <a:ext cx="11140563" cy="1917354"/>
            </p:xfrm>
            <a:graphic>
              <a:graphicData uri="http://schemas.openxmlformats.org/drawingml/2006/table">
                <a:tbl>
                  <a:tblPr firstRow="1" bandRow="1">
                    <a:tableStyleId>{2A488322-F2BA-4B5B-9748-0D474271808F}</a:tableStyleId>
                  </a:tblPr>
                  <a:tblGrid>
                    <a:gridCol w="1338593">
                      <a:extLst>
                        <a:ext uri="{9D8B030D-6E8A-4147-A177-3AD203B41FA5}">
                          <a16:colId xmlns:a16="http://schemas.microsoft.com/office/drawing/2014/main" val="3568843170"/>
                        </a:ext>
                      </a:extLst>
                    </a:gridCol>
                    <a:gridCol w="1376039">
                      <a:extLst>
                        <a:ext uri="{9D8B030D-6E8A-4147-A177-3AD203B41FA5}">
                          <a16:colId xmlns:a16="http://schemas.microsoft.com/office/drawing/2014/main" val="2855844991"/>
                        </a:ext>
                      </a:extLst>
                    </a:gridCol>
                    <a:gridCol w="1287262">
                      <a:extLst>
                        <a:ext uri="{9D8B030D-6E8A-4147-A177-3AD203B41FA5}">
                          <a16:colId xmlns:a16="http://schemas.microsoft.com/office/drawing/2014/main" val="3983215670"/>
                        </a:ext>
                      </a:extLst>
                    </a:gridCol>
                    <a:gridCol w="1526959">
                      <a:extLst>
                        <a:ext uri="{9D8B030D-6E8A-4147-A177-3AD203B41FA5}">
                          <a16:colId xmlns:a16="http://schemas.microsoft.com/office/drawing/2014/main" val="3394176566"/>
                        </a:ext>
                      </a:extLst>
                    </a:gridCol>
                    <a:gridCol w="1633491">
                      <a:extLst>
                        <a:ext uri="{9D8B030D-6E8A-4147-A177-3AD203B41FA5}">
                          <a16:colId xmlns:a16="http://schemas.microsoft.com/office/drawing/2014/main" val="4006939007"/>
                        </a:ext>
                      </a:extLst>
                    </a:gridCol>
                    <a:gridCol w="1686757">
                      <a:extLst>
                        <a:ext uri="{9D8B030D-6E8A-4147-A177-3AD203B41FA5}">
                          <a16:colId xmlns:a16="http://schemas.microsoft.com/office/drawing/2014/main" val="2872997771"/>
                        </a:ext>
                      </a:extLst>
                    </a:gridCol>
                    <a:gridCol w="2291462">
                      <a:extLst>
                        <a:ext uri="{9D8B030D-6E8A-4147-A177-3AD203B41FA5}">
                          <a16:colId xmlns:a16="http://schemas.microsoft.com/office/drawing/2014/main" val="2805520899"/>
                        </a:ext>
                      </a:extLst>
                    </a:gridCol>
                  </a:tblGrid>
                  <a:tr h="425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Version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Block Size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Key Size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Round Key Size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Number of Rounds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Number of Round Keys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Number of Transformation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65173944"/>
                      </a:ext>
                    </a:extLst>
                  </a:tr>
                  <a:tr h="425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AES-128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128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128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128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1+9</m:t>
                                </m:r>
                                <m:d>
                                  <m:d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d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+3=40</m:t>
                                </m:r>
                              </m:oMath>
                            </m:oMathPara>
                          </a14:m>
                          <a:endParaRPr lang="en-MY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822055"/>
                      </a:ext>
                    </a:extLst>
                  </a:tr>
                  <a:tr h="425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AES-192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128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192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128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1+11</m:t>
                                </m:r>
                                <m:d>
                                  <m:d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d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+3=4</m:t>
                                </m:r>
                                <m:r>
                                  <a:rPr lang="en-MY" b="0" i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MY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7840622"/>
                      </a:ext>
                    </a:extLst>
                  </a:tr>
                  <a:tr h="425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AES-256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128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256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128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1+13</m:t>
                                </m:r>
                                <m:d>
                                  <m:d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d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+3=</m:t>
                                </m:r>
                                <m:r>
                                  <a:rPr lang="en-MY" b="0" i="0" smtClean="0">
                                    <a:latin typeface="Cambria Math" panose="02040503050406030204" pitchFamily="18" charset="0"/>
                                  </a:rPr>
                                  <m:t>56</m:t>
                                </m:r>
                              </m:oMath>
                            </m:oMathPara>
                          </a14:m>
                          <a:endParaRPr lang="en-MY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28212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D789B33D-840D-EDC5-2913-F6B543BF3E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7742410"/>
                  </p:ext>
                </p:extLst>
              </p:nvPr>
            </p:nvGraphicFramePr>
            <p:xfrm>
              <a:off x="525718" y="3544336"/>
              <a:ext cx="11140563" cy="1917354"/>
            </p:xfrm>
            <a:graphic>
              <a:graphicData uri="http://schemas.openxmlformats.org/drawingml/2006/table">
                <a:tbl>
                  <a:tblPr firstRow="1" bandRow="1">
                    <a:tableStyleId>{2A488322-F2BA-4B5B-9748-0D474271808F}</a:tableStyleId>
                  </a:tblPr>
                  <a:tblGrid>
                    <a:gridCol w="1338593">
                      <a:extLst>
                        <a:ext uri="{9D8B030D-6E8A-4147-A177-3AD203B41FA5}">
                          <a16:colId xmlns:a16="http://schemas.microsoft.com/office/drawing/2014/main" val="3568843170"/>
                        </a:ext>
                      </a:extLst>
                    </a:gridCol>
                    <a:gridCol w="1376039">
                      <a:extLst>
                        <a:ext uri="{9D8B030D-6E8A-4147-A177-3AD203B41FA5}">
                          <a16:colId xmlns:a16="http://schemas.microsoft.com/office/drawing/2014/main" val="2855844991"/>
                        </a:ext>
                      </a:extLst>
                    </a:gridCol>
                    <a:gridCol w="1287262">
                      <a:extLst>
                        <a:ext uri="{9D8B030D-6E8A-4147-A177-3AD203B41FA5}">
                          <a16:colId xmlns:a16="http://schemas.microsoft.com/office/drawing/2014/main" val="3983215670"/>
                        </a:ext>
                      </a:extLst>
                    </a:gridCol>
                    <a:gridCol w="1526959">
                      <a:extLst>
                        <a:ext uri="{9D8B030D-6E8A-4147-A177-3AD203B41FA5}">
                          <a16:colId xmlns:a16="http://schemas.microsoft.com/office/drawing/2014/main" val="3394176566"/>
                        </a:ext>
                      </a:extLst>
                    </a:gridCol>
                    <a:gridCol w="1633491">
                      <a:extLst>
                        <a:ext uri="{9D8B030D-6E8A-4147-A177-3AD203B41FA5}">
                          <a16:colId xmlns:a16="http://schemas.microsoft.com/office/drawing/2014/main" val="4006939007"/>
                        </a:ext>
                      </a:extLst>
                    </a:gridCol>
                    <a:gridCol w="1686757">
                      <a:extLst>
                        <a:ext uri="{9D8B030D-6E8A-4147-A177-3AD203B41FA5}">
                          <a16:colId xmlns:a16="http://schemas.microsoft.com/office/drawing/2014/main" val="2872997771"/>
                        </a:ext>
                      </a:extLst>
                    </a:gridCol>
                    <a:gridCol w="2291462">
                      <a:extLst>
                        <a:ext uri="{9D8B030D-6E8A-4147-A177-3AD203B41FA5}">
                          <a16:colId xmlns:a16="http://schemas.microsoft.com/office/drawing/2014/main" val="2805520899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Version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Block Size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Key Size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Round Key Size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Number of Rounds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Number of Round Keys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Number of Transformation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65173944"/>
                      </a:ext>
                    </a:extLst>
                  </a:tr>
                  <a:tr h="425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AES-128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7778" t="-155714" r="-615556" b="-2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9906" t="-155714" r="-553302" b="-2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2800" t="-155714" r="-369200" b="-2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8433" t="-155714" r="-244403" b="-2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4188" t="-155714" r="-136462" b="-2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6170" t="-155714" r="-532" b="-21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822055"/>
                      </a:ext>
                    </a:extLst>
                  </a:tr>
                  <a:tr h="425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AES-192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7778" t="-255714" r="-615556" b="-1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9906" t="-255714" r="-553302" b="-1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2800" t="-255714" r="-369200" b="-1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8433" t="-255714" r="-244403" b="-1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4188" t="-255714" r="-136462" b="-1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6170" t="-255714" r="-532" b="-11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7840622"/>
                      </a:ext>
                    </a:extLst>
                  </a:tr>
                  <a:tr h="425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AES-256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7778" t="-355714" r="-615556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9906" t="-355714" r="-553302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2800" t="-355714" r="-369200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8433" t="-355714" r="-244403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4188" t="-355714" r="-136462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6170" t="-355714" r="-532" b="-1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8212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17275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1112908" cy="5347402"/>
          </a:xfrm>
        </p:spPr>
        <p:txBody>
          <a:bodyPr/>
          <a:lstStyle/>
          <a:p>
            <a:pPr algn="ctr"/>
            <a:r>
              <a:rPr lang="en-MY" dirty="0"/>
              <a:t>ADVANCED ENCRYPTION </a:t>
            </a:r>
            <a:br>
              <a:rPr lang="en-MY" dirty="0"/>
            </a:br>
            <a:r>
              <a:rPr lang="en-MY" dirty="0"/>
              <a:t>STANDARD</a:t>
            </a:r>
            <a:br>
              <a:rPr lang="en-MY" dirty="0"/>
            </a:br>
            <a:r>
              <a:rPr lang="en-MY" dirty="0"/>
              <a:t>(AES)</a:t>
            </a:r>
            <a:br>
              <a:rPr lang="en-MY" dirty="0"/>
            </a:br>
            <a:r>
              <a:rPr lang="en-MY" dirty="0"/>
              <a:t/>
            </a:r>
            <a:br>
              <a:rPr lang="en-MY" dirty="0"/>
            </a:br>
            <a:r>
              <a:rPr lang="en-MY" sz="4800" dirty="0" err="1">
                <a:solidFill>
                  <a:srgbClr val="0000FF"/>
                </a:solidFill>
              </a:rPr>
              <a:t>SubBytes</a:t>
            </a:r>
            <a:r>
              <a:rPr lang="en-MY" sz="4800" dirty="0">
                <a:solidFill>
                  <a:srgbClr val="0000FF"/>
                </a:solidFill>
              </a:rPr>
              <a:t> Substitution</a:t>
            </a:r>
            <a:r>
              <a:rPr lang="en-MY" dirty="0"/>
              <a:t/>
            </a:r>
            <a:br>
              <a:rPr lang="en-MY" dirty="0"/>
            </a:br>
            <a:r>
              <a:rPr lang="en-MY" dirty="0"/>
              <a:t/>
            </a:r>
            <a:br>
              <a:rPr lang="en-MY" dirty="0"/>
            </a:b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571362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 err="1">
                <a:solidFill>
                  <a:srgbClr val="0000FF"/>
                </a:solidFill>
              </a:rPr>
              <a:t>SubBytes</a:t>
            </a:r>
            <a:r>
              <a:rPr lang="en-MY" sz="4000" dirty="0">
                <a:solidFill>
                  <a:srgbClr val="0000FF"/>
                </a:solidFill>
              </a:rPr>
              <a:t> Substitution</a:t>
            </a:r>
            <a:endParaRPr lang="en-MY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5718" y="2521885"/>
                <a:ext cx="5570282" cy="4056468"/>
              </a:xfrm>
            </p:spPr>
            <p:txBody>
              <a:bodyPr>
                <a:normAutofit/>
              </a:bodyPr>
              <a:lstStyle/>
              <a:p>
                <a:pPr marL="342900" indent="-342900" algn="just">
                  <a:buFont typeface="Wingdings" panose="05000000000000000000" pitchFamily="2" charset="2"/>
                  <a:buChar char="Ø"/>
                </a:pPr>
                <a:r>
                  <a:rPr lang="en-MY" dirty="0"/>
                  <a:t>The </a:t>
                </a:r>
                <a:r>
                  <a:rPr lang="en-MY" dirty="0" err="1"/>
                  <a:t>SubBytes</a:t>
                </a:r>
                <a:r>
                  <a:rPr lang="en-MY" dirty="0"/>
                  <a:t> operation involves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MY" dirty="0"/>
                  <a:t> </a:t>
                </a:r>
                <a:r>
                  <a:rPr lang="en-MY" b="1" dirty="0"/>
                  <a:t>independent byte-to-byte </a:t>
                </a:r>
                <a:r>
                  <a:rPr lang="en-MY" dirty="0"/>
                  <a:t>transformation (</a:t>
                </a:r>
                <a:r>
                  <a:rPr lang="en-MY" b="1" dirty="0"/>
                  <a:t>substitution</a:t>
                </a:r>
                <a:r>
                  <a:rPr lang="en-MY" dirty="0"/>
                  <a:t>). 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Ø"/>
                </a:pPr>
                <a:r>
                  <a:rPr lang="en-MY" dirty="0"/>
                  <a:t>The bytes is transformed into hexadecimals, with the </a:t>
                </a:r>
                <a:r>
                  <a:rPr lang="en-MY" b="1" dirty="0">
                    <a:solidFill>
                      <a:srgbClr val="FF0000"/>
                    </a:solidFill>
                  </a:rPr>
                  <a:t>1</a:t>
                </a:r>
                <a:r>
                  <a:rPr lang="en-MY" b="1" baseline="30000" dirty="0">
                    <a:solidFill>
                      <a:srgbClr val="FF0000"/>
                    </a:solidFill>
                  </a:rPr>
                  <a:t>st</a:t>
                </a:r>
                <a:r>
                  <a:rPr lang="en-MY" b="1" dirty="0">
                    <a:solidFill>
                      <a:srgbClr val="FF0000"/>
                    </a:solidFill>
                  </a:rPr>
                  <a:t> digit </a:t>
                </a:r>
                <a:r>
                  <a:rPr lang="en-MY" dirty="0"/>
                  <a:t>corresponds to the </a:t>
                </a:r>
                <a:r>
                  <a:rPr lang="en-MY" b="1" dirty="0">
                    <a:solidFill>
                      <a:srgbClr val="FF0000"/>
                    </a:solidFill>
                  </a:rPr>
                  <a:t>ROW</a:t>
                </a:r>
                <a:r>
                  <a:rPr lang="en-MY" dirty="0"/>
                  <a:t>, and the </a:t>
                </a:r>
                <a:r>
                  <a:rPr lang="en-MY" b="1" dirty="0">
                    <a:solidFill>
                      <a:srgbClr val="0000FF"/>
                    </a:solidFill>
                  </a:rPr>
                  <a:t>2</a:t>
                </a:r>
                <a:r>
                  <a:rPr lang="en-MY" b="1" baseline="30000" dirty="0">
                    <a:solidFill>
                      <a:srgbClr val="0000FF"/>
                    </a:solidFill>
                  </a:rPr>
                  <a:t>nd</a:t>
                </a:r>
                <a:r>
                  <a:rPr lang="en-MY" b="1" dirty="0">
                    <a:solidFill>
                      <a:srgbClr val="0000FF"/>
                    </a:solidFill>
                  </a:rPr>
                  <a:t> digit </a:t>
                </a:r>
                <a:r>
                  <a:rPr lang="en-MY" dirty="0"/>
                  <a:t>corresponds to the </a:t>
                </a:r>
                <a:r>
                  <a:rPr lang="en-MY" b="1" dirty="0">
                    <a:solidFill>
                      <a:srgbClr val="0000FF"/>
                    </a:solidFill>
                  </a:rPr>
                  <a:t>COLUMN</a:t>
                </a:r>
                <a:r>
                  <a:rPr lang="en-MY" dirty="0"/>
                  <a:t> of the </a:t>
                </a:r>
                <a:r>
                  <a:rPr lang="en-MY" b="1" i="1" dirty="0" err="1">
                    <a:solidFill>
                      <a:srgbClr val="7030A0"/>
                    </a:solidFill>
                  </a:rPr>
                  <a:t>SubBytes</a:t>
                </a:r>
                <a:r>
                  <a:rPr lang="en-MY" dirty="0"/>
                  <a:t> Table.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Ø"/>
                </a:pPr>
                <a:r>
                  <a:rPr lang="en-MY" dirty="0"/>
                  <a:t>The </a:t>
                </a:r>
                <a:r>
                  <a:rPr lang="en-MY" b="1" dirty="0">
                    <a:solidFill>
                      <a:srgbClr val="00B050"/>
                    </a:solidFill>
                  </a:rPr>
                  <a:t>S-Box</a:t>
                </a:r>
                <a:r>
                  <a:rPr lang="en-MY" dirty="0"/>
                  <a:t> and its </a:t>
                </a:r>
                <a:r>
                  <a:rPr lang="en-MY" b="1" dirty="0">
                    <a:solidFill>
                      <a:srgbClr val="00B050"/>
                    </a:solidFill>
                  </a:rPr>
                  <a:t>Inverse S-Box </a:t>
                </a:r>
                <a:r>
                  <a:rPr lang="en-MY" dirty="0"/>
                  <a:t>are given in next slides.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718" y="2521885"/>
                <a:ext cx="5570282" cy="4056468"/>
              </a:xfrm>
              <a:blipFill>
                <a:blip r:embed="rId2"/>
                <a:stretch>
                  <a:fillRect l="-985" t="-602" r="-1204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2">
            <a:extLst>
              <a:ext uri="{FF2B5EF4-FFF2-40B4-BE49-F238E27FC236}">
                <a16:creationId xmlns:a16="http://schemas.microsoft.com/office/drawing/2014/main" id="{81C312AC-51C5-D10E-D177-BE093D69B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11293" y="2628417"/>
            <a:ext cx="5712305" cy="3337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8331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8E4763A-5219-63C3-5C99-02D163688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245" y="45800"/>
            <a:ext cx="10135509" cy="6766399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 flipV="1">
            <a:off x="7846423" y="2133600"/>
            <a:ext cx="357051" cy="1567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" name="Oval 2"/>
          <p:cNvSpPr/>
          <p:nvPr/>
        </p:nvSpPr>
        <p:spPr>
          <a:xfrm>
            <a:off x="3056708" y="6278880"/>
            <a:ext cx="251914" cy="2177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Oval 4"/>
          <p:cNvSpPr/>
          <p:nvPr/>
        </p:nvSpPr>
        <p:spPr>
          <a:xfrm>
            <a:off x="3627120" y="4828903"/>
            <a:ext cx="251914" cy="2177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Oval 5"/>
          <p:cNvSpPr/>
          <p:nvPr/>
        </p:nvSpPr>
        <p:spPr>
          <a:xfrm>
            <a:off x="7559040" y="4167052"/>
            <a:ext cx="251914" cy="2177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1469188" y="1645920"/>
                <a:ext cx="1719830" cy="25853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 smtClean="0"/>
                  <a:t>Input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MY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MY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MY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MY" i="1" smtClean="0">
                          <a:latin typeface="Cambria Math" panose="02040503050406030204" pitchFamily="18" charset="0"/>
                        </a:rPr>
                        <m:t>1  </m:t>
                      </m:r>
                      <m:r>
                        <a:rPr lang="en-MY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MY" i="1" smtClean="0">
                          <a:latin typeface="Cambria Math" panose="02040503050406030204" pitchFamily="18" charset="0"/>
                        </a:rPr>
                        <m:t>2  99</m:t>
                      </m:r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Output:</a:t>
                </a:r>
              </a:p>
              <a:p>
                <a:pPr marL="342900" indent="-342900">
                  <a:buAutoNum type="arabicPlain" startAt="80"/>
                </a:pPr>
                <a:r>
                  <a:rPr lang="en-US" dirty="0" smtClean="0"/>
                  <a:t>A1 37 EE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Exercise</a:t>
                </a:r>
              </a:p>
              <a:p>
                <a:r>
                  <a:rPr lang="en-US" dirty="0" smtClean="0"/>
                  <a:t>85 =&gt;97</a:t>
                </a:r>
              </a:p>
              <a:p>
                <a:r>
                  <a:rPr lang="en-US" dirty="0" smtClean="0"/>
                  <a:t>53 =&gt; ED</a:t>
                </a:r>
              </a:p>
              <a:p>
                <a:r>
                  <a:rPr lang="en-US" dirty="0" smtClean="0"/>
                  <a:t>CC =&gt; 4B</a:t>
                </a:r>
                <a:endParaRPr lang="en-US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9188" y="1645920"/>
                <a:ext cx="1719830" cy="2585323"/>
              </a:xfrm>
              <a:prstGeom prst="rect">
                <a:avLst/>
              </a:prstGeom>
              <a:blipFill>
                <a:blip r:embed="rId3"/>
                <a:stretch>
                  <a:fillRect l="-2827" t="-1179" b="-283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82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B1DBE4-3844-6C0E-3CF6-4B01C51A7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58" y="54673"/>
            <a:ext cx="10060484" cy="674865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133805" y="2081349"/>
            <a:ext cx="165463" cy="2264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Rectangle 3"/>
          <p:cNvSpPr/>
          <p:nvPr/>
        </p:nvSpPr>
        <p:spPr>
          <a:xfrm>
            <a:off x="3182983" y="6117772"/>
            <a:ext cx="165463" cy="2264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Rectangle 4"/>
          <p:cNvSpPr/>
          <p:nvPr/>
        </p:nvSpPr>
        <p:spPr>
          <a:xfrm>
            <a:off x="3731622" y="4820195"/>
            <a:ext cx="165463" cy="2264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/>
        </p:nvSpPr>
        <p:spPr>
          <a:xfrm>
            <a:off x="7563394" y="4140926"/>
            <a:ext cx="165463" cy="2264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1469188" y="1645920"/>
                <a:ext cx="170944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MY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MY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MY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MY" i="1" smtClean="0">
                          <a:latin typeface="Cambria Math" panose="02040503050406030204" pitchFamily="18" charset="0"/>
                        </a:rPr>
                        <m:t>1  </m:t>
                      </m:r>
                      <m:r>
                        <a:rPr lang="en-MY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MY" i="1" smtClean="0">
                          <a:latin typeface="Cambria Math" panose="02040503050406030204" pitchFamily="18" charset="0"/>
                        </a:rPr>
                        <m:t>2  99</m:t>
                      </m:r>
                    </m:oMath>
                  </m:oMathPara>
                </a14:m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80   A1 37 EE</a:t>
                </a:r>
                <a:endParaRPr lang="en-MY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9188" y="1645920"/>
                <a:ext cx="1709442" cy="923330"/>
              </a:xfrm>
              <a:prstGeom prst="rect">
                <a:avLst/>
              </a:prstGeom>
              <a:blipFill>
                <a:blip r:embed="rId3"/>
                <a:stretch>
                  <a:fillRect l="-2847" b="-9934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4762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 err="1">
                <a:solidFill>
                  <a:srgbClr val="0000FF"/>
                </a:solidFill>
              </a:rPr>
              <a:t>SubBytes</a:t>
            </a:r>
            <a:r>
              <a:rPr lang="en-MY" sz="4000" dirty="0">
                <a:solidFill>
                  <a:srgbClr val="0000FF"/>
                </a:solidFill>
              </a:rPr>
              <a:t> Substitution</a:t>
            </a:r>
            <a:endParaRPr lang="en-MY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 algn="just">
                  <a:buFont typeface="Wingdings" panose="05000000000000000000" pitchFamily="2" charset="2"/>
                  <a:buChar char="v"/>
                </a:pPr>
                <a:r>
                  <a:rPr lang="en-MY" b="1" dirty="0">
                    <a:solidFill>
                      <a:srgbClr val="0000FF"/>
                    </a:solidFill>
                  </a:rPr>
                  <a:t>Example 1</a:t>
                </a:r>
                <a:r>
                  <a:rPr lang="en-MY" dirty="0"/>
                  <a:t>: Perform the following substitutions for the hexadecimals.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1  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2  99</m:t>
                    </m:r>
                  </m:oMath>
                </a14:m>
                <a:r>
                  <a:rPr lang="en-MY" dirty="0"/>
                  <a:t>  via </a:t>
                </a:r>
                <a:r>
                  <a:rPr lang="en-MY" b="1" dirty="0"/>
                  <a:t>S-Box</a:t>
                </a:r>
                <a:r>
                  <a:rPr lang="en-MY" dirty="0"/>
                  <a:t> Substitution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1  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2  99</m:t>
                    </m:r>
                  </m:oMath>
                </a14:m>
                <a:r>
                  <a:rPr lang="en-MY" dirty="0"/>
                  <a:t>  via </a:t>
                </a:r>
                <a:r>
                  <a:rPr lang="en-MY" b="1" dirty="0"/>
                  <a:t>Inverse S-Box </a:t>
                </a:r>
                <a:r>
                  <a:rPr lang="en-MY" dirty="0"/>
                  <a:t>Substitution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endParaRPr lang="en-MY" dirty="0"/>
              </a:p>
              <a:p>
                <a:pPr marL="457200" indent="-457200" algn="just">
                  <a:buFont typeface="Wingdings" panose="05000000000000000000" pitchFamily="2" charset="2"/>
                  <a:buChar char="v"/>
                </a:pPr>
                <a:r>
                  <a:rPr lang="en-MY" b="1" dirty="0">
                    <a:solidFill>
                      <a:srgbClr val="C00000"/>
                    </a:solidFill>
                  </a:rPr>
                  <a:t>Solutions</a:t>
                </a:r>
                <a:r>
                  <a:rPr lang="en-MY" dirty="0"/>
                  <a:t>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80  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1  37  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𝐸𝐸</m:t>
                    </m:r>
                  </m:oMath>
                </a14:m>
                <a:endParaRPr lang="en-MY" dirty="0"/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2  2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  3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5" t="-68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561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 err="1">
                <a:solidFill>
                  <a:srgbClr val="0000FF"/>
                </a:solidFill>
              </a:rPr>
              <a:t>SubBytes</a:t>
            </a:r>
            <a:r>
              <a:rPr lang="en-MY" sz="4000" dirty="0">
                <a:solidFill>
                  <a:srgbClr val="0000FF"/>
                </a:solidFill>
              </a:rPr>
              <a:t> Substitution</a:t>
            </a:r>
            <a:endParaRPr lang="en-MY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9B0B1-1BBB-B0A0-EABF-4BA93251E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MY" b="1" dirty="0">
                <a:solidFill>
                  <a:srgbClr val="0000FF"/>
                </a:solidFill>
              </a:rPr>
              <a:t>Example 2</a:t>
            </a:r>
            <a:r>
              <a:rPr lang="en-MY" dirty="0"/>
              <a:t>: The figure shows a demonstration of </a:t>
            </a:r>
            <a:r>
              <a:rPr lang="en-MY" b="1" i="1" dirty="0" err="1">
                <a:solidFill>
                  <a:srgbClr val="7030A0"/>
                </a:solidFill>
              </a:rPr>
              <a:t>SubBytes</a:t>
            </a:r>
            <a:r>
              <a:rPr lang="en-MY" dirty="0"/>
              <a:t> and </a:t>
            </a:r>
            <a:r>
              <a:rPr lang="en-MY" b="1" i="1" dirty="0">
                <a:solidFill>
                  <a:srgbClr val="7030A0"/>
                </a:solidFill>
              </a:rPr>
              <a:t>Inverse </a:t>
            </a:r>
            <a:r>
              <a:rPr lang="en-MY" b="1" i="1" dirty="0" err="1">
                <a:solidFill>
                  <a:srgbClr val="7030A0"/>
                </a:solidFill>
              </a:rPr>
              <a:t>SubBytes</a:t>
            </a:r>
            <a:r>
              <a:rPr lang="en-MY" b="1" i="1" dirty="0">
                <a:solidFill>
                  <a:srgbClr val="7030A0"/>
                </a:solidFill>
              </a:rPr>
              <a:t> </a:t>
            </a:r>
            <a:r>
              <a:rPr lang="en-MY" dirty="0"/>
              <a:t>on a full state.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1489035B-818C-922A-4D37-4669B56B2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1619" y="3685916"/>
            <a:ext cx="9785751" cy="2794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696162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1112908" cy="5347402"/>
          </a:xfrm>
        </p:spPr>
        <p:txBody>
          <a:bodyPr/>
          <a:lstStyle/>
          <a:p>
            <a:pPr algn="ctr"/>
            <a:r>
              <a:rPr lang="en-MY" dirty="0"/>
              <a:t>ADVANCED ENCRYPTION </a:t>
            </a:r>
            <a:br>
              <a:rPr lang="en-MY" dirty="0"/>
            </a:br>
            <a:r>
              <a:rPr lang="en-MY" dirty="0"/>
              <a:t>STANDARD</a:t>
            </a:r>
            <a:br>
              <a:rPr lang="en-MY" dirty="0"/>
            </a:br>
            <a:r>
              <a:rPr lang="en-MY" dirty="0"/>
              <a:t>(AES)</a:t>
            </a:r>
            <a:br>
              <a:rPr lang="en-MY" dirty="0"/>
            </a:br>
            <a:r>
              <a:rPr lang="en-MY" dirty="0"/>
              <a:t/>
            </a:r>
            <a:br>
              <a:rPr lang="en-MY" dirty="0"/>
            </a:br>
            <a:r>
              <a:rPr lang="en-MY" sz="4800" dirty="0" err="1">
                <a:solidFill>
                  <a:srgbClr val="0000FF"/>
                </a:solidFill>
              </a:rPr>
              <a:t>ShiftRows</a:t>
            </a:r>
            <a:r>
              <a:rPr lang="en-MY" dirty="0"/>
              <a:t/>
            </a:r>
            <a:br>
              <a:rPr lang="en-MY" dirty="0"/>
            </a:br>
            <a:r>
              <a:rPr lang="en-MY" dirty="0"/>
              <a:t/>
            </a:r>
            <a:br>
              <a:rPr lang="en-MY" dirty="0"/>
            </a:b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0358578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 err="1">
                <a:solidFill>
                  <a:srgbClr val="0000FF"/>
                </a:solidFill>
              </a:rPr>
              <a:t>ShiftRows</a:t>
            </a:r>
            <a:endParaRPr lang="en-MY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9B0B1-1BBB-B0A0-EABF-4BA93251E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MY" dirty="0"/>
              <a:t>After the </a:t>
            </a:r>
            <a:r>
              <a:rPr lang="en-MY" b="1" i="1" dirty="0" err="1">
                <a:solidFill>
                  <a:srgbClr val="7030A0"/>
                </a:solidFill>
              </a:rPr>
              <a:t>SubBytes</a:t>
            </a:r>
            <a:r>
              <a:rPr lang="en-MY" b="1" i="1" dirty="0">
                <a:solidFill>
                  <a:srgbClr val="7030A0"/>
                </a:solidFill>
              </a:rPr>
              <a:t> </a:t>
            </a:r>
            <a:r>
              <a:rPr lang="en-MY" dirty="0"/>
              <a:t>transformation, the state undergoes the </a:t>
            </a:r>
            <a:r>
              <a:rPr lang="en-MY" b="1" i="1" dirty="0" err="1">
                <a:solidFill>
                  <a:srgbClr val="C00000"/>
                </a:solidFill>
              </a:rPr>
              <a:t>ShiftRows</a:t>
            </a:r>
            <a:r>
              <a:rPr lang="en-MY" dirty="0"/>
              <a:t> operations, in which each row is </a:t>
            </a:r>
            <a:r>
              <a:rPr lang="en-MY" b="1" dirty="0"/>
              <a:t>permuted</a:t>
            </a:r>
            <a:r>
              <a:rPr lang="en-MY" dirty="0"/>
              <a:t> (shifted different bytes to the </a:t>
            </a:r>
            <a:r>
              <a:rPr lang="en-MY" b="1" dirty="0">
                <a:solidFill>
                  <a:srgbClr val="0000FF"/>
                </a:solidFill>
              </a:rPr>
              <a:t>LEFT</a:t>
            </a:r>
            <a:r>
              <a:rPr lang="en-MY" dirty="0"/>
              <a:t>) as shown below.</a:t>
            </a:r>
          </a:p>
        </p:txBody>
      </p:sp>
      <p:pic>
        <p:nvPicPr>
          <p:cNvPr id="4" name="Picture 14">
            <a:extLst>
              <a:ext uri="{FF2B5EF4-FFF2-40B4-BE49-F238E27FC236}">
                <a16:creationId xmlns:a16="http://schemas.microsoft.com/office/drawing/2014/main" id="{80800764-6C50-9174-FE70-F86048EFC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60157" y="3558792"/>
            <a:ext cx="7271685" cy="3054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733458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 err="1">
                <a:solidFill>
                  <a:srgbClr val="0000FF"/>
                </a:solidFill>
              </a:rPr>
              <a:t>ShiftRows</a:t>
            </a:r>
            <a:endParaRPr lang="en-MY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9B0B1-1BBB-B0A0-EABF-4BA93251E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MY" b="1" dirty="0">
                <a:solidFill>
                  <a:srgbClr val="0000FF"/>
                </a:solidFill>
              </a:rPr>
              <a:t>Example 3</a:t>
            </a:r>
            <a:r>
              <a:rPr lang="en-MY" dirty="0"/>
              <a:t>: We consider the following state and its operation via </a:t>
            </a:r>
            <a:r>
              <a:rPr lang="en-MY" b="1" i="1" dirty="0" err="1">
                <a:solidFill>
                  <a:srgbClr val="C00000"/>
                </a:solidFill>
              </a:rPr>
              <a:t>ShiftRows</a:t>
            </a:r>
            <a:r>
              <a:rPr lang="en-MY" dirty="0"/>
              <a:t>. Note that the </a:t>
            </a:r>
            <a:r>
              <a:rPr lang="en-MY" b="1" i="1" dirty="0">
                <a:solidFill>
                  <a:srgbClr val="C00000"/>
                </a:solidFill>
              </a:rPr>
              <a:t>Inverse </a:t>
            </a:r>
            <a:r>
              <a:rPr lang="en-MY" b="1" i="1" dirty="0" err="1">
                <a:solidFill>
                  <a:srgbClr val="C00000"/>
                </a:solidFill>
              </a:rPr>
              <a:t>ShiftRows</a:t>
            </a:r>
            <a:r>
              <a:rPr lang="en-MY" b="1" i="1" dirty="0">
                <a:solidFill>
                  <a:srgbClr val="C00000"/>
                </a:solidFill>
              </a:rPr>
              <a:t> </a:t>
            </a:r>
            <a:r>
              <a:rPr lang="en-MY" dirty="0"/>
              <a:t>is just RIGHT-shift the same bytes of </a:t>
            </a:r>
            <a:r>
              <a:rPr lang="en-MY" b="1" i="1" dirty="0" err="1">
                <a:solidFill>
                  <a:srgbClr val="C00000"/>
                </a:solidFill>
              </a:rPr>
              <a:t>ShiftRows</a:t>
            </a:r>
            <a:r>
              <a:rPr lang="en-MY" dirty="0"/>
              <a:t>.</a:t>
            </a:r>
          </a:p>
          <a:p>
            <a:pPr algn="just"/>
            <a:endParaRPr lang="en-MY" dirty="0"/>
          </a:p>
        </p:txBody>
      </p:sp>
      <p:pic>
        <p:nvPicPr>
          <p:cNvPr id="4" name="Picture 15">
            <a:extLst>
              <a:ext uri="{FF2B5EF4-FFF2-40B4-BE49-F238E27FC236}">
                <a16:creationId xmlns:a16="http://schemas.microsoft.com/office/drawing/2014/main" id="{51F1E690-2211-9834-E219-C3D228D27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26319" y="3657737"/>
            <a:ext cx="7539361" cy="2822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61431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1112908" cy="5347402"/>
          </a:xfrm>
        </p:spPr>
        <p:txBody>
          <a:bodyPr/>
          <a:lstStyle/>
          <a:p>
            <a:pPr algn="ctr"/>
            <a:r>
              <a:rPr lang="en-MY" dirty="0"/>
              <a:t>ADVANCED ENCRYPTION </a:t>
            </a:r>
            <a:br>
              <a:rPr lang="en-MY" dirty="0"/>
            </a:br>
            <a:r>
              <a:rPr lang="en-MY" dirty="0"/>
              <a:t>STANDARD</a:t>
            </a:r>
            <a:br>
              <a:rPr lang="en-MY" dirty="0"/>
            </a:br>
            <a:r>
              <a:rPr lang="en-MY" dirty="0"/>
              <a:t>(AES)</a:t>
            </a:r>
            <a:br>
              <a:rPr lang="en-MY" dirty="0"/>
            </a:br>
            <a:r>
              <a:rPr lang="en-MY" dirty="0"/>
              <a:t/>
            </a:r>
            <a:br>
              <a:rPr lang="en-MY" dirty="0"/>
            </a:br>
            <a:r>
              <a:rPr lang="en-MY" sz="4800" dirty="0" err="1">
                <a:solidFill>
                  <a:srgbClr val="0000FF"/>
                </a:solidFill>
              </a:rPr>
              <a:t>MixColumns</a:t>
            </a:r>
            <a:r>
              <a:rPr lang="en-MY" dirty="0"/>
              <a:t/>
            </a:r>
            <a:br>
              <a:rPr lang="en-MY" dirty="0"/>
            </a:br>
            <a:r>
              <a:rPr lang="en-MY" dirty="0"/>
              <a:t/>
            </a:r>
            <a:br>
              <a:rPr lang="en-MY" dirty="0"/>
            </a:b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7744987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 err="1">
                <a:solidFill>
                  <a:srgbClr val="0000FF"/>
                </a:solidFill>
              </a:rPr>
              <a:t>MixColumns</a:t>
            </a:r>
            <a:endParaRPr lang="en-MY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9B0B1-1BBB-B0A0-EABF-4BA93251E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MY" b="1" i="1" dirty="0" err="1">
                <a:solidFill>
                  <a:srgbClr val="00B050"/>
                </a:solidFill>
              </a:rPr>
              <a:t>MixColumns</a:t>
            </a:r>
            <a:r>
              <a:rPr lang="en-MY" dirty="0"/>
              <a:t> probably the most complicated part in AES, since there is no fixed table to refer to (like </a:t>
            </a:r>
            <a:r>
              <a:rPr lang="en-MY" b="1" i="1" dirty="0" err="1">
                <a:solidFill>
                  <a:srgbClr val="7030A0"/>
                </a:solidFill>
              </a:rPr>
              <a:t>SubBytes</a:t>
            </a:r>
            <a:r>
              <a:rPr lang="en-MY" dirty="0"/>
              <a:t>).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MY" dirty="0"/>
              <a:t>It operates at the </a:t>
            </a:r>
            <a:r>
              <a:rPr lang="en-MY" b="1" dirty="0"/>
              <a:t>column level</a:t>
            </a:r>
            <a:r>
              <a:rPr lang="en-MY" dirty="0"/>
              <a:t>, by transforming each column of the state to a new column in another state.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MY" dirty="0"/>
              <a:t>The idea of </a:t>
            </a:r>
            <a:r>
              <a:rPr lang="en-MY" b="1" i="1" dirty="0" err="1">
                <a:solidFill>
                  <a:srgbClr val="00B050"/>
                </a:solidFill>
              </a:rPr>
              <a:t>MixColumns</a:t>
            </a:r>
            <a:r>
              <a:rPr lang="en-MY" b="1" i="1" dirty="0">
                <a:solidFill>
                  <a:srgbClr val="00B050"/>
                </a:solidFill>
              </a:rPr>
              <a:t> </a:t>
            </a:r>
            <a:r>
              <a:rPr lang="en-MY" dirty="0"/>
              <a:t>is to </a:t>
            </a:r>
            <a:r>
              <a:rPr lang="en-US" sz="2000" dirty="0"/>
              <a:t>change the bits inside a byte, based on the bits inside the neighboring bytes (</a:t>
            </a:r>
            <a:r>
              <a:rPr lang="en-US" sz="2000" b="1" dirty="0">
                <a:solidFill>
                  <a:srgbClr val="FF0000"/>
                </a:solidFill>
              </a:rPr>
              <a:t>inter-byte</a:t>
            </a:r>
            <a:r>
              <a:rPr lang="en-US" sz="2000" dirty="0"/>
              <a:t> transformation) using </a:t>
            </a:r>
            <a:r>
              <a:rPr lang="en-US" sz="2000" b="1" dirty="0">
                <a:solidFill>
                  <a:srgbClr val="0000FF"/>
                </a:solidFill>
              </a:rPr>
              <a:t>matrix multiplication</a:t>
            </a:r>
            <a:r>
              <a:rPr lang="en-US" sz="2000" dirty="0"/>
              <a:t> with a </a:t>
            </a:r>
            <a:r>
              <a:rPr lang="en-US" sz="2000" b="1" dirty="0">
                <a:solidFill>
                  <a:srgbClr val="0000FF"/>
                </a:solidFill>
              </a:rPr>
              <a:t>key matrix</a:t>
            </a:r>
            <a:r>
              <a:rPr lang="en-US" sz="2000" dirty="0"/>
              <a:t>.</a:t>
            </a:r>
            <a:endParaRPr lang="en-MY" dirty="0"/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3C485A48-A8D3-572C-8365-EBBEDFD71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55382"/>
            <a:ext cx="5887597" cy="2150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423755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 err="1">
                <a:solidFill>
                  <a:srgbClr val="0000FF"/>
                </a:solidFill>
              </a:rPr>
              <a:t>MixColumns</a:t>
            </a:r>
            <a:endParaRPr lang="en-MY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9B0B1-1BBB-B0A0-EABF-4BA93251E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MY" dirty="0"/>
              <a:t>The following illustrates the bytes-mixing using matrix multiplication.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74E29730-5118-74D5-9473-0231636B0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97209" y="3429000"/>
            <a:ext cx="8397582" cy="228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245747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 err="1">
                <a:solidFill>
                  <a:srgbClr val="0000FF"/>
                </a:solidFill>
              </a:rPr>
              <a:t>MixColumns</a:t>
            </a:r>
            <a:endParaRPr lang="en-MY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9B0B1-1BBB-B0A0-EABF-4BA93251E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MY" dirty="0"/>
              <a:t>In AES, the key matrix (constant matrix) and its inverse are fixed as follows.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MY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MY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MY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MY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MY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MY" dirty="0"/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0A3C1654-73CF-BDA9-1C21-419D663A1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27720" y="3188678"/>
            <a:ext cx="6536560" cy="2215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518972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 err="1">
                <a:solidFill>
                  <a:srgbClr val="0000FF"/>
                </a:solidFill>
              </a:rPr>
              <a:t>MixColumns</a:t>
            </a:r>
            <a:endParaRPr lang="en-MY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9B0B1-1BBB-B0A0-EABF-4BA93251E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521885"/>
            <a:ext cx="10077557" cy="3905548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The multiplication of </a:t>
            </a:r>
            <a:r>
              <a:rPr lang="en-US" b="1" i="1" dirty="0" err="1">
                <a:solidFill>
                  <a:srgbClr val="00B050"/>
                </a:solidFill>
              </a:rPr>
              <a:t>MixColumns</a:t>
            </a:r>
            <a:r>
              <a:rPr lang="en-US" dirty="0"/>
              <a:t> is 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dirty="0"/>
              <a:t> simply multiplying and adding each row to column as in normal matrices. Try the following example and observe it yourself.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FBBF41-6E8E-C99E-2C11-61EF15BA2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160" y="3517777"/>
            <a:ext cx="7203680" cy="148035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9C8134A-A283-701F-9CAD-75AA79189F16}"/>
              </a:ext>
            </a:extLst>
          </p:cNvPr>
          <p:cNvSpPr/>
          <p:nvPr/>
        </p:nvSpPr>
        <p:spPr>
          <a:xfrm>
            <a:off x="2618913" y="3559946"/>
            <a:ext cx="1793289" cy="30184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8B6FDA-C9C0-4F17-ACE5-3CB83409E040}"/>
              </a:ext>
            </a:extLst>
          </p:cNvPr>
          <p:cNvSpPr/>
          <p:nvPr/>
        </p:nvSpPr>
        <p:spPr>
          <a:xfrm>
            <a:off x="5157925" y="3586580"/>
            <a:ext cx="301841" cy="12961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7188DF-F72E-2796-032D-C2F7E1347B94}"/>
              </a:ext>
            </a:extLst>
          </p:cNvPr>
          <p:cNvSpPr/>
          <p:nvPr/>
        </p:nvSpPr>
        <p:spPr>
          <a:xfrm>
            <a:off x="7767962" y="3551068"/>
            <a:ext cx="301841" cy="266328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095801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717" y="0"/>
            <a:ext cx="10077557" cy="710806"/>
          </a:xfrm>
        </p:spPr>
        <p:txBody>
          <a:bodyPr/>
          <a:lstStyle/>
          <a:p>
            <a:r>
              <a:rPr lang="en-US" dirty="0" smtClean="0"/>
              <a:t>Example. How 62 is </a:t>
            </a:r>
            <a:r>
              <a:rPr lang="en-US" dirty="0" smtClean="0"/>
              <a:t>obtained. + = XOR</a:t>
            </a:r>
            <a:endParaRPr lang="en-M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25717" y="710806"/>
                <a:ext cx="10077557" cy="4122451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 smtClean="0"/>
                  <a:t>(02 x 63)</a:t>
                </a:r>
                <a:r>
                  <a:rPr lang="en-US" dirty="0"/>
                  <a:t> </a:t>
                </a:r>
                <a:r>
                  <a:rPr lang="en-US" dirty="0" smtClean="0"/>
                  <a:t>XOR ( 03 x f2) XOR (1 x  7d ) XOR (1 x d4)</a:t>
                </a:r>
                <a:endParaRPr lang="en-MY" dirty="0"/>
              </a:p>
              <a:p>
                <a:r>
                  <a:rPr lang="en-US" b="1" dirty="0" smtClean="0"/>
                  <a:t>1. 02 = 0000 0010 = X ;  63 = 0110 0011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r>
                      <a:rPr lang="en-MY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  <m:r>
                      <a:rPr lang="en-MY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MY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MY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MY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MY" b="1" dirty="0" smtClean="0"/>
              </a:p>
              <a:p>
                <a:r>
                  <a:rPr lang="en-US" dirty="0" smtClean="0"/>
                  <a:t>02 * 63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=1100 0110</m:t>
                    </m:r>
                  </m:oMath>
                </a14:m>
                <a:endParaRPr lang="en-MY" dirty="0" smtClean="0"/>
              </a:p>
              <a:p>
                <a:r>
                  <a:rPr lang="en-US" b="1" dirty="0" smtClean="0"/>
                  <a:t>2. 03 = 0000 0011 = (X + 1);  F2 = 1111 0010 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MY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MY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  <m:r>
                      <a:rPr lang="en-MY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MY" b="1" i="1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  <m:r>
                      <a:rPr lang="en-MY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b="1" dirty="0" smtClean="0"/>
              </a:p>
              <a:p>
                <a:r>
                  <a:rPr lang="en-US" dirty="0" smtClean="0"/>
                  <a:t>03xf2 =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+1) (</m:t>
                        </m:r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MY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 strike="sngStrik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trike="sngStrike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i="1" strike="sngStrike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MY" i="1" strike="sngStrik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strike="sngStrike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i="1" strike="sngStrike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MY" i="1" strike="sngStrik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strike="sngStrike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MY" i="1" strike="sngStrik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trike="sngStrike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MY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strike="sngStrike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i="1" strike="sngStrike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MY" i="1" strike="sngStrik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strike="sngStrike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i="1" strike="sngStrike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MY" i="1" strike="sngStrik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strike="sngStrike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MY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)</a:t>
                </a:r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                          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MY" i="1" strike="sngStrike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i="1" strike="sngStrike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strike="sngStrike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MY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MY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strike="sngStrike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 smtClean="0"/>
                  <a:t> = </a:t>
                </a:r>
              </a:p>
              <a:p>
                <a:r>
                  <a:rPr lang="en-US" dirty="0" smtClean="0"/>
                  <a:t>                            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+1=0000 1101</m:t>
                    </m:r>
                  </m:oMath>
                </a14:m>
                <a:endParaRPr lang="en-US" dirty="0" smtClean="0"/>
              </a:p>
              <a:p>
                <a:r>
                  <a:rPr lang="en-US" b="1" dirty="0" smtClean="0"/>
                  <a:t>7d = 0111 1101</a:t>
                </a:r>
              </a:p>
              <a:p>
                <a:r>
                  <a:rPr lang="en-US" b="1" dirty="0" smtClean="0"/>
                  <a:t>D4 = 1101 0100	</a:t>
                </a:r>
                <a:r>
                  <a:rPr lang="en-US" dirty="0" smtClean="0"/>
                  <a:t>	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717" y="710806"/>
                <a:ext cx="10077557" cy="4122451"/>
              </a:xfrm>
              <a:blipFill>
                <a:blip r:embed="rId2"/>
                <a:stretch>
                  <a:fillRect l="-544" t="-1479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625509"/>
              </p:ext>
            </p:extLst>
          </p:nvPr>
        </p:nvGraphicFramePr>
        <p:xfrm>
          <a:off x="2702560" y="4206238"/>
          <a:ext cx="8127999" cy="2322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67949497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77264086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6598518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50075741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95174462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63607298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06830782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92996672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178365845"/>
                    </a:ext>
                  </a:extLst>
                </a:gridCol>
              </a:tblGrid>
              <a:tr h="420721">
                <a:tc>
                  <a:txBody>
                    <a:bodyPr/>
                    <a:lstStyle/>
                    <a:p>
                      <a:r>
                        <a:rPr lang="en-US" dirty="0" smtClean="0"/>
                        <a:t>02x63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868658"/>
                  </a:ext>
                </a:extLst>
              </a:tr>
              <a:tr h="420721">
                <a:tc>
                  <a:txBody>
                    <a:bodyPr/>
                    <a:lstStyle/>
                    <a:p>
                      <a:r>
                        <a:rPr lang="en-US" dirty="0" smtClean="0"/>
                        <a:t>03xf2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167884"/>
                  </a:ext>
                </a:extLst>
              </a:tr>
              <a:tr h="420721">
                <a:tc>
                  <a:txBody>
                    <a:bodyPr/>
                    <a:lstStyle/>
                    <a:p>
                      <a:r>
                        <a:rPr lang="en-US" dirty="0" smtClean="0"/>
                        <a:t>7d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140865"/>
                  </a:ext>
                </a:extLst>
              </a:tr>
              <a:tr h="420721">
                <a:tc>
                  <a:txBody>
                    <a:bodyPr/>
                    <a:lstStyle/>
                    <a:p>
                      <a:r>
                        <a:rPr lang="en-US" dirty="0" smtClean="0"/>
                        <a:t>d4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987081"/>
                  </a:ext>
                </a:extLst>
              </a:tr>
              <a:tr h="420721">
                <a:tc>
                  <a:txBody>
                    <a:bodyPr/>
                    <a:lstStyle/>
                    <a:p>
                      <a:r>
                        <a:rPr lang="en-US" dirty="0" smtClean="0"/>
                        <a:t>62 (</a:t>
                      </a:r>
                      <a:r>
                        <a:rPr lang="en-US" dirty="0" err="1" smtClean="0"/>
                        <a:t>xor</a:t>
                      </a:r>
                      <a:r>
                        <a:rPr lang="en-US" dirty="0" smtClean="0"/>
                        <a:t>)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749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80124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340" y="90382"/>
            <a:ext cx="10077557" cy="658555"/>
          </a:xfrm>
        </p:spPr>
        <p:txBody>
          <a:bodyPr/>
          <a:lstStyle/>
          <a:p>
            <a:r>
              <a:rPr lang="en-US" dirty="0" smtClean="0"/>
              <a:t>Inverse mix column</a:t>
            </a:r>
            <a:endParaRPr lang="en-M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47339" y="2481943"/>
                <a:ext cx="11387610" cy="4241074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(0e * 62) XOR (0b*CF) XOR (0D * 0c) XOR (09 * 99) = 63</a:t>
                </a:r>
              </a:p>
              <a:p>
                <a:r>
                  <a:rPr lang="en-US" b="1" dirty="0" smtClean="0"/>
                  <a:t>1. 0e = 0000 1110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MY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MY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 smtClean="0"/>
                  <a:t> ; 62 = 0110 0010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r>
                      <a:rPr lang="en-MY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  <m:r>
                      <a:rPr lang="en-MY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b="1" dirty="0" smtClean="0"/>
              </a:p>
              <a:p>
                <a:r>
                  <a:rPr lang="en-US" dirty="0" smtClean="0"/>
                  <a:t>0e x 62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 smtClean="0"/>
                  <a:t>)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 smtClean="0"/>
                  <a:t>) =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 strike="sngStrik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trike="sngStrike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b="0" dirty="0" smtClean="0"/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 strike="sngStrik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trike="sngStrike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MY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trike="sngStrike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 strike="sngStrik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trike="sngStrike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 strike="sngStrik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trike="sngStrike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MY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trike="sngStrike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 smtClean="0"/>
              </a:p>
              <a:p>
                <a:r>
                  <a:rPr lang="en-US" dirty="0" smtClean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b="0" dirty="0" smtClean="0"/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 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 strike="sngStrik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trike="sngStrike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MY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trike="sngStrike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 strike="sngStrike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 strike="sngStrik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strike="sngStrik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 strike="sngStrik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strike="sngStrike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 strike="sngStrik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strike="sngStrik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= 0110 1010 =&gt; 6A</a:t>
                </a:r>
              </a:p>
              <a:p>
                <a:r>
                  <a:rPr lang="en-US" b="1" dirty="0" smtClean="0"/>
                  <a:t>2. (0b * </a:t>
                </a:r>
                <a:r>
                  <a:rPr lang="en-US" b="1" dirty="0" err="1" smtClean="0"/>
                  <a:t>cf</a:t>
                </a:r>
                <a:r>
                  <a:rPr lang="en-US" b="1" dirty="0" smtClean="0"/>
                  <a:t>)</a:t>
                </a:r>
              </a:p>
              <a:p>
                <a:r>
                  <a:rPr lang="en-US" b="1" dirty="0" smtClean="0"/>
                  <a:t>0b = 0000 1011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 smtClean="0"/>
                  <a:t> ; </a:t>
                </a:r>
                <a:r>
                  <a:rPr lang="en-US" b="1" dirty="0" err="1" smtClean="0"/>
                  <a:t>cf</a:t>
                </a:r>
                <a:r>
                  <a:rPr lang="en-US" b="1" dirty="0" smtClean="0"/>
                  <a:t> = 1100 1111 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b="1" dirty="0" smtClean="0"/>
              </a:p>
              <a:p>
                <a:r>
                  <a:rPr lang="en-US" b="0" dirty="0" smtClean="0"/>
                  <a:t>(0b *</a:t>
                </a:r>
                <a:r>
                  <a:rPr lang="en-US" b="0" dirty="0" err="1" smtClean="0"/>
                  <a:t>cf</a:t>
                </a:r>
                <a:r>
                  <a:rPr lang="en-US" b="0" dirty="0" smtClean="0"/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+1)(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 smtClean="0"/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 smtClean="0"/>
                  <a:t>]</a:t>
                </a:r>
                <a:endParaRPr lang="en-US" dirty="0" smtClean="0"/>
              </a:p>
              <a:p>
                <a:r>
                  <a:rPr lang="en-US" dirty="0" smtClean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dirty="0" smtClean="0"/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/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dirty="0" smtClean="0"/>
                  <a:t>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 smtClean="0"/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⇒   0110 1000=  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68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b="0" dirty="0" smtClean="0"/>
              </a:p>
              <a:p>
                <a:endParaRPr lang="en-MY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7339" y="2481943"/>
                <a:ext cx="11387610" cy="4241074"/>
              </a:xfrm>
              <a:blipFill>
                <a:blip r:embed="rId2"/>
                <a:stretch>
                  <a:fillRect l="-482" t="-862" b="-1149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783" y="725807"/>
            <a:ext cx="2114550" cy="1504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53097" y="122791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MY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194" y="752993"/>
            <a:ext cx="2044337" cy="14505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flipH="1">
            <a:off x="6524896" y="1257387"/>
            <a:ext cx="11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=</a:t>
            </a:r>
            <a:endParaRPr lang="en-MY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7585" y="725807"/>
            <a:ext cx="2105025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3198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631" y="64257"/>
            <a:ext cx="10077557" cy="56276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Inverse mix column</a:t>
            </a:r>
            <a:endParaRPr lang="en-M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25717" y="844731"/>
                <a:ext cx="10077557" cy="5684471"/>
              </a:xfrm>
            </p:spPr>
            <p:txBody>
              <a:bodyPr/>
              <a:lstStyle/>
              <a:p>
                <a:r>
                  <a:rPr lang="en-US" b="1" dirty="0" smtClean="0"/>
                  <a:t>3. (0d * 0c)</a:t>
                </a:r>
              </a:p>
              <a:p>
                <a:r>
                  <a:rPr lang="en-US" b="1" dirty="0" smtClean="0"/>
                  <a:t>0d = 0000 1101 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 smtClean="0"/>
                  <a:t>; 0c = 0000 1100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b="1" dirty="0" smtClean="0"/>
              </a:p>
              <a:p>
                <a:r>
                  <a:rPr lang="en-US" dirty="0" smtClean="0"/>
                  <a:t>(0d * 0c)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 strike="sngStrik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trike="sngStrike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MY" i="1" strike="sngStrik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trike="sngStrike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= 0101 1100</a:t>
                </a:r>
              </a:p>
              <a:p>
                <a:r>
                  <a:rPr lang="en-US" b="1" dirty="0" smtClean="0"/>
                  <a:t>4. (09 * 99)</a:t>
                </a:r>
              </a:p>
              <a:p>
                <a:r>
                  <a:rPr lang="en-US" b="1" dirty="0" smtClean="0"/>
                  <a:t>09 = 0000 1001 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 smtClean="0"/>
                  <a:t>; 99 = 1001 1001 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MY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b="1" dirty="0" smtClean="0"/>
              </a:p>
              <a:p>
                <a:r>
                  <a:rPr lang="en-US" dirty="0" smtClean="0"/>
                  <a:t>(09*99) =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)( 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 smtClean="0"/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 strike="sngStrik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trike="sngStrike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 strike="sngStrik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trike="sngStrike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 smtClean="0"/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 strike="sngStrik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strike="sngStrike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MY" i="1" strike="sngStrik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strike="sngStrike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r>
                  <a:rPr lang="en-US" dirty="0" smtClean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 smtClean="0"/>
                  <a:t>)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 smtClean="0"/>
                  <a:t> 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 strike="sngStrik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trike="sngStrike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 strike="sngStrik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strike="sngStrike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= 0011 1101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MY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717" y="844731"/>
                <a:ext cx="10077557" cy="5684471"/>
              </a:xfrm>
              <a:blipFill>
                <a:blip r:embed="rId2"/>
                <a:stretch>
                  <a:fillRect l="-605" t="-53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708591"/>
              </p:ext>
            </p:extLst>
          </p:nvPr>
        </p:nvGraphicFramePr>
        <p:xfrm>
          <a:off x="2702560" y="4206238"/>
          <a:ext cx="8127999" cy="2322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67949497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77264086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6598518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50075741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95174462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63607298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06830782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92996672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178365845"/>
                    </a:ext>
                  </a:extLst>
                </a:gridCol>
              </a:tblGrid>
              <a:tr h="420721">
                <a:tc>
                  <a:txBody>
                    <a:bodyPr/>
                    <a:lstStyle/>
                    <a:p>
                      <a:r>
                        <a:rPr lang="en-US" dirty="0" smtClean="0"/>
                        <a:t>0e*62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868658"/>
                  </a:ext>
                </a:extLst>
              </a:tr>
              <a:tr h="420721">
                <a:tc>
                  <a:txBody>
                    <a:bodyPr/>
                    <a:lstStyle/>
                    <a:p>
                      <a:r>
                        <a:rPr lang="en-US" dirty="0" smtClean="0"/>
                        <a:t>0b*</a:t>
                      </a:r>
                      <a:r>
                        <a:rPr lang="en-US" dirty="0" err="1" smtClean="0"/>
                        <a:t>cf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167884"/>
                  </a:ext>
                </a:extLst>
              </a:tr>
              <a:tr h="420721">
                <a:tc>
                  <a:txBody>
                    <a:bodyPr/>
                    <a:lstStyle/>
                    <a:p>
                      <a:r>
                        <a:rPr lang="en-US" dirty="0" smtClean="0"/>
                        <a:t>0d*0c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140865"/>
                  </a:ext>
                </a:extLst>
              </a:tr>
              <a:tr h="420721">
                <a:tc>
                  <a:txBody>
                    <a:bodyPr/>
                    <a:lstStyle/>
                    <a:p>
                      <a:r>
                        <a:rPr lang="en-US" dirty="0" smtClean="0"/>
                        <a:t>09*99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987081"/>
                  </a:ext>
                </a:extLst>
              </a:tr>
              <a:tr h="420721">
                <a:tc>
                  <a:txBody>
                    <a:bodyPr/>
                    <a:lstStyle/>
                    <a:p>
                      <a:r>
                        <a:rPr lang="en-US" dirty="0" smtClean="0"/>
                        <a:t>0x63</a:t>
                      </a:r>
                    </a:p>
                    <a:p>
                      <a:r>
                        <a:rPr lang="en-US" dirty="0" smtClean="0"/>
                        <a:t>(x0r)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74911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0291755" y="660065"/>
            <a:ext cx="1257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1011 0101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03274" y="2063819"/>
            <a:ext cx="12062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1111 1011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8244848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 err="1">
                <a:solidFill>
                  <a:srgbClr val="0000FF"/>
                </a:solidFill>
              </a:rPr>
              <a:t>MixColumns</a:t>
            </a:r>
            <a:endParaRPr lang="en-MY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5717" y="2521885"/>
                <a:ext cx="10077557" cy="3905548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https://youtu.be/WPz4Kzz6vk4?t=613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The </a:t>
                </a:r>
                <a:r>
                  <a:rPr lang="en-US" dirty="0"/>
                  <a:t>multiplication, instead works under </a:t>
                </a:r>
                <a:r>
                  <a:rPr lang="en-US" b="1" i="1" dirty="0"/>
                  <a:t>Galois Field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(finite field) </a:t>
                </a:r>
                <a:r>
                  <a:rPr lang="en-US" b="1" dirty="0">
                    <a:solidFill>
                      <a:srgbClr val="FF0000"/>
                    </a:solidFill>
                  </a:rPr>
                  <a:t>reduction using irreducible polynomial</a:t>
                </a:r>
                <a:r>
                  <a:rPr lang="en-US" dirty="0"/>
                  <a:t>, that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MY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where:</a:t>
                </a:r>
              </a:p>
              <a:p>
                <a:pPr algn="just"/>
                <a:endParaRPr lang="en-US" dirty="0"/>
              </a:p>
              <a:p>
                <a:pPr algn="just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 smtClean="0"/>
              </a:p>
              <a:p>
                <a:pPr algn="just"/>
                <a:r>
                  <a:rPr lang="en-US" dirty="0"/>
                  <a:t> </a:t>
                </a:r>
                <a:r>
                  <a:rPr lang="en-US" dirty="0" smtClean="0"/>
                  <a:t>                        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MY" i="1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MY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MY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pPr marL="342900" indent="-342900" algn="just" eaLnBrk="1" hangingPunct="1">
                  <a:buFont typeface="Arial" panose="020B0604020202020204" pitchFamily="34" charset="0"/>
                  <a:buChar char="•"/>
                </a:pPr>
                <a:r>
                  <a:rPr lang="en-US" b="1" dirty="0" smtClean="0">
                    <a:solidFill>
                      <a:srgbClr val="0000FF"/>
                    </a:solidFill>
                  </a:rPr>
                  <a:t>Note</a:t>
                </a:r>
                <a:r>
                  <a:rPr lang="en-US" dirty="0"/>
                  <a:t>: We </a:t>
                </a:r>
                <a:r>
                  <a:rPr lang="en-US" dirty="0" smtClean="0"/>
                  <a:t>will </a:t>
                </a:r>
                <a:r>
                  <a:rPr lang="en-US" dirty="0"/>
                  <a:t>through the calculation in the lecture class, but we will do it in the tutorial sessions. The idea is similar to modular arithmetic we learned previously, just we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smtClean="0">
                        <a:latin typeface="Cambria Math" panose="02040503050406030204" pitchFamily="18" charset="0"/>
                      </a:rPr>
                      <m:t>mod</m:t>
                    </m:r>
                  </m:oMath>
                </a14:m>
                <a:r>
                  <a:rPr lang="en-US" dirty="0"/>
                  <a:t> a polynomial instead of an integer.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717" y="2521885"/>
                <a:ext cx="10077557" cy="3905548"/>
              </a:xfrm>
              <a:blipFill>
                <a:blip r:embed="rId2"/>
                <a:stretch>
                  <a:fillRect l="-544" t="-781" r="-6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0223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1112908" cy="5347402"/>
          </a:xfrm>
        </p:spPr>
        <p:txBody>
          <a:bodyPr/>
          <a:lstStyle/>
          <a:p>
            <a:pPr algn="ctr"/>
            <a:r>
              <a:rPr lang="en-MY" dirty="0"/>
              <a:t>ADVANCED ENCRYPTION </a:t>
            </a:r>
            <a:br>
              <a:rPr lang="en-MY" dirty="0"/>
            </a:br>
            <a:r>
              <a:rPr lang="en-MY" dirty="0"/>
              <a:t>STANDARD</a:t>
            </a:r>
            <a:br>
              <a:rPr lang="en-MY" dirty="0"/>
            </a:br>
            <a:r>
              <a:rPr lang="en-MY" dirty="0"/>
              <a:t>(AES)</a:t>
            </a:r>
            <a:br>
              <a:rPr lang="en-MY" dirty="0"/>
            </a:br>
            <a:r>
              <a:rPr lang="en-MY" dirty="0"/>
              <a:t/>
            </a:r>
            <a:br>
              <a:rPr lang="en-MY" dirty="0"/>
            </a:br>
            <a:r>
              <a:rPr lang="en-MY" sz="4800" dirty="0" err="1">
                <a:solidFill>
                  <a:srgbClr val="0000FF"/>
                </a:solidFill>
              </a:rPr>
              <a:t>AddRoundKey</a:t>
            </a:r>
            <a:r>
              <a:rPr lang="en-MY" dirty="0"/>
              <a:t/>
            </a:r>
            <a:br>
              <a:rPr lang="en-MY" dirty="0"/>
            </a:br>
            <a:r>
              <a:rPr lang="en-MY" dirty="0"/>
              <a:t/>
            </a:r>
            <a:br>
              <a:rPr lang="en-MY" dirty="0"/>
            </a:b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7801583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 err="1">
                <a:solidFill>
                  <a:srgbClr val="0000FF"/>
                </a:solidFill>
              </a:rPr>
              <a:t>AddRoundKey</a:t>
            </a:r>
            <a:endParaRPr lang="en-MY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9B0B1-1BBB-B0A0-EABF-4BA93251E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MY" dirty="0"/>
              <a:t>The </a:t>
            </a:r>
            <a:r>
              <a:rPr lang="en-MY" b="1" i="1" dirty="0" err="1">
                <a:solidFill>
                  <a:srgbClr val="0000FF"/>
                </a:solidFill>
              </a:rPr>
              <a:t>AddRoundKey</a:t>
            </a:r>
            <a:r>
              <a:rPr lang="en-MY" dirty="0"/>
              <a:t> operates at the column level using </a:t>
            </a:r>
            <a:r>
              <a:rPr lang="en-MY" b="1" dirty="0"/>
              <a:t>matrix addition </a:t>
            </a:r>
            <a:r>
              <a:rPr lang="en-MY" dirty="0"/>
              <a:t>using </a:t>
            </a:r>
            <a:r>
              <a:rPr lang="en-MY" b="1" dirty="0">
                <a:solidFill>
                  <a:srgbClr val="FF0000"/>
                </a:solidFill>
              </a:rPr>
              <a:t>exclusive-OR (XOR) </a:t>
            </a:r>
            <a:r>
              <a:rPr lang="en-MY" dirty="0"/>
              <a:t>operation.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8F04C1A4-D690-728D-5174-B244E1C02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60588" y="3556031"/>
            <a:ext cx="7270823" cy="2924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130989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717" y="787069"/>
            <a:ext cx="10077557" cy="649846"/>
          </a:xfrm>
        </p:spPr>
        <p:txBody>
          <a:bodyPr/>
          <a:lstStyle/>
          <a:p>
            <a:r>
              <a:rPr lang="en-US" dirty="0" err="1" smtClean="0"/>
              <a:t>AddRound</a:t>
            </a:r>
            <a:r>
              <a:rPr lang="en-US" dirty="0" smtClean="0"/>
              <a:t> Key. “</a:t>
            </a:r>
            <a:r>
              <a:rPr lang="en-US" dirty="0" err="1" smtClean="0"/>
              <a:t>i</a:t>
            </a:r>
            <a:r>
              <a:rPr lang="en-US" dirty="0" smtClean="0"/>
              <a:t>“ is the round No.</a:t>
            </a:r>
            <a:endParaRPr lang="en-MY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824" y="1535056"/>
            <a:ext cx="10077450" cy="29975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84663" y="53122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MY" dirty="0"/>
          </a:p>
        </p:txBody>
      </p:sp>
      <p:sp>
        <p:nvSpPr>
          <p:cNvPr id="10" name="Rectangle 1"/>
          <p:cNvSpPr txBox="1">
            <a:spLocks noChangeArrowheads="1"/>
          </p:cNvSpPr>
          <p:nvPr/>
        </p:nvSpPr>
        <p:spPr bwMode="auto">
          <a:xfrm>
            <a:off x="653142" y="4509617"/>
            <a:ext cx="909174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</a:rPr>
              <a:t>Round Key 0 = w0,w1,w2,w3​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</a:rPr>
              <a:t>Round Key 1 = w4,w5,w6,w7​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</a:rPr>
              <a:t>…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</a:rPr>
              <a:t>Round Key 4 = w16,w17,w18,w19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</a:rPr>
              <a:t>Encryption (</a:t>
            </a:r>
            <a:r>
              <a:rPr lang="en-US" altLang="en-US" sz="1800" dirty="0" err="1" smtClean="0">
                <a:latin typeface="Arial" panose="020B0604020202020204" pitchFamily="34" charset="0"/>
              </a:rPr>
              <a:t>StateNew</a:t>
            </a:r>
            <a:r>
              <a:rPr lang="en-US" altLang="en-US" sz="1800" dirty="0" smtClean="0">
                <a:latin typeface="Arial" panose="020B0604020202020204" pitchFamily="34" charset="0"/>
              </a:rPr>
              <a:t> = </a:t>
            </a:r>
            <a:r>
              <a:rPr lang="en-US" altLang="en-US" sz="1800" dirty="0" err="1" smtClean="0">
                <a:latin typeface="Arial" panose="020B0604020202020204" pitchFamily="34" charset="0"/>
              </a:rPr>
              <a:t>StateOld</a:t>
            </a:r>
            <a:r>
              <a:rPr lang="en-US" altLang="en-US" sz="1800" dirty="0" smtClean="0">
                <a:latin typeface="Arial" panose="020B0604020202020204" pitchFamily="34" charset="0"/>
              </a:rPr>
              <a:t> XOR </a:t>
            </a:r>
            <a:r>
              <a:rPr lang="en-US" altLang="en-US" sz="1800" dirty="0" err="1" smtClean="0">
                <a:latin typeface="Arial" panose="020B0604020202020204" pitchFamily="34" charset="0"/>
              </a:rPr>
              <a:t>RoundKey</a:t>
            </a:r>
            <a:r>
              <a:rPr lang="en-US" altLang="en-US" sz="1800" dirty="0" smtClean="0">
                <a:latin typeface="Arial" panose="020B0604020202020204" pitchFamily="34" charset="0"/>
              </a:rPr>
              <a:t>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</a:rPr>
              <a:t>Decryption (</a:t>
            </a:r>
            <a:r>
              <a:rPr lang="en-US" altLang="en-US" sz="1800" dirty="0" err="1" smtClean="0">
                <a:latin typeface="Arial" panose="020B0604020202020204" pitchFamily="34" charset="0"/>
              </a:rPr>
              <a:t>StateOld</a:t>
            </a:r>
            <a:r>
              <a:rPr lang="en-US" altLang="en-US" sz="1800" dirty="0" smtClean="0">
                <a:latin typeface="Arial" panose="020B0604020202020204" pitchFamily="34" charset="0"/>
              </a:rPr>
              <a:t> = </a:t>
            </a:r>
            <a:r>
              <a:rPr lang="en-US" altLang="en-US" sz="1800" dirty="0" err="1" smtClean="0">
                <a:latin typeface="Arial" panose="020B0604020202020204" pitchFamily="34" charset="0"/>
              </a:rPr>
              <a:t>StateNew</a:t>
            </a:r>
            <a:r>
              <a:rPr lang="en-US" altLang="en-US" sz="1800" dirty="0" smtClean="0">
                <a:latin typeface="Arial" panose="020B0604020202020204" pitchFamily="34" charset="0"/>
              </a:rPr>
              <a:t> XOR </a:t>
            </a:r>
            <a:r>
              <a:rPr lang="en-US" altLang="en-US" sz="1800" dirty="0" err="1" smtClean="0">
                <a:latin typeface="Arial" panose="020B0604020202020204" pitchFamily="34" charset="0"/>
              </a:rPr>
              <a:t>RoundKey</a:t>
            </a:r>
            <a:r>
              <a:rPr lang="en-US" altLang="en-US" sz="1800" dirty="0" smtClean="0">
                <a:latin typeface="Arial" panose="020B0604020202020204" pitchFamily="34" charset="0"/>
              </a:rPr>
              <a:t>)​</a:t>
            </a:r>
          </a:p>
        </p:txBody>
      </p:sp>
    </p:spTree>
    <p:extLst>
      <p:ext uri="{BB962C8B-B14F-4D97-AF65-F5344CB8AC3E}">
        <p14:creationId xmlns:p14="http://schemas.microsoft.com/office/powerpoint/2010/main" val="34153863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717" y="1"/>
            <a:ext cx="10077557" cy="696686"/>
          </a:xfrm>
        </p:spPr>
        <p:txBody>
          <a:bodyPr>
            <a:normAutofit/>
          </a:bodyPr>
          <a:lstStyle/>
          <a:p>
            <a:r>
              <a:rPr lang="en-US" dirty="0" smtClean="0"/>
              <a:t>AES Decryption</a:t>
            </a:r>
            <a:endParaRPr lang="en-MY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CE9B0B1-1BBB-B0A0-EABF-4BA93251E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992777"/>
            <a:ext cx="10077557" cy="5434656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 smtClean="0"/>
              <a:t>AES Encryption</a:t>
            </a:r>
          </a:p>
          <a:p>
            <a:pPr marL="800100" lvl="2" indent="-342900" algn="just"/>
            <a:r>
              <a:rPr lang="en-US" dirty="0" err="1" smtClean="0"/>
              <a:t>SubBytes</a:t>
            </a:r>
            <a:r>
              <a:rPr lang="en-US" dirty="0" smtClean="0"/>
              <a:t> Substitution =&gt; </a:t>
            </a:r>
            <a:r>
              <a:rPr lang="en-US" dirty="0" err="1" smtClean="0"/>
              <a:t>ShiftRows</a:t>
            </a:r>
            <a:r>
              <a:rPr lang="en-US" dirty="0" smtClean="0"/>
              <a:t> =&gt; </a:t>
            </a:r>
            <a:r>
              <a:rPr lang="en-US" dirty="0" err="1" smtClean="0"/>
              <a:t>MixColumns</a:t>
            </a:r>
            <a:r>
              <a:rPr lang="en-US" dirty="0" smtClean="0"/>
              <a:t> =&gt; Add Round Key</a:t>
            </a:r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 smtClean="0"/>
              <a:t>AES Decryption (not the same order)</a:t>
            </a:r>
          </a:p>
          <a:p>
            <a:pPr marL="800100" lvl="2" indent="-342900" algn="just"/>
            <a:r>
              <a:rPr lang="en-US" dirty="0" smtClean="0"/>
              <a:t>Inverse </a:t>
            </a:r>
            <a:r>
              <a:rPr lang="en-US" dirty="0" err="1" smtClean="0"/>
              <a:t>ShiftRows</a:t>
            </a:r>
            <a:r>
              <a:rPr lang="en-US" dirty="0" smtClean="0"/>
              <a:t> =&gt; Inverse </a:t>
            </a:r>
            <a:r>
              <a:rPr lang="en-US" dirty="0" err="1" smtClean="0"/>
              <a:t>SubBytes</a:t>
            </a:r>
            <a:r>
              <a:rPr lang="en-US" dirty="0" smtClean="0"/>
              <a:t> =&gt; Add </a:t>
            </a:r>
            <a:r>
              <a:rPr lang="en-US" dirty="0" err="1" smtClean="0"/>
              <a:t>RoundKey</a:t>
            </a:r>
            <a:r>
              <a:rPr lang="en-US" dirty="0" smtClean="0"/>
              <a:t> =&gt; </a:t>
            </a:r>
            <a:r>
              <a:rPr lang="en-US" dirty="0" err="1" smtClean="0"/>
              <a:t>MixColumn</a:t>
            </a:r>
            <a:endParaRPr lang="en-US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 smtClean="0"/>
              <a:t>This is done for performance &amp; Ease of implementation purposes</a:t>
            </a:r>
          </a:p>
        </p:txBody>
      </p:sp>
    </p:spTree>
    <p:extLst>
      <p:ext uri="{BB962C8B-B14F-4D97-AF65-F5344CB8AC3E}">
        <p14:creationId xmlns:p14="http://schemas.microsoft.com/office/powerpoint/2010/main" val="4924541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1112908" cy="5347402"/>
          </a:xfrm>
        </p:spPr>
        <p:txBody>
          <a:bodyPr/>
          <a:lstStyle/>
          <a:p>
            <a:pPr algn="ctr"/>
            <a:r>
              <a:rPr lang="en-MY" dirty="0"/>
              <a:t>ADVANCED ENCRYPTION </a:t>
            </a:r>
            <a:br>
              <a:rPr lang="en-MY" dirty="0"/>
            </a:br>
            <a:r>
              <a:rPr lang="en-MY" dirty="0"/>
              <a:t>STANDARD</a:t>
            </a:r>
            <a:br>
              <a:rPr lang="en-MY" dirty="0"/>
            </a:br>
            <a:r>
              <a:rPr lang="en-MY" dirty="0"/>
              <a:t>(AES)</a:t>
            </a:r>
            <a:br>
              <a:rPr lang="en-MY" dirty="0"/>
            </a:br>
            <a:r>
              <a:rPr lang="en-MY" dirty="0"/>
              <a:t/>
            </a:r>
            <a:br>
              <a:rPr lang="en-MY" dirty="0"/>
            </a:br>
            <a:r>
              <a:rPr lang="en-MY" sz="4800" dirty="0">
                <a:solidFill>
                  <a:srgbClr val="0000FF"/>
                </a:solidFill>
              </a:rPr>
              <a:t>Key Expansion</a:t>
            </a:r>
            <a:r>
              <a:rPr lang="en-MY" dirty="0"/>
              <a:t/>
            </a:r>
            <a:br>
              <a:rPr lang="en-MY" dirty="0"/>
            </a:br>
            <a:r>
              <a:rPr lang="en-MY" dirty="0"/>
              <a:t/>
            </a:r>
            <a:br>
              <a:rPr lang="en-MY" dirty="0"/>
            </a:b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5101199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>
                <a:solidFill>
                  <a:srgbClr val="0000FF"/>
                </a:solidFill>
              </a:rPr>
              <a:t>Key Expansion (Overview)</a:t>
            </a:r>
            <a:endParaRPr lang="en-MY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 algn="just">
                  <a:buFont typeface="Courier New" panose="02070309020205020404" pitchFamily="49" charset="0"/>
                  <a:buChar char="o"/>
                </a:pPr>
                <a:r>
                  <a:rPr lang="en-US" altLang="x-none" sz="2000" dirty="0"/>
                  <a:t>AES uses a key-expansion process to </a:t>
                </a:r>
                <a:r>
                  <a:rPr lang="en-US" altLang="x-none" sz="2000" b="1" dirty="0">
                    <a:solidFill>
                      <a:srgbClr val="FF0000"/>
                    </a:solidFill>
                  </a:rPr>
                  <a:t>create round key </a:t>
                </a:r>
                <a:r>
                  <a:rPr lang="en-US" altLang="x-none" sz="2000" dirty="0"/>
                  <a:t>for each round. </a:t>
                </a:r>
              </a:p>
              <a:p>
                <a:pPr marL="342900" indent="-342900" algn="just">
                  <a:buFont typeface="Courier New" panose="02070309020205020404" pitchFamily="49" charset="0"/>
                  <a:buChar char="o"/>
                </a:pPr>
                <a:r>
                  <a:rPr lang="en-US" altLang="x-none" sz="2000" dirty="0"/>
                  <a:t>If the number of rounds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altLang="x-non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altLang="x-none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MY" altLang="x-none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x-none" sz="2000" dirty="0"/>
                  <a:t> (based on the AES version used), the key-expansion routine creates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altLang="x-non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altLang="x-non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altLang="x-non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MY" altLang="x-non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MY" altLang="x-none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MY" altLang="x-none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altLang="x-none" sz="2000" dirty="0"/>
                  <a:t> of </a:t>
                </a:r>
                <a14:m>
                  <m:oMath xmlns:m="http://schemas.openxmlformats.org/officeDocument/2006/math">
                    <m:r>
                      <a:rPr lang="en-MY" altLang="x-none" sz="2000" b="0" i="1" smtClean="0"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lang="en-US" altLang="x-none" sz="2000" dirty="0"/>
                  <a:t>-bit round keys from one single 128-bit cipher key. </a:t>
                </a:r>
              </a:p>
              <a:p>
                <a:pPr marL="342900" indent="-342900" algn="just">
                  <a:buFont typeface="Courier New" panose="02070309020205020404" pitchFamily="49" charset="0"/>
                  <a:buChar char="o"/>
                </a:pPr>
                <a:r>
                  <a:rPr lang="en-US" altLang="x-none" dirty="0"/>
                  <a:t>The additional one key is used for the pre-round transformation </a:t>
                </a:r>
                <a:r>
                  <a:rPr lang="en-MY" b="1" i="1" dirty="0" err="1">
                    <a:solidFill>
                      <a:srgbClr val="0000FF"/>
                    </a:solidFill>
                  </a:rPr>
                  <a:t>AddRoundKey</a:t>
                </a:r>
                <a:r>
                  <a:rPr lang="en-US" altLang="x-none" dirty="0"/>
                  <a:t>.</a:t>
                </a:r>
              </a:p>
              <a:p>
                <a:pPr marL="342900" indent="-342900" algn="just">
                  <a:buFont typeface="Courier New" panose="02070309020205020404" pitchFamily="49" charset="0"/>
                  <a:buChar char="o"/>
                </a:pPr>
                <a:r>
                  <a:rPr lang="en-US" altLang="x-none" sz="2000" dirty="0"/>
                  <a:t>The key expansion routine creates round keys </a:t>
                </a:r>
                <a:r>
                  <a:rPr lang="en-US" altLang="x-none" sz="2000" b="1" dirty="0">
                    <a:solidFill>
                      <a:srgbClr val="00B050"/>
                    </a:solidFill>
                  </a:rPr>
                  <a:t>word by word </a:t>
                </a:r>
                <a:r>
                  <a:rPr lang="en-US" altLang="x-none" sz="2000" dirty="0"/>
                  <a:t>(an array of </a:t>
                </a:r>
                <a14:m>
                  <m:oMath xmlns:m="http://schemas.openxmlformats.org/officeDocument/2006/math">
                    <m:r>
                      <a:rPr lang="en-MY" altLang="x-none" sz="2000" b="1" i="1" smtClean="0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altLang="x-none" sz="2000" b="1" dirty="0"/>
                  <a:t> bytes</a:t>
                </a:r>
                <a:r>
                  <a:rPr lang="en-US" altLang="x-none" sz="2000" dirty="0"/>
                  <a:t>).</a:t>
                </a:r>
              </a:p>
              <a:p>
                <a:pPr marL="342900" indent="-342900" algn="just">
                  <a:buFont typeface="Courier New" panose="02070309020205020404" pitchFamily="49" charset="0"/>
                  <a:buChar char="o"/>
                </a:pPr>
                <a:r>
                  <a:rPr lang="en-US" altLang="x-none" dirty="0"/>
                  <a:t>In other words, AES-128 (</a:t>
                </a:r>
                <a14:m>
                  <m:oMath xmlns:m="http://schemas.openxmlformats.org/officeDocument/2006/math">
                    <m:r>
                      <a:rPr lang="en-MY" altLang="x-none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altLang="x-none" dirty="0"/>
                  <a:t> rounds) has a total of </a:t>
                </a:r>
                <a14:m>
                  <m:oMath xmlns:m="http://schemas.openxmlformats.org/officeDocument/2006/math">
                    <m:r>
                      <a:rPr lang="en-MY" altLang="x-none" sz="2000" b="0" i="1" smtClean="0"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lang="en-US" altLang="x-none" sz="2000" dirty="0"/>
                  <a:t> words, AES-192 has a total of </a:t>
                </a:r>
                <a14:m>
                  <m:oMath xmlns:m="http://schemas.openxmlformats.org/officeDocument/2006/math">
                    <m:r>
                      <a:rPr lang="en-MY" altLang="x-none" b="0" i="1" smtClean="0"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lang="en-US" altLang="x-none" sz="2000" dirty="0"/>
                  <a:t> words, and AES-256 has a total of </a:t>
                </a:r>
                <a14:m>
                  <m:oMath xmlns:m="http://schemas.openxmlformats.org/officeDocument/2006/math">
                    <m:r>
                      <a:rPr lang="en-MY" altLang="x-none" b="0" i="1" smtClean="0"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lang="en-US" altLang="x-none" sz="2000" dirty="0"/>
                  <a:t> words.</a:t>
                </a:r>
              </a:p>
              <a:p>
                <a:pPr marL="342900" indent="-342900" algn="just">
                  <a:buFont typeface="Courier New" panose="02070309020205020404" pitchFamily="49" charset="0"/>
                  <a:buChar char="o"/>
                </a:pPr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4" t="-687" r="-6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8088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>
                <a:solidFill>
                  <a:srgbClr val="0000FF"/>
                </a:solidFill>
              </a:rPr>
              <a:t>Key Expansion (Overview)</a:t>
            </a:r>
            <a:endParaRPr lang="en-MY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9B0B1-1BBB-B0A0-EABF-4BA93251E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521885"/>
            <a:ext cx="10077557" cy="3887793"/>
          </a:xfrm>
        </p:spPr>
        <p:txBody>
          <a:bodyPr>
            <a:normAutofit/>
          </a:bodyPr>
          <a:lstStyle/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MY" dirty="0"/>
              <a:t>The following table shows the general words created for each round.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endParaRPr lang="en-MY" dirty="0"/>
          </a:p>
          <a:p>
            <a:pPr marL="342900" indent="-342900" algn="just">
              <a:buFont typeface="Courier New" panose="02070309020205020404" pitchFamily="49" charset="0"/>
              <a:buChar char="o"/>
            </a:pPr>
            <a:endParaRPr lang="en-MY" dirty="0"/>
          </a:p>
          <a:p>
            <a:pPr marL="342900" indent="-342900" algn="just">
              <a:buFont typeface="Courier New" panose="02070309020205020404" pitchFamily="49" charset="0"/>
              <a:buChar char="o"/>
            </a:pPr>
            <a:endParaRPr lang="en-MY" dirty="0"/>
          </a:p>
          <a:p>
            <a:pPr marL="342900" indent="-342900" algn="just">
              <a:buFont typeface="Courier New" panose="02070309020205020404" pitchFamily="49" charset="0"/>
              <a:buChar char="o"/>
            </a:pPr>
            <a:endParaRPr lang="en-MY" dirty="0"/>
          </a:p>
          <a:p>
            <a:pPr algn="just"/>
            <a:endParaRPr lang="en-MY" dirty="0"/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MY" dirty="0"/>
              <a:t>As a demonstration, in next few slides, we consider the key expansion in </a:t>
            </a:r>
            <a:r>
              <a:rPr lang="en-MY" b="1" dirty="0">
                <a:solidFill>
                  <a:srgbClr val="FF0000"/>
                </a:solidFill>
              </a:rPr>
              <a:t>AES-128</a:t>
            </a:r>
            <a:r>
              <a:rPr lang="en-MY" dirty="0"/>
              <a:t> by observing how the round key is created from words.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76EDAB-49B3-A641-BD55-4A8E04232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668" y="2998529"/>
            <a:ext cx="5100406" cy="223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6778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717" y="69670"/>
            <a:ext cx="10077557" cy="696684"/>
          </a:xfrm>
        </p:spPr>
        <p:txBody>
          <a:bodyPr>
            <a:normAutofit/>
          </a:bodyPr>
          <a:lstStyle/>
          <a:p>
            <a:r>
              <a:rPr lang="en-US" dirty="0" smtClean="0"/>
              <a:t>Key Expansion Overview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450080" y="1079863"/>
                <a:ext cx="7532913" cy="3580279"/>
              </a:xfrm>
            </p:spPr>
            <p:txBody>
              <a:bodyPr/>
              <a:lstStyle/>
              <a:p>
                <a:pPr marL="342900" indent="-342900">
                  <a:buFontTx/>
                  <a:buChar char="-"/>
                </a:pPr>
                <a:r>
                  <a:rPr lang="en-US" sz="1800" dirty="0" smtClean="0"/>
                  <a:t>Initial 128 bits key is put into 4 word w0,… w3 for round 0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sz="1800" dirty="0" smtClean="0"/>
                  <a:t>w4 = g(w3) ; g is a function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sz="1800" dirty="0" smtClean="0"/>
                  <a:t>w4 to w7 will feed as round 1 key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sz="1800" dirty="0" smtClean="0"/>
                  <a:t>w40 to w43 will feed as round 10 key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sz="1800" dirty="0"/>
                  <a:t>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MY" sz="1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MY" sz="18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1800" i="1">
                            <a:latin typeface="Cambria Math" panose="02040503050406030204" pitchFamily="18" charset="0"/>
                          </a:rPr>
                          <m:t> 4</m:t>
                        </m:r>
                      </m:e>
                    </m:d>
                    <m:r>
                      <a:rPr lang="en-MY" sz="1800" i="1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MY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MY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MY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MY" sz="1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MY" sz="1800" i="1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MY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MY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MY" sz="1800" i="1">
                            <a:latin typeface="Cambria Math" panose="02040503050406030204" pitchFamily="18" charset="0"/>
                          </a:rPr>
                          <m:t>−4</m:t>
                        </m:r>
                      </m:sub>
                    </m:sSub>
                  </m:oMath>
                </a14:m>
                <a:r>
                  <a:rPr lang="en-US" sz="1800" dirty="0" smtClean="0"/>
                  <a:t> (for all “</a:t>
                </a:r>
                <a:r>
                  <a:rPr lang="en-US" sz="1800" dirty="0" err="1" smtClean="0"/>
                  <a:t>i</a:t>
                </a:r>
                <a:r>
                  <a:rPr lang="en-US" sz="1800" dirty="0" smtClean="0"/>
                  <a:t>” not multiple of 4)</a:t>
                </a:r>
              </a:p>
              <a:p>
                <a:pPr marL="342900" indent="-342900">
                  <a:buFontTx/>
                  <a:buChar char="-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MY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MY" sz="1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MY" sz="18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1800" i="1">
                            <a:latin typeface="Cambria Math" panose="02040503050406030204" pitchFamily="18" charset="0"/>
                          </a:rPr>
                          <m:t> 4</m:t>
                        </m:r>
                      </m:e>
                    </m:d>
                    <m:r>
                      <a:rPr lang="en-MY" sz="1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MY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18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MY" sz="1800" i="1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MY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MY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MY" sz="1800" i="1">
                            <a:latin typeface="Cambria Math" panose="02040503050406030204" pitchFamily="18" charset="0"/>
                          </a:rPr>
                          <m:t>−4</m:t>
                        </m:r>
                      </m:sub>
                    </m:sSub>
                  </m:oMath>
                </a14:m>
                <a:r>
                  <a:rPr lang="en-US" sz="1800" dirty="0" smtClean="0"/>
                  <a:t> (the g function)</a:t>
                </a:r>
              </a:p>
              <a:p>
                <a:r>
                  <a:rPr lang="en-US" dirty="0" smtClean="0"/>
                  <a:t>- </a:t>
                </a:r>
                <a:endParaRPr lang="en-MY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0080" y="1079863"/>
                <a:ext cx="7532913" cy="3580279"/>
              </a:xfrm>
              <a:blipFill>
                <a:blip r:embed="rId2"/>
                <a:stretch>
                  <a:fillRect l="-809" t="-68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736" y="979987"/>
            <a:ext cx="2867161" cy="573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033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F48327-E291-E9AE-2836-DB238FDE176A}"/>
              </a:ext>
            </a:extLst>
          </p:cNvPr>
          <p:cNvSpPr/>
          <p:nvPr/>
        </p:nvSpPr>
        <p:spPr>
          <a:xfrm>
            <a:off x="2840854" y="5859262"/>
            <a:ext cx="4962618" cy="648070"/>
          </a:xfrm>
          <a:prstGeom prst="rect">
            <a:avLst/>
          </a:prstGeom>
          <a:solidFill>
            <a:srgbClr val="EBF5A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>
                <a:solidFill>
                  <a:srgbClr val="0000FF"/>
                </a:solidFill>
              </a:rPr>
              <a:t>Key Expansion (</a:t>
            </a:r>
            <a:r>
              <a:rPr lang="en-MY" sz="4000" dirty="0">
                <a:solidFill>
                  <a:srgbClr val="FF0000"/>
                </a:solidFill>
              </a:rPr>
              <a:t>AES-128</a:t>
            </a:r>
            <a:r>
              <a:rPr lang="en-MY" sz="4000" dirty="0">
                <a:solidFill>
                  <a:srgbClr val="0000FF"/>
                </a:solidFill>
              </a:rPr>
              <a:t>)</a:t>
            </a:r>
            <a:endParaRPr lang="en-MY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5717" y="2521885"/>
                <a:ext cx="10077557" cy="4029835"/>
              </a:xfrm>
            </p:spPr>
            <p:txBody>
              <a:bodyPr>
                <a:noAutofit/>
              </a:bodyPr>
              <a:lstStyle/>
              <a:p>
                <a:pPr marL="457200" indent="-457200" algn="just">
                  <a:buFont typeface="+mj-lt"/>
                  <a:buAutoNum type="arabicPeriod"/>
                </a:pPr>
                <a:r>
                  <a:rPr lang="en-US" b="0" i="0" u="none" strike="noStrike" baseline="0" dirty="0"/>
                  <a:t>The first four words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b="0" i="1" u="none" strike="noStrike" baseline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0" i="1" u="none" strike="noStrike" baseline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MY" b="0" i="1" u="none" strike="noStrike" baseline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MY" b="0" i="1" u="none" strike="noStrike" baseline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b="0" i="1" u="none" strike="noStrike" baseline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0" i="1" u="none" strike="noStrike" baseline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MY" b="0" i="1" u="none" strike="noStrike" baseline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MY" b="0" i="1" u="none" strike="noStrike" baseline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b="0" i="1" u="none" strike="noStrike" baseline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0" i="1" u="none" strike="noStrike" baseline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MY" b="0" i="1" u="none" strike="noStrike" baseline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MY" b="0" i="1" u="none" strike="noStrike" baseline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b="0" i="1" u="none" strike="noStrike" baseline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0" i="1" u="none" strike="noStrike" baseline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MY" b="0" i="1" u="none" strike="noStrike" baseline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i="0" u="none" strike="noStrike" baseline="0" dirty="0"/>
                  <a:t> are made from the </a:t>
                </a:r>
                <a:r>
                  <a:rPr lang="en-US" b="1" i="0" u="none" strike="noStrike" baseline="0" dirty="0">
                    <a:solidFill>
                      <a:srgbClr val="00B050"/>
                    </a:solidFill>
                  </a:rPr>
                  <a:t>cipher key</a:t>
                </a:r>
                <a:r>
                  <a:rPr lang="en-US" b="0" i="0" u="none" strike="noStrike" baseline="0" dirty="0"/>
                  <a:t>. The cipher key is thought of as an array of </a:t>
                </a:r>
                <a14:m>
                  <m:oMath xmlns:m="http://schemas.openxmlformats.org/officeDocument/2006/math">
                    <m:r>
                      <a:rPr lang="en-MY" b="0" i="1" u="none" strike="noStrike" baseline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b="0" i="0" u="none" strike="noStrike" baseline="0" dirty="0"/>
                  <a:t> bytes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b="0" i="1" u="none" strike="noStrike" baseline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0" i="1" u="none" strike="noStrike" baseline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MY" b="0" i="1" u="none" strike="noStrike" baseline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MY" b="0" i="1" u="none" strike="noStrike" baseline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MY" b="0" i="0" u="none" strike="noStrike" baseline="0" smtClean="0">
                            <a:latin typeface="Cambria Math" panose="02040503050406030204" pitchFamily="18" charset="0"/>
                          </a:rPr>
                          <m:t>to</m:t>
                        </m:r>
                        <m:r>
                          <a:rPr lang="en-MY" b="0" i="1" u="none" strike="noStrike" baseline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MY" b="0" i="1" u="none" strike="noStrike" baseline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0" i="1" u="none" strike="noStrike" baseline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MY" b="0" i="1" u="none" strike="noStrike" baseline="0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i="0" u="none" strike="noStrike" baseline="0" dirty="0"/>
                  <a:t>. The first four bytes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MY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MY">
                            <a:latin typeface="Cambria Math" panose="02040503050406030204" pitchFamily="18" charset="0"/>
                          </a:rPr>
                          <m:t>to</m:t>
                        </m:r>
                        <m:r>
                          <a:rPr lang="en-MY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MY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i="0" u="none" strike="noStrike" baseline="0" dirty="0"/>
                  <a:t>become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MY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i="0" u="none" strike="noStrike" baseline="0" dirty="0"/>
                  <a:t>; the next four bytes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MY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MY">
                            <a:latin typeface="Cambria Math" panose="02040503050406030204" pitchFamily="18" charset="0"/>
                          </a:rPr>
                          <m:t>to</m:t>
                        </m:r>
                        <m:r>
                          <a:rPr lang="en-MY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e>
                    </m:d>
                    <m:r>
                      <a:rPr lang="en-MY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i="0" u="none" strike="noStrike" baseline="0" dirty="0"/>
                  <a:t>become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0" i="0" u="none" strike="noStrike" baseline="0" dirty="0"/>
                  <a:t>; and so on. </a:t>
                </a: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en-US" b="0" i="0" u="none" strike="noStrike" baseline="0" dirty="0"/>
                  <a:t>The rest of the words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u="none" strike="noStrike" baseline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MY" b="0" i="1" u="none" strike="noStrike" baseline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i="0" u="none" strike="noStrike" baseline="0" dirty="0"/>
                  <a:t> for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=4,…,43</m:t>
                    </m:r>
                  </m:oMath>
                </a14:m>
                <a:r>
                  <a:rPr lang="en-US" b="0" i="0" u="none" strike="noStrike" baseline="0" dirty="0"/>
                  <a:t>) are made as follows:</a:t>
                </a:r>
                <a:endParaRPr lang="en-US" dirty="0"/>
              </a:p>
              <a:p>
                <a:pPr marL="800100" lvl="2" indent="-342900" algn="just">
                  <a:buFont typeface="+mj-lt"/>
                  <a:buAutoNum type="alphaLcPeriod"/>
                </a:pPr>
                <a:r>
                  <a:rPr lang="en-US" sz="2000" b="0" i="0" u="none" strike="noStrike" baseline="0" dirty="0"/>
                  <a:t>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u="none" strike="noStrike" baseline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MY" sz="2000" b="0" i="1" u="none" strike="noStrike" baseline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MY" sz="2000" b="0" i="0" u="none" strike="noStrike" baseline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 b="0" i="1" u="none" strike="noStrike" baseline="0" smtClean="0">
                            <a:latin typeface="Cambria Math" panose="02040503050406030204" pitchFamily="18" charset="0"/>
                          </a:rPr>
                          <m:t> 4</m:t>
                        </m:r>
                      </m:e>
                    </m:d>
                    <m:r>
                      <a:rPr lang="en-MY" sz="2000" b="0" i="1" u="none" strike="noStrike" baseline="0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sz="2000" b="0" i="0" u="none" strike="noStrike" baseline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sub>
                    </m:sSub>
                  </m:oMath>
                </a14:m>
                <a:r>
                  <a:rPr lang="en-US" sz="2000" b="0" i="0" u="none" strike="noStrike" baseline="0" dirty="0"/>
                  <a:t>.</a:t>
                </a:r>
              </a:p>
              <a:p>
                <a:pPr marL="800100" lvl="2" indent="-342900" algn="just">
                  <a:buFont typeface="+mj-lt"/>
                  <a:buAutoNum type="alphaLcPeriod"/>
                </a:pPr>
                <a:r>
                  <a:rPr lang="en-US" sz="2000" b="0" i="0" u="none" strike="noStrike" baseline="0" dirty="0"/>
                  <a:t>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u="none" strike="noStrike" baseline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MY" sz="2000" b="0" i="1" u="none" strike="noStrike" baseline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MY" sz="2000" b="0" i="0" u="none" strike="noStrike" baseline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 b="0" i="1" u="none" strike="noStrike" baseline="0" smtClean="0">
                            <a:latin typeface="Cambria Math" panose="02040503050406030204" pitchFamily="18" charset="0"/>
                          </a:rPr>
                          <m:t> 4</m:t>
                        </m:r>
                      </m:e>
                    </m:d>
                    <m:r>
                      <a:rPr lang="en-MY" sz="2000" b="0" i="1" u="none" strike="noStrike" baseline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b="0" i="0" u="none" strike="noStrike" baseline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sub>
                    </m:sSub>
                  </m:oMath>
                </a14:m>
                <a:r>
                  <a:rPr lang="en-US" sz="2000" b="0" i="0" u="none" strike="noStrike" baseline="0" dirty="0"/>
                  <a:t>. Here</a:t>
                </a:r>
                <a:r>
                  <a:rPr lang="en-MY" sz="2000" dirty="0"/>
                  <a:t> </a:t>
                </a:r>
                <a14:m>
                  <m:oMath xmlns:m="http://schemas.openxmlformats.org/officeDocument/2006/math">
                    <m:r>
                      <a:rPr lang="en-MY" sz="20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b="0" i="0" u="none" strike="noStrike" baseline="0" dirty="0"/>
                  <a:t>, a temporary word, is the result of applying two routines, </a:t>
                </a:r>
                <a:r>
                  <a:rPr lang="en-US" sz="2000" b="1" i="1" u="none" strike="noStrike" baseline="0" dirty="0" err="1">
                    <a:solidFill>
                      <a:srgbClr val="0070C0"/>
                    </a:solidFill>
                  </a:rPr>
                  <a:t>SubWord</a:t>
                </a:r>
                <a:r>
                  <a:rPr lang="en-US" sz="2000" b="0" i="0" u="none" strike="noStrike" baseline="0" dirty="0"/>
                  <a:t> and </a:t>
                </a:r>
                <a:r>
                  <a:rPr lang="en-US" sz="2000" b="1" i="1" u="none" strike="noStrike" baseline="0" dirty="0" err="1">
                    <a:solidFill>
                      <a:srgbClr val="00B050"/>
                    </a:solidFill>
                  </a:rPr>
                  <a:t>RotWord</a:t>
                </a:r>
                <a:r>
                  <a:rPr lang="en-US" sz="2000" b="0" i="0" u="none" strike="noStrike" baseline="0" dirty="0"/>
                  <a:t>, on</a:t>
                </a:r>
                <a:r>
                  <a:rPr lang="en-US" sz="2000" b="0" i="0" u="none" strike="noStrik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u="none" strike="noStrik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u="none" strike="noStrike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MY" sz="2000" b="0" i="1" u="none" strike="noStrike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MY" sz="2000" b="0" i="1" u="none" strike="noStrike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000" b="0" i="0" u="none" strike="noStrike" baseline="0" dirty="0"/>
                  <a:t> and XOR the result with a </a:t>
                </a:r>
                <a:r>
                  <a:rPr lang="en-US" sz="2000" b="1" i="0" u="none" strike="noStrike" baseline="0" dirty="0">
                    <a:solidFill>
                      <a:srgbClr val="0000FF"/>
                    </a:solidFill>
                  </a:rPr>
                  <a:t>round constants</a:t>
                </a:r>
                <a:r>
                  <a:rPr lang="en-US" sz="2000" b="0" i="0" u="none" strike="noStrike" baseline="0" dirty="0"/>
                  <a:t>, </a:t>
                </a:r>
                <a:r>
                  <a:rPr lang="en-US" sz="2000" b="1" i="1" u="none" strike="noStrike" baseline="0" dirty="0" err="1">
                    <a:solidFill>
                      <a:srgbClr val="0000FF"/>
                    </a:solidFill>
                  </a:rPr>
                  <a:t>RCon</a:t>
                </a:r>
                <a:r>
                  <a:rPr lang="en-US" sz="2000" b="0" i="0" u="none" strike="noStrike" baseline="0" dirty="0"/>
                  <a:t>. In other words, we have</a:t>
                </a:r>
              </a:p>
              <a:p>
                <a:pPr marL="800100" lvl="2" indent="-342900" algn="just">
                  <a:buFont typeface="+mj-lt"/>
                  <a:buAutoNum type="alphaLcPeriod"/>
                </a:pPr>
                <a:endParaRPr lang="en-US" sz="2000" b="0" i="0" u="none" strike="noStrike" baseline="0" dirty="0"/>
              </a:p>
              <a:p>
                <a:pPr lvl="2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MY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MY" sz="2000" b="0" i="0" smtClean="0">
                          <a:latin typeface="Cambria Math" panose="02040503050406030204" pitchFamily="18" charset="0"/>
                        </a:rPr>
                        <m:t>SubWord</m:t>
                      </m:r>
                      <m:d>
                        <m:dPr>
                          <m:ctrlPr>
                            <a:rPr lang="en-MY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sz="2000" b="0" i="0" smtClean="0">
                              <a:latin typeface="Cambria Math" panose="02040503050406030204" pitchFamily="18" charset="0"/>
                            </a:rPr>
                            <m:t>RotWord</m:t>
                          </m:r>
                          <m:d>
                            <m:dPr>
                              <m:ctrlPr>
                                <a:rPr lang="en-MY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MY" sz="20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MY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MY" sz="2000" i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en-MY" sz="20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en-MY" sz="2000" i="0"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lang="en-MY" sz="20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f>
                            <m:fPr>
                              <m:ctrlPr>
                                <a:rPr lang="en-MY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MY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en-MY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sub>
                      </m:sSub>
                    </m:oMath>
                  </m:oMathPara>
                </a14:m>
                <a:endParaRPr lang="en-US" sz="2000" b="0" i="0" u="none" strike="noStrike" baseline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717" y="2521885"/>
                <a:ext cx="10077557" cy="4029835"/>
              </a:xfrm>
              <a:blipFill>
                <a:blip r:embed="rId2"/>
                <a:stretch>
                  <a:fillRect l="-665" t="-756" r="-6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84343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6" y="-240543"/>
            <a:ext cx="10077557" cy="1325563"/>
          </a:xfrm>
        </p:spPr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>
                <a:solidFill>
                  <a:srgbClr val="0000FF"/>
                </a:solidFill>
              </a:rPr>
              <a:t>Key Expansion (</a:t>
            </a:r>
            <a:r>
              <a:rPr lang="en-MY" sz="4000" dirty="0">
                <a:solidFill>
                  <a:srgbClr val="FF0000"/>
                </a:solidFill>
              </a:rPr>
              <a:t>AES-128</a:t>
            </a:r>
            <a:r>
              <a:rPr lang="en-MY" sz="4000" dirty="0">
                <a:solidFill>
                  <a:srgbClr val="0000FF"/>
                </a:solidFill>
              </a:rPr>
              <a:t>)</a:t>
            </a:r>
            <a:endParaRPr lang="en-MY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5716" y="1180765"/>
                <a:ext cx="10077557" cy="3549045"/>
              </a:xfrm>
            </p:spPr>
            <p:txBody>
              <a:bodyPr/>
              <a:lstStyle/>
              <a:p>
                <a:pPr marL="342900" indent="-342900" algn="just">
                  <a:buFont typeface="Wingdings" panose="05000000000000000000" pitchFamily="2" charset="2"/>
                  <a:buChar char="v"/>
                </a:pPr>
                <a:r>
                  <a:rPr lang="en-US" dirty="0"/>
                  <a:t>The </a:t>
                </a:r>
                <a:r>
                  <a:rPr lang="en-US" b="1" dirty="0"/>
                  <a:t>temporary word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000" b="1" u="none" strike="noStrike" baseline="0" dirty="0"/>
                  <a:t> </a:t>
                </a:r>
                <a:r>
                  <a:rPr lang="en-US" sz="2000" u="none" strike="noStrike" baseline="0" dirty="0"/>
                  <a:t>computations: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Ø"/>
                </a:pPr>
                <a:r>
                  <a:rPr lang="en-US" sz="2000" b="1" i="1" u="none" strike="noStrike" baseline="0" dirty="0" smtClean="0">
                    <a:solidFill>
                      <a:srgbClr val="00B050"/>
                    </a:solidFill>
                  </a:rPr>
                  <a:t>1</a:t>
                </a:r>
                <a:r>
                  <a:rPr lang="en-US" sz="2000" b="1" i="1" u="none" strike="noStrike" baseline="30000" dirty="0" smtClean="0">
                    <a:solidFill>
                      <a:srgbClr val="00B050"/>
                    </a:solidFill>
                  </a:rPr>
                  <a:t>st</a:t>
                </a:r>
                <a:r>
                  <a:rPr lang="en-US" sz="2000" b="1" i="1" u="none" strike="noStrike" baseline="0" dirty="0" smtClean="0">
                    <a:solidFill>
                      <a:srgbClr val="00B050"/>
                    </a:solidFill>
                  </a:rPr>
                  <a:t>: </a:t>
                </a:r>
                <a:r>
                  <a:rPr lang="en-US" sz="2000" b="1" i="1" u="none" strike="noStrike" baseline="0" dirty="0" err="1" smtClean="0">
                    <a:solidFill>
                      <a:srgbClr val="00B050"/>
                    </a:solidFill>
                  </a:rPr>
                  <a:t>RotWord</a:t>
                </a:r>
                <a:r>
                  <a:rPr lang="en-MY" dirty="0"/>
                  <a:t>: Similar to </a:t>
                </a:r>
                <a:r>
                  <a:rPr lang="en-MY" b="1" i="1" dirty="0" err="1">
                    <a:solidFill>
                      <a:srgbClr val="C00000"/>
                    </a:solidFill>
                  </a:rPr>
                  <a:t>ShiftRows</a:t>
                </a:r>
                <a:r>
                  <a:rPr lang="en-MY" dirty="0"/>
                  <a:t> transformation but left-shift only 1 word to the left with wrapping.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b="1" i="1" u="none" strike="noStrike" baseline="0" dirty="0" smtClean="0">
                    <a:solidFill>
                      <a:srgbClr val="0070C0"/>
                    </a:solidFill>
                  </a:rPr>
                  <a:t>2</a:t>
                </a:r>
                <a:r>
                  <a:rPr lang="en-US" sz="2000" b="1" i="1" u="none" strike="noStrike" baseline="30000" dirty="0" smtClean="0">
                    <a:solidFill>
                      <a:srgbClr val="0070C0"/>
                    </a:solidFill>
                  </a:rPr>
                  <a:t>nd</a:t>
                </a:r>
                <a:r>
                  <a:rPr lang="en-US" sz="2000" b="1" i="1" u="none" strike="noStrike" baseline="0" dirty="0" smtClean="0">
                    <a:solidFill>
                      <a:srgbClr val="0070C0"/>
                    </a:solidFill>
                  </a:rPr>
                  <a:t>: </a:t>
                </a:r>
                <a:r>
                  <a:rPr lang="en-US" sz="2000" b="1" i="1" u="none" strike="noStrike" baseline="0" dirty="0" err="1" smtClean="0">
                    <a:solidFill>
                      <a:srgbClr val="0070C0"/>
                    </a:solidFill>
                  </a:rPr>
                  <a:t>SubWord</a:t>
                </a:r>
                <a:r>
                  <a:rPr lang="en-US" sz="2000" b="1" i="1" u="none" strike="noStrike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MY" dirty="0"/>
                  <a:t>: Similar to </a:t>
                </a:r>
                <a:r>
                  <a:rPr lang="en-MY" b="1" i="1" dirty="0" err="1">
                    <a:solidFill>
                      <a:srgbClr val="7030A0"/>
                    </a:solidFill>
                  </a:rPr>
                  <a:t>SubBytes</a:t>
                </a:r>
                <a:r>
                  <a:rPr lang="en-MY" dirty="0"/>
                  <a:t> transformation. </a:t>
                </a:r>
                <a:br>
                  <a:rPr lang="en-MY" dirty="0"/>
                </a:br>
                <a:r>
                  <a:rPr lang="en-MY" dirty="0"/>
                  <a:t>The exact same </a:t>
                </a:r>
                <a:r>
                  <a:rPr lang="en-MY" b="1" i="1" dirty="0" err="1">
                    <a:solidFill>
                      <a:srgbClr val="7030A0"/>
                    </a:solidFill>
                  </a:rPr>
                  <a:t>SubBytes</a:t>
                </a:r>
                <a:r>
                  <a:rPr lang="en-MY" dirty="0"/>
                  <a:t> table is used.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b="1" i="1" u="none" strike="noStrike" baseline="0" dirty="0" smtClean="0">
                    <a:solidFill>
                      <a:srgbClr val="0000FF"/>
                    </a:solidFill>
                  </a:rPr>
                  <a:t>3</a:t>
                </a:r>
                <a:r>
                  <a:rPr lang="en-US" sz="2000" b="1" i="1" u="none" strike="noStrike" baseline="30000" dirty="0" smtClean="0">
                    <a:solidFill>
                      <a:srgbClr val="0000FF"/>
                    </a:solidFill>
                  </a:rPr>
                  <a:t>rd</a:t>
                </a:r>
                <a:r>
                  <a:rPr lang="en-US" sz="2000" b="1" i="1" u="none" strike="noStrike" baseline="0" dirty="0" smtClean="0">
                    <a:solidFill>
                      <a:srgbClr val="0000FF"/>
                    </a:solidFill>
                  </a:rPr>
                  <a:t>: XOR with Round Constant:</a:t>
                </a:r>
                <a:r>
                  <a:rPr lang="en-US" sz="2000" b="1" i="1" u="none" strike="noStrike" dirty="0" smtClean="0">
                    <a:solidFill>
                      <a:srgbClr val="0000FF"/>
                    </a:solidFill>
                  </a:rPr>
                  <a:t> </a:t>
                </a:r>
                <a:r>
                  <a:rPr lang="en-US" sz="2000" b="1" i="1" u="none" strike="noStrike" baseline="0" dirty="0" err="1" smtClean="0">
                    <a:solidFill>
                      <a:srgbClr val="0000FF"/>
                    </a:solidFill>
                  </a:rPr>
                  <a:t>RCon</a:t>
                </a:r>
                <a:r>
                  <a:rPr lang="en-US" sz="2000" b="1" i="1" u="none" strike="noStrike" baseline="0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MY" dirty="0"/>
                  <a:t>: A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MY" dirty="0"/>
                  <a:t>-byte value that rightmost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MY" dirty="0"/>
                  <a:t> bytes </a:t>
                </a:r>
                <a:br>
                  <a:rPr lang="en-MY" dirty="0"/>
                </a:br>
                <a:r>
                  <a:rPr lang="en-MY" dirty="0"/>
                  <a:t>are always zero.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716" y="1180765"/>
                <a:ext cx="10077557" cy="3549045"/>
              </a:xfrm>
              <a:blipFill>
                <a:blip r:embed="rId2"/>
                <a:stretch>
                  <a:fillRect l="-544" t="-859" r="-6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2">
            <a:extLst>
              <a:ext uri="{FF2B5EF4-FFF2-40B4-BE49-F238E27FC236}">
                <a16:creationId xmlns:a16="http://schemas.microsoft.com/office/drawing/2014/main" id="{65C1E680-09FF-07F0-7EA8-1B4D0F0CC2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89"/>
          <a:stretch/>
        </p:blipFill>
        <p:spPr bwMode="auto">
          <a:xfrm>
            <a:off x="6160471" y="3760083"/>
            <a:ext cx="5599203" cy="2720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26329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716" y="78377"/>
            <a:ext cx="10077557" cy="49638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G-Function 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0010" y="640834"/>
            <a:ext cx="6949441" cy="3008057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Inside the function</a:t>
            </a:r>
          </a:p>
          <a:p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Rotate left 1 byte</a:t>
            </a:r>
          </a:p>
          <a:p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: </a:t>
            </a:r>
            <a:r>
              <a:rPr lang="en-US" dirty="0" err="1" smtClean="0"/>
              <a:t>SubBytes</a:t>
            </a:r>
            <a:r>
              <a:rPr lang="en-US" dirty="0" smtClean="0"/>
              <a:t> Transformation using the same </a:t>
            </a:r>
            <a:r>
              <a:rPr lang="en-US" dirty="0" err="1" smtClean="0"/>
              <a:t>SubBytes</a:t>
            </a:r>
            <a:r>
              <a:rPr lang="en-US" dirty="0" smtClean="0"/>
              <a:t> table </a:t>
            </a:r>
          </a:p>
          <a:p>
            <a:r>
              <a:rPr lang="en-US" dirty="0" smtClean="0"/>
              <a:t>3</a:t>
            </a:r>
            <a:r>
              <a:rPr lang="en-US" baseline="30000" dirty="0" smtClean="0"/>
              <a:t>rd</a:t>
            </a:r>
            <a:r>
              <a:rPr lang="en-US" dirty="0" smtClean="0"/>
              <a:t>: XOR with  </a:t>
            </a:r>
            <a:r>
              <a:rPr lang="en-US" dirty="0" err="1" smtClean="0"/>
              <a:t>Rcon</a:t>
            </a:r>
            <a:r>
              <a:rPr lang="en-US" dirty="0" smtClean="0"/>
              <a:t> (refer to table below)</a:t>
            </a:r>
          </a:p>
          <a:p>
            <a:endParaRPr lang="en-US" dirty="0"/>
          </a:p>
          <a:p>
            <a:r>
              <a:rPr lang="en-US" dirty="0" smtClean="0"/>
              <a:t>Note: g-function is a name only</a:t>
            </a:r>
            <a:br>
              <a:rPr lang="en-US" dirty="0" smtClean="0"/>
            </a:br>
            <a:endParaRPr lang="en-US" dirty="0" smtClean="0"/>
          </a:p>
          <a:p>
            <a:endParaRPr lang="en-MY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60" y="912767"/>
            <a:ext cx="3133725" cy="5067300"/>
          </a:xfrm>
          <a:prstGeom prst="rect">
            <a:avLst/>
          </a:prstGeom>
        </p:spPr>
      </p:pic>
      <p:pic>
        <p:nvPicPr>
          <p:cNvPr id="5" name="Picture 12">
            <a:extLst>
              <a:ext uri="{FF2B5EF4-FFF2-40B4-BE49-F238E27FC236}">
                <a16:creationId xmlns:a16="http://schemas.microsoft.com/office/drawing/2014/main" id="{65C1E680-09FF-07F0-7EA8-1B4D0F0CC2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89"/>
          <a:stretch/>
        </p:blipFill>
        <p:spPr bwMode="auto">
          <a:xfrm>
            <a:off x="6508813" y="3760083"/>
            <a:ext cx="5599203" cy="2720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" name="Right Arrow 5"/>
          <p:cNvSpPr/>
          <p:nvPr/>
        </p:nvSpPr>
        <p:spPr>
          <a:xfrm>
            <a:off x="3721893" y="4537166"/>
            <a:ext cx="684644" cy="2264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TextBox 6"/>
          <p:cNvSpPr txBox="1"/>
          <p:nvPr/>
        </p:nvSpPr>
        <p:spPr>
          <a:xfrm>
            <a:off x="4406537" y="4440423"/>
            <a:ext cx="1826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 3 bytes all</a:t>
            </a:r>
          </a:p>
          <a:p>
            <a:r>
              <a:rPr lang="en-US" dirty="0" smtClean="0"/>
              <a:t>zeros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0418697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623A1F24-5634-2D8D-7A73-556023958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843" y="142618"/>
            <a:ext cx="8986314" cy="657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57870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764D75-EFFC-E364-DD1C-139F5D19B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62" y="271563"/>
            <a:ext cx="11218075" cy="631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5032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>
                <a:solidFill>
                  <a:srgbClr val="0000FF"/>
                </a:solidFill>
              </a:rPr>
              <a:t>Key Expansion (</a:t>
            </a:r>
            <a:r>
              <a:rPr lang="en-MY" sz="4000" dirty="0">
                <a:solidFill>
                  <a:srgbClr val="FF0000"/>
                </a:solidFill>
              </a:rPr>
              <a:t>AES-128</a:t>
            </a:r>
            <a:r>
              <a:rPr lang="en-MY" sz="4000" dirty="0">
                <a:solidFill>
                  <a:srgbClr val="0000FF"/>
                </a:solidFill>
              </a:rPr>
              <a:t>)</a:t>
            </a:r>
            <a:endParaRPr lang="en-MY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42900" indent="-342900" algn="just">
                  <a:buFont typeface="Wingdings" panose="05000000000000000000" pitchFamily="2" charset="2"/>
                  <a:buChar char="v"/>
                </a:pPr>
                <a:r>
                  <a:rPr lang="en-MY" b="1" dirty="0">
                    <a:solidFill>
                      <a:srgbClr val="0000FF"/>
                    </a:solidFill>
                  </a:rPr>
                  <a:t>Example</a:t>
                </a:r>
                <a:r>
                  <a:rPr lang="en-MY" dirty="0"/>
                  <a:t>: Suppose we want to compute the first temporary word </a:t>
                </a:r>
                <a14:m>
                  <m:oMath xmlns:m="http://schemas.openxmlformats.org/officeDocument/2006/math">
                    <m:r>
                      <a:rPr lang="en-MY" sz="200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MY" dirty="0"/>
                  <a:t>. Assuming that we have word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𝐴𝐴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5487</m:t>
                        </m:r>
                      </m:e>
                    </m:d>
                  </m:oMath>
                </a14:m>
                <a:r>
                  <a:rPr lang="en-MY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sz="2000" b="0" i="0" smtClean="0">
                        <a:latin typeface="Cambria Math" panose="02040503050406030204" pitchFamily="18" charset="0"/>
                      </a:rPr>
                      <m:t>RotWord</m:t>
                    </m:r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MY">
                        <a:latin typeface="Cambria Math" panose="02040503050406030204" pitchFamily="18" charset="0"/>
                      </a:rPr>
                      <m:t>RotWord</m:t>
                    </m:r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𝐴𝐴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5487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𝐴𝐴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548713</m:t>
                    </m:r>
                  </m:oMath>
                </a14:m>
                <a:r>
                  <a:rPr lang="en-MY" dirty="0" smtClean="0"/>
                  <a:t>  (rotate left 1 byte)</a:t>
                </a:r>
                <a:endParaRPr lang="en-MY" dirty="0"/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sz="2000" b="0" i="0" smtClean="0">
                        <a:latin typeface="Cambria Math" panose="02040503050406030204" pitchFamily="18" charset="0"/>
                      </a:rPr>
                      <m:t>SubWord</m:t>
                    </m:r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>
                            <a:latin typeface="Cambria Math" panose="02040503050406030204" pitchFamily="18" charset="0"/>
                          </a:rPr>
                          <m:t>RotWord</m:t>
                        </m:r>
                        <m:d>
                          <m:d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MY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MY">
                        <a:latin typeface="Cambria Math" panose="02040503050406030204" pitchFamily="18" charset="0"/>
                      </a:rPr>
                      <m:t>SubWord</m:t>
                    </m:r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𝐴𝐴</m:t>
                        </m:r>
                        <m:r>
                          <a:rPr lang="en-MY" i="1">
                            <a:latin typeface="Cambria Math" panose="02040503050406030204" pitchFamily="18" charset="0"/>
                          </a:rPr>
                          <m:t>548713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20177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MY" dirty="0" smtClean="0"/>
                  <a:t>  (refer next slides)</a:t>
                </a:r>
                <a:endParaRPr lang="en-MY" dirty="0"/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MY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MY" sz="2000" b="0" i="0" smtClean="0">
                        <a:latin typeface="Cambria Math" panose="02040503050406030204" pitchFamily="18" charset="0"/>
                      </a:rPr>
                      <m:t>SubWord</m:t>
                    </m:r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</a:rPr>
                          <m:t>RotWord</m:t>
                        </m:r>
                        <m:d>
                          <m:dPr>
                            <m:ctrlP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MY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MY" sz="20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MY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sz="2000" i="0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MY" sz="2000" i="0"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20177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000000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𝐴𝐷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20177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MY" dirty="0" smtClean="0"/>
                  <a:t> (assume round 1).</a:t>
                </a:r>
                <a:endParaRPr lang="en-MY" dirty="0"/>
              </a:p>
              <a:p>
                <a:pPr marL="342900" indent="-342900" algn="just">
                  <a:buFont typeface="Wingdings" panose="05000000000000000000" pitchFamily="2" charset="2"/>
                  <a:buChar char="Ø"/>
                </a:pPr>
                <a:r>
                  <a:rPr lang="en-MY" dirty="0" smtClean="0"/>
                  <a:t>Hence</a:t>
                </a:r>
                <a:r>
                  <a:rPr lang="en-MY" dirty="0"/>
                  <a:t>, the first temporary word </a:t>
                </a:r>
                <a14:m>
                  <m:oMath xmlns:m="http://schemas.openxmlformats.org/officeDocument/2006/math">
                    <m:r>
                      <a:rPr lang="en-MY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MY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b="1" i="1" smtClean="0">
                        <a:latin typeface="Cambria Math" panose="02040503050406030204" pitchFamily="18" charset="0"/>
                      </a:rPr>
                      <m:t>𝑨𝑫</m:t>
                    </m:r>
                    <m:r>
                      <a:rPr lang="en-MY" b="1" i="1" smtClean="0">
                        <a:latin typeface="Cambria Math" panose="02040503050406030204" pitchFamily="18" charset="0"/>
                      </a:rPr>
                      <m:t>𝟐𝟎𝟏𝟕𝟕</m:t>
                    </m:r>
                    <m:r>
                      <a:rPr lang="en-MY" b="1" i="1" smtClean="0"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MY" dirty="0"/>
                  <a:t>. We will learn more about these computations in the tutorial sessions.</a:t>
                </a:r>
                <a:endParaRPr lang="en-MY" b="1" dirty="0"/>
              </a:p>
              <a:p>
                <a:pPr marL="342900" indent="-342900" algn="just">
                  <a:buFont typeface="Wingdings" panose="05000000000000000000" pitchFamily="2" charset="2"/>
                  <a:buChar char="Ø"/>
                </a:pPr>
                <a:endParaRPr lang="en-MY" b="1" dirty="0"/>
              </a:p>
              <a:p>
                <a:pPr marL="457200" indent="-457200" algn="just">
                  <a:buFont typeface="+mj-lt"/>
                  <a:buAutoNum type="arabicPeriod"/>
                </a:pPr>
                <a:endParaRPr lang="en-MY" dirty="0"/>
              </a:p>
              <a:p>
                <a:pPr marL="457200" indent="-457200" algn="just">
                  <a:buFont typeface="+mj-lt"/>
                  <a:buAutoNum type="arabicPeriod"/>
                </a:pPr>
                <a:endParaRPr lang="en-MY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5" t="-859" r="-6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34560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377672" y="36020"/>
                <a:ext cx="10077557" cy="693389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MY">
                          <a:latin typeface="Cambria Math" panose="02040503050406030204" pitchFamily="18" charset="0"/>
                        </a:rPr>
                        <m:t>SubWord</m:t>
                      </m:r>
                      <m:d>
                        <m:dPr>
                          <m:ctrlPr>
                            <a:rPr lang="en-MY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>
                              <a:latin typeface="Cambria Math" panose="02040503050406030204" pitchFamily="18" charset="0"/>
                            </a:rPr>
                            <m:t>𝐴𝐴</m:t>
                          </m:r>
                          <m:r>
                            <a:rPr lang="en-MY">
                              <a:latin typeface="Cambria Math" panose="02040503050406030204" pitchFamily="18" charset="0"/>
                            </a:rPr>
                            <m:t>548713</m:t>
                          </m:r>
                        </m:e>
                      </m:d>
                      <m:r>
                        <a:rPr lang="en-MY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MY">
                          <a:latin typeface="Cambria Math" panose="02040503050406030204" pitchFamily="18" charset="0"/>
                        </a:rPr>
                        <m:t>𝐴𝐶</m:t>
                      </m:r>
                      <m:r>
                        <a:rPr lang="en-MY">
                          <a:latin typeface="Cambria Math" panose="02040503050406030204" pitchFamily="18" charset="0"/>
                        </a:rPr>
                        <m:t>20177</m:t>
                      </m:r>
                      <m:r>
                        <a:rPr lang="en-MY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MY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77672" y="36020"/>
                <a:ext cx="10077557" cy="69338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8E4763A-5219-63C3-5C99-02D163688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47" y="812155"/>
            <a:ext cx="11398887" cy="60458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1223" y="4720045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 smtClean="0">
                <a:solidFill>
                  <a:srgbClr val="FF0000"/>
                </a:solidFill>
              </a:rPr>
              <a:t>1</a:t>
            </a:r>
            <a:endParaRPr lang="en-MY" sz="1200" b="1" u="sng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02183" y="318298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>
                <a:solidFill>
                  <a:srgbClr val="FF0000"/>
                </a:solidFill>
              </a:rPr>
              <a:t>2</a:t>
            </a:r>
            <a:endParaRPr lang="en-MY" sz="1200" b="1" u="sng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39691" y="4079965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>
                <a:solidFill>
                  <a:srgbClr val="FF0000"/>
                </a:solidFill>
              </a:rPr>
              <a:t>3</a:t>
            </a:r>
            <a:endParaRPr lang="en-MY" sz="1200" b="1" u="sng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75166" y="1928948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 smtClean="0">
                <a:solidFill>
                  <a:srgbClr val="FF0000"/>
                </a:solidFill>
              </a:rPr>
              <a:t>4</a:t>
            </a:r>
            <a:endParaRPr lang="en-MY" sz="12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8170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1112908" cy="5347402"/>
          </a:xfrm>
        </p:spPr>
        <p:txBody>
          <a:bodyPr/>
          <a:lstStyle/>
          <a:p>
            <a:pPr algn="ctr"/>
            <a:r>
              <a:rPr lang="en-MY" dirty="0"/>
              <a:t>ADVANCED ENCRYPTION </a:t>
            </a:r>
            <a:br>
              <a:rPr lang="en-MY" dirty="0"/>
            </a:br>
            <a:r>
              <a:rPr lang="en-MY" dirty="0"/>
              <a:t>STANDARD</a:t>
            </a:r>
            <a:br>
              <a:rPr lang="en-MY" dirty="0"/>
            </a:br>
            <a:r>
              <a:rPr lang="en-MY" dirty="0"/>
              <a:t>(AES)</a:t>
            </a:r>
            <a:br>
              <a:rPr lang="en-MY" dirty="0"/>
            </a:br>
            <a:r>
              <a:rPr lang="en-MY" dirty="0"/>
              <a:t/>
            </a:r>
            <a:br>
              <a:rPr lang="en-MY" dirty="0"/>
            </a:br>
            <a:r>
              <a:rPr lang="en-MY" sz="4800" dirty="0">
                <a:solidFill>
                  <a:srgbClr val="0000FF"/>
                </a:solidFill>
              </a:rPr>
              <a:t>Complete AES Ciphers</a:t>
            </a:r>
            <a:r>
              <a:rPr lang="en-MY" dirty="0"/>
              <a:t/>
            </a:r>
            <a:br>
              <a:rPr lang="en-MY" dirty="0"/>
            </a:br>
            <a:r>
              <a:rPr lang="en-MY" dirty="0"/>
              <a:t/>
            </a:r>
            <a:br>
              <a:rPr lang="en-MY" dirty="0"/>
            </a:b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4377080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2">
            <a:extLst>
              <a:ext uri="{FF2B5EF4-FFF2-40B4-BE49-F238E27FC236}">
                <a16:creationId xmlns:a16="http://schemas.microsoft.com/office/drawing/2014/main" id="{67C4F01B-6FDB-7D19-53B3-276F32A9F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4929" y="102324"/>
            <a:ext cx="9442142" cy="6653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049033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1112908" cy="5347402"/>
          </a:xfrm>
        </p:spPr>
        <p:txBody>
          <a:bodyPr/>
          <a:lstStyle/>
          <a:p>
            <a:pPr algn="ctr"/>
            <a:r>
              <a:rPr lang="en-MY" dirty="0"/>
              <a:t>ADVANCED ENCRYPTION </a:t>
            </a:r>
            <a:br>
              <a:rPr lang="en-MY" dirty="0"/>
            </a:br>
            <a:r>
              <a:rPr lang="en-MY" dirty="0"/>
              <a:t>STANDARD</a:t>
            </a:r>
            <a:br>
              <a:rPr lang="en-MY" dirty="0"/>
            </a:br>
            <a:r>
              <a:rPr lang="en-MY" dirty="0"/>
              <a:t>(AES)</a:t>
            </a:r>
            <a:br>
              <a:rPr lang="en-MY" dirty="0"/>
            </a:br>
            <a:r>
              <a:rPr lang="en-MY" dirty="0"/>
              <a:t/>
            </a:r>
            <a:br>
              <a:rPr lang="en-MY" dirty="0"/>
            </a:br>
            <a:r>
              <a:rPr lang="en-MY" sz="4800" dirty="0">
                <a:solidFill>
                  <a:srgbClr val="0000FF"/>
                </a:solidFill>
              </a:rPr>
              <a:t>AES vs DES</a:t>
            </a:r>
            <a:br>
              <a:rPr lang="en-MY" sz="4800" dirty="0">
                <a:solidFill>
                  <a:srgbClr val="0000FF"/>
                </a:solidFill>
              </a:rPr>
            </a:br>
            <a:r>
              <a:rPr lang="en-MY" sz="4800" dirty="0">
                <a:solidFill>
                  <a:srgbClr val="0000FF"/>
                </a:solidFill>
              </a:rPr>
              <a:t>Comparative Analysis</a:t>
            </a:r>
            <a:r>
              <a:rPr lang="en-MY" dirty="0"/>
              <a:t/>
            </a:r>
            <a:br>
              <a:rPr lang="en-MY" dirty="0"/>
            </a:br>
            <a:r>
              <a:rPr lang="en-MY" dirty="0"/>
              <a:t/>
            </a:r>
            <a:br>
              <a:rPr lang="en-MY" dirty="0"/>
            </a:b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074721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>
                <a:solidFill>
                  <a:srgbClr val="0000FF"/>
                </a:solidFill>
              </a:rPr>
              <a:t>Non-Feistel Ciphers</a:t>
            </a:r>
            <a:endParaRPr lang="en-MY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MY" sz="2000" dirty="0"/>
                  <a:t>AES operates on the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ENTIRE block of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𝟏𝟐𝟖</m:t>
                    </m:r>
                  </m:oMath>
                </a14:m>
                <a:r>
                  <a:rPr lang="en-MY" sz="2000" b="1" dirty="0">
                    <a:solidFill>
                      <a:srgbClr val="FF0000"/>
                    </a:solidFill>
                  </a:rPr>
                  <a:t>-bit</a:t>
                </a:r>
                <a:r>
                  <a:rPr lang="en-MY" sz="2000" dirty="0"/>
                  <a:t>, different from DES which split into 2 blocks of equal length and operates differently (left block and right block have different encryption process).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MY" sz="2000" dirty="0"/>
                  <a:t>The operations in AES (</a:t>
                </a:r>
                <a:r>
                  <a:rPr lang="en-MY" sz="2000" b="1" i="1" dirty="0" err="1">
                    <a:solidFill>
                      <a:srgbClr val="7030A0"/>
                    </a:solidFill>
                  </a:rPr>
                  <a:t>SubBytes</a:t>
                </a:r>
                <a:r>
                  <a:rPr lang="en-MY" sz="2000" dirty="0"/>
                  <a:t>, </a:t>
                </a:r>
                <a:r>
                  <a:rPr lang="en-MY" sz="2000" b="1" i="1" dirty="0" err="1">
                    <a:solidFill>
                      <a:srgbClr val="C00000"/>
                    </a:solidFill>
                  </a:rPr>
                  <a:t>ShiftRows</a:t>
                </a:r>
                <a:r>
                  <a:rPr lang="en-MY" sz="2000" dirty="0"/>
                  <a:t>, </a:t>
                </a:r>
                <a:r>
                  <a:rPr lang="en-MY" sz="2000" b="1" i="1" dirty="0" err="1">
                    <a:solidFill>
                      <a:srgbClr val="00B050"/>
                    </a:solidFill>
                  </a:rPr>
                  <a:t>MixColumns</a:t>
                </a:r>
                <a:r>
                  <a:rPr lang="en-MY" sz="2000" dirty="0"/>
                  <a:t>, </a:t>
                </a:r>
                <a:r>
                  <a:rPr lang="en-MY" sz="2000" b="1" i="1" dirty="0" err="1">
                    <a:solidFill>
                      <a:srgbClr val="0000FF"/>
                    </a:solidFill>
                  </a:rPr>
                  <a:t>AddRoundKeys</a:t>
                </a:r>
                <a:r>
                  <a:rPr lang="en-MY" sz="2000" dirty="0"/>
                  <a:t>) are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INVERTIBLE</a:t>
                </a:r>
                <a:r>
                  <a:rPr lang="en-MY" sz="2000" dirty="0"/>
                  <a:t> under Galois Field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d>
                  </m:oMath>
                </a14:m>
                <a:r>
                  <a:rPr lang="en-MY" sz="2000" dirty="0"/>
                  <a:t>,  different from DES which the substitution (S-Box) are randomized and is </a:t>
                </a:r>
                <a:r>
                  <a:rPr lang="en-MY" sz="2000" b="1" dirty="0"/>
                  <a:t>non-invertible</a:t>
                </a:r>
                <a:r>
                  <a:rPr lang="en-MY" sz="2000" dirty="0"/>
                  <a:t>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MY" sz="2000" dirty="0"/>
                  <a:t>AES is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iterative</a:t>
                </a:r>
                <a:r>
                  <a:rPr lang="en-MY" sz="2000" dirty="0"/>
                  <a:t> cipher rather than Feistel cipher.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4" t="-687" r="-6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89183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740046" cy="1325563"/>
          </a:xfrm>
        </p:spPr>
        <p:txBody>
          <a:bodyPr>
            <a:normAutofit/>
          </a:bodyPr>
          <a:lstStyle/>
          <a:p>
            <a:r>
              <a:rPr lang="en-MY" dirty="0">
                <a:solidFill>
                  <a:srgbClr val="0000FF"/>
                </a:solidFill>
              </a:rPr>
              <a:t>Bit &amp; Bytes Orientations (</a:t>
            </a:r>
            <a:r>
              <a:rPr lang="en-MY" dirty="0">
                <a:solidFill>
                  <a:srgbClr val="FF0000"/>
                </a:solidFill>
              </a:rPr>
              <a:t>Substitution</a:t>
            </a:r>
            <a:r>
              <a:rPr lang="en-MY" dirty="0">
                <a:solidFill>
                  <a:srgbClr val="0000FF"/>
                </a:solidFill>
              </a:rPr>
              <a:t>)</a:t>
            </a:r>
            <a:endParaRPr lang="en-MY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69698FC-7B93-74D6-D2CE-61A0173F1B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5762859"/>
              </p:ext>
            </p:extLst>
          </p:nvPr>
        </p:nvGraphicFramePr>
        <p:xfrm>
          <a:off x="525717" y="2582277"/>
          <a:ext cx="10740046" cy="24079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09110">
                  <a:extLst>
                    <a:ext uri="{9D8B030D-6E8A-4147-A177-3AD203B41FA5}">
                      <a16:colId xmlns:a16="http://schemas.microsoft.com/office/drawing/2014/main" val="1308846582"/>
                    </a:ext>
                  </a:extLst>
                </a:gridCol>
                <a:gridCol w="4545367">
                  <a:extLst>
                    <a:ext uri="{9D8B030D-6E8A-4147-A177-3AD203B41FA5}">
                      <a16:colId xmlns:a16="http://schemas.microsoft.com/office/drawing/2014/main" val="3753115442"/>
                    </a:ext>
                  </a:extLst>
                </a:gridCol>
                <a:gridCol w="4385569">
                  <a:extLst>
                    <a:ext uri="{9D8B030D-6E8A-4147-A177-3AD203B41FA5}">
                      <a16:colId xmlns:a16="http://schemas.microsoft.com/office/drawing/2014/main" val="3989113601"/>
                    </a:ext>
                  </a:extLst>
                </a:gridCol>
              </a:tblGrid>
              <a:tr h="344953">
                <a:tc rowSpan="2">
                  <a:txBody>
                    <a:bodyPr/>
                    <a:lstStyle/>
                    <a:p>
                      <a:pPr algn="ctr"/>
                      <a:r>
                        <a:rPr lang="en-MY" sz="2000" b="1" dirty="0"/>
                        <a:t>Operation</a:t>
                      </a:r>
                      <a:endParaRPr lang="en-MY" sz="20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b="1" dirty="0"/>
                        <a:t>AES</a:t>
                      </a:r>
                      <a:endParaRPr lang="en-MY" sz="20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b="1" dirty="0"/>
                        <a:t>DES</a:t>
                      </a:r>
                      <a:endParaRPr lang="en-MY" sz="2000" b="1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4084058"/>
                  </a:ext>
                </a:extLst>
              </a:tr>
              <a:tr h="344953">
                <a:tc vMerge="1">
                  <a:txBody>
                    <a:bodyPr/>
                    <a:lstStyle/>
                    <a:p>
                      <a:pPr algn="ctr"/>
                      <a:endParaRPr lang="en-MY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b="0" dirty="0"/>
                        <a:t>Byte-Oriented</a:t>
                      </a:r>
                      <a:endParaRPr lang="en-MY" sz="2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b="0" dirty="0"/>
                        <a:t>Bit-Oriented</a:t>
                      </a:r>
                      <a:endParaRPr lang="en-MY" sz="20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90785"/>
                  </a:ext>
                </a:extLst>
              </a:tr>
              <a:tr h="1406349">
                <a:tc>
                  <a:txBody>
                    <a:bodyPr/>
                    <a:lstStyle/>
                    <a:p>
                      <a:pPr algn="ctr"/>
                      <a:r>
                        <a:rPr lang="en-MY" sz="2000" b="1" dirty="0"/>
                        <a:t>Substitution</a:t>
                      </a:r>
                      <a:endParaRPr lang="en-MY" sz="20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sz="2000" b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SubBytes</a:t>
                      </a:r>
                      <a:r>
                        <a:rPr kumimoji="0" 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 Transformation takes a byte and change it to another byte.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Need </a:t>
                      </a: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only one </a:t>
                      </a:r>
                      <a:r>
                        <a:rPr kumimoji="0" 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substitution table.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S-Box takes 6-bit and transforms it to 4-bit.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Need </a:t>
                      </a: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8 S-boxes </a:t>
                      </a:r>
                      <a:r>
                        <a:rPr kumimoji="0" 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to create a 32-bit half block.</a:t>
                      </a:r>
                      <a:endParaRPr kumimoji="0" lang="en-MY" sz="2000" b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0" lang="en-MY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360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36784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740046" cy="1325563"/>
          </a:xfrm>
        </p:spPr>
        <p:txBody>
          <a:bodyPr>
            <a:normAutofit/>
          </a:bodyPr>
          <a:lstStyle/>
          <a:p>
            <a:r>
              <a:rPr lang="en-MY" dirty="0">
                <a:solidFill>
                  <a:srgbClr val="0000FF"/>
                </a:solidFill>
              </a:rPr>
              <a:t>Bit &amp; Bytes Orientations (</a:t>
            </a:r>
            <a:r>
              <a:rPr lang="en-MY" dirty="0">
                <a:solidFill>
                  <a:srgbClr val="FF0000"/>
                </a:solidFill>
              </a:rPr>
              <a:t>Permutation</a:t>
            </a:r>
            <a:r>
              <a:rPr lang="en-MY" dirty="0">
                <a:solidFill>
                  <a:srgbClr val="0000FF"/>
                </a:solidFill>
              </a:rPr>
              <a:t>)</a:t>
            </a:r>
            <a:endParaRPr lang="en-MY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69698FC-7B93-74D6-D2CE-61A0173F1B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4943159"/>
              </p:ext>
            </p:extLst>
          </p:nvPr>
        </p:nvGraphicFramePr>
        <p:xfrm>
          <a:off x="525717" y="2582277"/>
          <a:ext cx="10740046" cy="3645139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09110">
                  <a:extLst>
                    <a:ext uri="{9D8B030D-6E8A-4147-A177-3AD203B41FA5}">
                      <a16:colId xmlns:a16="http://schemas.microsoft.com/office/drawing/2014/main" val="1308846582"/>
                    </a:ext>
                  </a:extLst>
                </a:gridCol>
                <a:gridCol w="4492101">
                  <a:extLst>
                    <a:ext uri="{9D8B030D-6E8A-4147-A177-3AD203B41FA5}">
                      <a16:colId xmlns:a16="http://schemas.microsoft.com/office/drawing/2014/main" val="3753115442"/>
                    </a:ext>
                  </a:extLst>
                </a:gridCol>
                <a:gridCol w="4438835">
                  <a:extLst>
                    <a:ext uri="{9D8B030D-6E8A-4147-A177-3AD203B41FA5}">
                      <a16:colId xmlns:a16="http://schemas.microsoft.com/office/drawing/2014/main" val="3989113601"/>
                    </a:ext>
                  </a:extLst>
                </a:gridCol>
              </a:tblGrid>
              <a:tr h="414259">
                <a:tc rowSpan="2">
                  <a:txBody>
                    <a:bodyPr/>
                    <a:lstStyle/>
                    <a:p>
                      <a:pPr algn="ctr"/>
                      <a:r>
                        <a:rPr lang="en-MY" sz="2000" b="1" dirty="0"/>
                        <a:t>Operation</a:t>
                      </a:r>
                      <a:endParaRPr lang="en-MY" sz="20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b="1" dirty="0"/>
                        <a:t>AES</a:t>
                      </a:r>
                      <a:endParaRPr lang="en-MY" sz="20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b="1" dirty="0"/>
                        <a:t>DES</a:t>
                      </a:r>
                      <a:endParaRPr lang="en-MY" sz="2000" b="1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4084058"/>
                  </a:ext>
                </a:extLst>
              </a:tr>
              <a:tr h="222977">
                <a:tc vMerge="1">
                  <a:txBody>
                    <a:bodyPr/>
                    <a:lstStyle/>
                    <a:p>
                      <a:pPr algn="ctr"/>
                      <a:endParaRPr lang="en-MY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b="0" dirty="0"/>
                        <a:t>Byte-Oriented</a:t>
                      </a:r>
                      <a:endParaRPr lang="en-MY" sz="2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b="0" dirty="0"/>
                        <a:t>Bit-Oriented</a:t>
                      </a:r>
                      <a:endParaRPr lang="en-MY" sz="20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90785"/>
                  </a:ext>
                </a:extLst>
              </a:tr>
              <a:tr h="1370242">
                <a:tc>
                  <a:txBody>
                    <a:bodyPr/>
                    <a:lstStyle/>
                    <a:p>
                      <a:pPr algn="ctr"/>
                      <a:r>
                        <a:rPr lang="en-MY" sz="2000" b="1" dirty="0"/>
                        <a:t>Permutation</a:t>
                      </a:r>
                      <a:endParaRPr lang="en-MY" sz="20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sz="2000" b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ShiftRows</a:t>
                      </a:r>
                      <a:r>
                        <a:rPr kumimoji="0" 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 transformation transposes </a:t>
                      </a: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bytes</a:t>
                      </a:r>
                      <a:r>
                        <a:rPr kumimoji="0" 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/>
                        <a:t>Permutation</a:t>
                      </a:r>
                      <a:r>
                        <a:rPr lang="en-US" sz="2000" b="0" baseline="0" dirty="0"/>
                        <a:t> is applied </a:t>
                      </a:r>
                      <a:r>
                        <a:rPr lang="en-US" sz="2000" b="1" baseline="0" dirty="0">
                          <a:solidFill>
                            <a:srgbClr val="0000FF"/>
                          </a:solidFill>
                        </a:rPr>
                        <a:t>straight on the bytes</a:t>
                      </a:r>
                      <a:r>
                        <a:rPr lang="en-US" sz="2000" b="0" baseline="0" dirty="0"/>
                        <a:t>.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/>
                        <a:t>There is </a:t>
                      </a:r>
                      <a:r>
                        <a:rPr lang="en-US" sz="2000" b="1" dirty="0">
                          <a:solidFill>
                            <a:srgbClr val="00B050"/>
                          </a:solidFill>
                        </a:rPr>
                        <a:t>no expansion </a:t>
                      </a:r>
                      <a:r>
                        <a:rPr lang="en-US" sz="2000" b="0" dirty="0"/>
                        <a:t>permutation needed.</a:t>
                      </a:r>
                      <a:endParaRPr lang="en-MY" sz="2000" b="0" dirty="0"/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P-Box transposes </a:t>
                      </a: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bits</a:t>
                      </a:r>
                      <a:r>
                        <a:rPr kumimoji="0" 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/>
                        <a:t>Permutation is applied 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</a:rPr>
                        <a:t>before and after substitution</a:t>
                      </a:r>
                      <a:r>
                        <a:rPr lang="en-US" sz="2000" b="0" dirty="0"/>
                        <a:t>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B050"/>
                          </a:solidFill>
                        </a:rPr>
                        <a:t>Expansion</a:t>
                      </a:r>
                      <a:r>
                        <a:rPr lang="en-US" sz="2000" b="0" dirty="0"/>
                        <a:t> permutation is needed to create a 48-bit half block from a 32-bit half block.</a:t>
                      </a:r>
                      <a:r>
                        <a:rPr lang="en-US" sz="2000" b="0" baseline="0" dirty="0"/>
                        <a:t> This is needed since the round key is 48-bit long.</a:t>
                      </a:r>
                      <a:endParaRPr lang="en-MY" sz="2000" b="0" dirty="0"/>
                    </a:p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endParaRPr lang="en-MY" sz="2000" b="0" dirty="0"/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0" lang="en-MY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799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55914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>
                <a:solidFill>
                  <a:srgbClr val="0000FF"/>
                </a:solidFill>
              </a:rPr>
              <a:t>AES </a:t>
            </a:r>
            <a:r>
              <a:rPr lang="en-MY" sz="4000" dirty="0"/>
              <a:t>versus</a:t>
            </a:r>
            <a:r>
              <a:rPr lang="en-MY" sz="4000" dirty="0">
                <a:solidFill>
                  <a:srgbClr val="0000FF"/>
                </a:solidFill>
              </a:rPr>
              <a:t> DES</a:t>
            </a:r>
            <a:r>
              <a:rPr lang="en-MY" sz="4000" dirty="0"/>
              <a:t> – </a:t>
            </a:r>
            <a:r>
              <a:rPr lang="en-MY" sz="4000" dirty="0">
                <a:solidFill>
                  <a:srgbClr val="FF0000"/>
                </a:solidFill>
              </a:rPr>
              <a:t>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738E1DDA-4BE4-88A3-C1A8-6EA9717A388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06919133"/>
                  </p:ext>
                </p:extLst>
              </p:nvPr>
            </p:nvGraphicFramePr>
            <p:xfrm>
              <a:off x="1213697" y="2646824"/>
              <a:ext cx="9764605" cy="3287755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2520427">
                      <a:extLst>
                        <a:ext uri="{9D8B030D-6E8A-4147-A177-3AD203B41FA5}">
                          <a16:colId xmlns:a16="http://schemas.microsoft.com/office/drawing/2014/main" val="4241625959"/>
                        </a:ext>
                      </a:extLst>
                    </a:gridCol>
                    <a:gridCol w="3701988">
                      <a:extLst>
                        <a:ext uri="{9D8B030D-6E8A-4147-A177-3AD203B41FA5}">
                          <a16:colId xmlns:a16="http://schemas.microsoft.com/office/drawing/2014/main" val="1170903084"/>
                        </a:ext>
                      </a:extLst>
                    </a:gridCol>
                    <a:gridCol w="3542190">
                      <a:extLst>
                        <a:ext uri="{9D8B030D-6E8A-4147-A177-3AD203B41FA5}">
                          <a16:colId xmlns:a16="http://schemas.microsoft.com/office/drawing/2014/main" val="2378282877"/>
                        </a:ext>
                      </a:extLst>
                    </a:gridCol>
                  </a:tblGrid>
                  <a:tr h="456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000" dirty="0"/>
                            <a:t>Property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000" dirty="0"/>
                            <a:t>AES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000" dirty="0"/>
                            <a:t>DES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2058189"/>
                      </a:ext>
                    </a:extLst>
                  </a:tr>
                  <a:tr h="45638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MY" sz="2000" b="1" dirty="0"/>
                            <a:t>Block Size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MY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128</m:t>
                              </m:r>
                            </m:oMath>
                          </a14:m>
                          <a:r>
                            <a:rPr kumimoji="0" lang="en-MY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venir Next LT Pro"/>
                              <a:ea typeface="+mn-ea"/>
                              <a:cs typeface="+mn-cs"/>
                            </a:rPr>
                            <a:t>-bit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MY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64</m:t>
                              </m:r>
                            </m:oMath>
                          </a14:m>
                          <a:r>
                            <a:rPr kumimoji="0" lang="en-MY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venir Next LT Pro"/>
                              <a:ea typeface="+mn-ea"/>
                              <a:cs typeface="+mn-cs"/>
                            </a:rPr>
                            <a:t>-bit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8783415"/>
                      </a:ext>
                    </a:extLst>
                  </a:tr>
                  <a:tr h="45638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MY" sz="2000" b="1" dirty="0"/>
                            <a:t>Round Key Size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MY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128</m:t>
                              </m:r>
                            </m:oMath>
                          </a14:m>
                          <a:r>
                            <a:rPr kumimoji="0" lang="en-MY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venir Next LT Pro"/>
                              <a:ea typeface="+mn-ea"/>
                              <a:cs typeface="+mn-cs"/>
                            </a:rPr>
                            <a:t>-bit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MY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48</m:t>
                              </m:r>
                            </m:oMath>
                          </a14:m>
                          <a:r>
                            <a:rPr kumimoji="0" lang="en-MY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venir Next LT Pro"/>
                              <a:ea typeface="+mn-ea"/>
                              <a:cs typeface="+mn-cs"/>
                            </a:rPr>
                            <a:t>-bit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9385821"/>
                      </a:ext>
                    </a:extLst>
                  </a:tr>
                  <a:tr h="45638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MY" sz="2000" b="1" dirty="0"/>
                            <a:t>Number of Rounds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MY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10</m:t>
                              </m:r>
                            </m:oMath>
                          </a14:m>
                          <a:r>
                            <a:rPr kumimoji="0" lang="en-MY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venir Next LT Pro"/>
                              <a:ea typeface="+mn-ea"/>
                              <a:cs typeface="+mn-cs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kumimoji="0" lang="en-MY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oMath>
                          </a14:m>
                          <a:r>
                            <a:rPr kumimoji="0" lang="en-MY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venir Next LT Pro"/>
                              <a:ea typeface="+mn-ea"/>
                              <a:cs typeface="+mn-cs"/>
                            </a:rPr>
                            <a:t>, or </a:t>
                          </a:r>
                          <a14:m>
                            <m:oMath xmlns:m="http://schemas.openxmlformats.org/officeDocument/2006/math">
                              <m:r>
                                <a:rPr kumimoji="0" lang="en-MY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14</m:t>
                              </m:r>
                            </m:oMath>
                          </a14:m>
                          <a:endParaRPr kumimoji="0" lang="en-MY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kumimoji="0" lang="en-MY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6132665"/>
                      </a:ext>
                    </a:extLst>
                  </a:tr>
                  <a:tr h="45638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MY" sz="2000" b="1" dirty="0"/>
                            <a:t>Cipher Key Size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MY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128</m:t>
                              </m:r>
                            </m:oMath>
                          </a14:m>
                          <a:r>
                            <a:rPr kumimoji="0" lang="en-MY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venir Next LT Pro"/>
                              <a:ea typeface="+mn-ea"/>
                              <a:cs typeface="+mn-cs"/>
                            </a:rPr>
                            <a:t>-bit, </a:t>
                          </a:r>
                          <a14:m>
                            <m:oMath xmlns:m="http://schemas.openxmlformats.org/officeDocument/2006/math">
                              <m:r>
                                <a:rPr kumimoji="0" lang="en-MY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192</m:t>
                              </m:r>
                            </m:oMath>
                          </a14:m>
                          <a:r>
                            <a:rPr kumimoji="0" lang="en-MY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-bit, </a:t>
                          </a:r>
                          <a14:m>
                            <m:oMath xmlns:m="http://schemas.openxmlformats.org/officeDocument/2006/math">
                              <m:r>
                                <a:rPr kumimoji="0" lang="en-MY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256</m:t>
                              </m:r>
                            </m:oMath>
                          </a14:m>
                          <a:r>
                            <a:rPr kumimoji="0" lang="en-MY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-bit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MY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56</m:t>
                              </m:r>
                            </m:oMath>
                          </a14:m>
                          <a:r>
                            <a:rPr kumimoji="0" lang="en-MY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venir Next LT Pro"/>
                              <a:ea typeface="+mn-ea"/>
                              <a:cs typeface="+mn-cs"/>
                            </a:rPr>
                            <a:t>-bit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5656819"/>
                      </a:ext>
                    </a:extLst>
                  </a:tr>
                  <a:tr h="45638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MY" sz="2000" b="1" dirty="0"/>
                            <a:t>Type of Cipher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000" b="1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Non-Feistel</a:t>
                          </a:r>
                          <a:r>
                            <a:rPr lang="en-MY" sz="2000" dirty="0">
                              <a:latin typeface="+mn-lt"/>
                            </a:rPr>
                            <a:t> Cipher (Iterative)</a:t>
                          </a:r>
                        </a:p>
                        <a:p>
                          <a:pPr marL="342900" indent="-342900" algn="just">
                            <a:buFont typeface="Wingdings" panose="05000000000000000000" pitchFamily="2" charset="2"/>
                            <a:buChar char="§"/>
                          </a:pP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Operates on entire data block in every round.</a:t>
                          </a:r>
                          <a:endParaRPr lang="en-MY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000" b="1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Feistel</a:t>
                          </a:r>
                          <a:r>
                            <a:rPr lang="en-MY" sz="2000" dirty="0">
                              <a:latin typeface="+mn-lt"/>
                            </a:rPr>
                            <a:t> Cipher</a:t>
                          </a:r>
                        </a:p>
                        <a:p>
                          <a:pPr marL="342900" marR="0" lvl="0" indent="-34290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anose="05000000000000000000" pitchFamily="2" charset="2"/>
                            <a:buChar char="§"/>
                            <a:tabLst/>
                            <a:defRPr/>
                          </a:pP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Operates on halves of the data block at a time</a:t>
                          </a:r>
                          <a:endParaRPr kumimoji="0" lang="en-MY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4210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738E1DDA-4BE4-88A3-C1A8-6EA9717A388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06919133"/>
                  </p:ext>
                </p:extLst>
              </p:nvPr>
            </p:nvGraphicFramePr>
            <p:xfrm>
              <a:off x="1213697" y="2646824"/>
              <a:ext cx="9764605" cy="3287755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2520427">
                      <a:extLst>
                        <a:ext uri="{9D8B030D-6E8A-4147-A177-3AD203B41FA5}">
                          <a16:colId xmlns:a16="http://schemas.microsoft.com/office/drawing/2014/main" val="4241625959"/>
                        </a:ext>
                      </a:extLst>
                    </a:gridCol>
                    <a:gridCol w="3701988">
                      <a:extLst>
                        <a:ext uri="{9D8B030D-6E8A-4147-A177-3AD203B41FA5}">
                          <a16:colId xmlns:a16="http://schemas.microsoft.com/office/drawing/2014/main" val="1170903084"/>
                        </a:ext>
                      </a:extLst>
                    </a:gridCol>
                    <a:gridCol w="3542190">
                      <a:extLst>
                        <a:ext uri="{9D8B030D-6E8A-4147-A177-3AD203B41FA5}">
                          <a16:colId xmlns:a16="http://schemas.microsoft.com/office/drawing/2014/main" val="2378282877"/>
                        </a:ext>
                      </a:extLst>
                    </a:gridCol>
                  </a:tblGrid>
                  <a:tr h="456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000" dirty="0"/>
                            <a:t>Property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000" dirty="0"/>
                            <a:t>AES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000" dirty="0"/>
                            <a:t>DES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2058189"/>
                      </a:ext>
                    </a:extLst>
                  </a:tr>
                  <a:tr h="45638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MY" sz="2000" b="1" dirty="0"/>
                            <a:t>Block Size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8369" t="-105333" r="-96046" b="-54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5904" t="-105333" r="-344" b="-545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8783415"/>
                      </a:ext>
                    </a:extLst>
                  </a:tr>
                  <a:tr h="45638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MY" sz="2000" b="1" dirty="0"/>
                            <a:t>Round Key Size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8369" t="-205333" r="-96046" b="-44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5904" t="-205333" r="-344" b="-445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9385821"/>
                      </a:ext>
                    </a:extLst>
                  </a:tr>
                  <a:tr h="45638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MY" sz="2000" b="1" dirty="0"/>
                            <a:t>Number of Rounds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8369" t="-305333" r="-96046" b="-34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5904" t="-305333" r="-344" b="-345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6132665"/>
                      </a:ext>
                    </a:extLst>
                  </a:tr>
                  <a:tr h="45638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MY" sz="2000" b="1" dirty="0"/>
                            <a:t>Cipher Key Size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8369" t="-405333" r="-96046" b="-24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5904" t="-405333" r="-344" b="-245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5656819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MY" sz="2000" b="1" dirty="0"/>
                            <a:t>Type of Cipher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000" b="1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Non-Feistel</a:t>
                          </a:r>
                          <a:r>
                            <a:rPr lang="en-MY" sz="2000" dirty="0">
                              <a:latin typeface="+mn-lt"/>
                            </a:rPr>
                            <a:t> Cipher (Iterative)</a:t>
                          </a:r>
                        </a:p>
                        <a:p>
                          <a:pPr marL="342900" indent="-342900" algn="just">
                            <a:buFont typeface="Wingdings" panose="05000000000000000000" pitchFamily="2" charset="2"/>
                            <a:buChar char="§"/>
                          </a:pP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Operates on entire data block in every round.</a:t>
                          </a:r>
                          <a:endParaRPr lang="en-MY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000" b="1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Feistel</a:t>
                          </a:r>
                          <a:r>
                            <a:rPr lang="en-MY" sz="2000" dirty="0">
                              <a:latin typeface="+mn-lt"/>
                            </a:rPr>
                            <a:t> Cipher</a:t>
                          </a:r>
                        </a:p>
                        <a:p>
                          <a:pPr marL="342900" marR="0" lvl="0" indent="-34290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anose="05000000000000000000" pitchFamily="2" charset="2"/>
                            <a:buChar char="§"/>
                            <a:tabLst/>
                            <a:defRPr/>
                          </a:pP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Operates on halves of the data block at a time</a:t>
                          </a:r>
                          <a:endParaRPr kumimoji="0" lang="en-MY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42102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307074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1112908" cy="5347402"/>
          </a:xfrm>
        </p:spPr>
        <p:txBody>
          <a:bodyPr/>
          <a:lstStyle/>
          <a:p>
            <a:pPr algn="ctr"/>
            <a:r>
              <a:rPr lang="en-MY" dirty="0"/>
              <a:t>ADVANCED ENCRYPTION </a:t>
            </a:r>
            <a:br>
              <a:rPr lang="en-MY" dirty="0"/>
            </a:br>
            <a:r>
              <a:rPr lang="en-MY" dirty="0"/>
              <a:t>STANDARD</a:t>
            </a:r>
            <a:br>
              <a:rPr lang="en-MY" dirty="0"/>
            </a:br>
            <a:r>
              <a:rPr lang="en-MY" dirty="0"/>
              <a:t>(AES)</a:t>
            </a:r>
            <a:br>
              <a:rPr lang="en-MY" dirty="0"/>
            </a:br>
            <a:r>
              <a:rPr lang="en-MY" dirty="0"/>
              <a:t/>
            </a:r>
            <a:br>
              <a:rPr lang="en-MY" dirty="0"/>
            </a:br>
            <a:r>
              <a:rPr lang="en-MY" sz="4800" dirty="0">
                <a:solidFill>
                  <a:srgbClr val="0000FF"/>
                </a:solidFill>
              </a:rPr>
              <a:t>AES Security</a:t>
            </a:r>
            <a:r>
              <a:rPr lang="en-MY" dirty="0"/>
              <a:t/>
            </a:r>
            <a:br>
              <a:rPr lang="en-MY" dirty="0"/>
            </a:br>
            <a:r>
              <a:rPr lang="en-MY" dirty="0"/>
              <a:t/>
            </a:r>
            <a:br>
              <a:rPr lang="en-MY" dirty="0"/>
            </a:b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8239708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AES – </a:t>
            </a:r>
            <a:r>
              <a:rPr lang="en-MY" sz="4000" dirty="0">
                <a:solidFill>
                  <a:srgbClr val="0000FF"/>
                </a:solidFill>
              </a:rPr>
              <a:t>Security</a:t>
            </a:r>
            <a:endParaRPr lang="en-MY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MY" sz="2000" dirty="0"/>
                  <a:t>All AES versions remain secure, and none has been broken so far.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MY" dirty="0"/>
                  <a:t>It survives against </a:t>
                </a:r>
                <a:r>
                  <a:rPr lang="en-MY" b="1" dirty="0"/>
                  <a:t>brute-force</a:t>
                </a:r>
                <a:r>
                  <a:rPr lang="en-MY" dirty="0"/>
                  <a:t> (longer key-length), </a:t>
                </a:r>
                <a:r>
                  <a:rPr lang="en-MY" b="1" dirty="0"/>
                  <a:t>statistical attack </a:t>
                </a:r>
                <a:r>
                  <a:rPr lang="en-MY" dirty="0"/>
                  <a:t>(confusion and diffusion), </a:t>
                </a:r>
                <a:r>
                  <a:rPr lang="en-MY" b="1" dirty="0"/>
                  <a:t>differential and linear attack </a:t>
                </a:r>
                <a:r>
                  <a:rPr lang="en-MY" dirty="0"/>
                  <a:t>(not applicable).</a:t>
                </a:r>
                <a:endParaRPr lang="en-MY" sz="20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MY" dirty="0"/>
                  <a:t>Although AES-256 is the current </a:t>
                </a:r>
                <a:r>
                  <a:rPr lang="en-MY" b="1" dirty="0">
                    <a:solidFill>
                      <a:srgbClr val="00B050"/>
                    </a:solidFill>
                  </a:rPr>
                  <a:t>strong</a:t>
                </a:r>
                <a:r>
                  <a:rPr lang="en-MY" dirty="0"/>
                  <a:t>, </a:t>
                </a:r>
                <a:r>
                  <a:rPr lang="en-MY" b="1" dirty="0">
                    <a:solidFill>
                      <a:srgbClr val="00B050"/>
                    </a:solidFill>
                  </a:rPr>
                  <a:t>practical</a:t>
                </a:r>
                <a:r>
                  <a:rPr lang="en-MY" dirty="0"/>
                  <a:t>, and </a:t>
                </a:r>
                <a:r>
                  <a:rPr lang="en-MY" b="1" dirty="0">
                    <a:solidFill>
                      <a:srgbClr val="00B050"/>
                    </a:solidFill>
                  </a:rPr>
                  <a:t>recommended</a:t>
                </a:r>
                <a:r>
                  <a:rPr lang="en-MY" dirty="0"/>
                  <a:t> symmetric-key algorithm, AES-128 is still widely used in my applications.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MY" sz="2000" dirty="0"/>
                  <a:t>The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str</a:t>
                </a:r>
                <a:r>
                  <a:rPr lang="en-MY" b="1" dirty="0">
                    <a:solidFill>
                      <a:srgbClr val="FF0000"/>
                    </a:solidFill>
                  </a:rPr>
                  <a:t>ength</a:t>
                </a:r>
                <a:r>
                  <a:rPr lang="en-MY" dirty="0"/>
                  <a:t> of AES-128 is </a:t>
                </a:r>
                <a:r>
                  <a:rPr lang="en-MY" b="1" dirty="0">
                    <a:solidFill>
                      <a:srgbClr val="0000FF"/>
                    </a:solidFill>
                  </a:rPr>
                  <a:t>equivalent</a:t>
                </a:r>
                <a:r>
                  <a:rPr lang="en-MY" dirty="0"/>
                  <a:t> to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3072</m:t>
                    </m:r>
                  </m:oMath>
                </a14:m>
                <a:r>
                  <a:rPr lang="en-MY" sz="2000" dirty="0"/>
                  <a:t>-bit RSA.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MY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9B0B1-1BBB-B0A0-EABF-4BA93251E1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4" t="-687" r="-6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18239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Main References for Chapter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9B0B1-1BBB-B0A0-EABF-4BA93251E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Stallings, W.  “</a:t>
            </a:r>
            <a:r>
              <a:rPr lang="en-US" sz="2000" b="1" i="1" dirty="0"/>
              <a:t>Cryptography and Network Security: Principles and Practices</a:t>
            </a:r>
            <a:r>
              <a:rPr lang="en-US" sz="2000" dirty="0"/>
              <a:t>”, Fifth Edition, Pearson Prentice Hall, 2011.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ko-KR" sz="2000" dirty="0" err="1">
                <a:ea typeface="Gulim" pitchFamily="34" charset="-127"/>
              </a:rPr>
              <a:t>Forouzan</a:t>
            </a:r>
            <a:r>
              <a:rPr lang="en-US" altLang="ko-KR" sz="2000" dirty="0">
                <a:ea typeface="Gulim" pitchFamily="34" charset="-127"/>
              </a:rPr>
              <a:t>, B.A. </a:t>
            </a:r>
            <a:r>
              <a:rPr lang="en-US" sz="2000" dirty="0"/>
              <a:t>“</a:t>
            </a:r>
            <a:r>
              <a:rPr lang="en-US" sz="2000" b="1" i="1" dirty="0"/>
              <a:t>Introduction to Cryptography and Network Security</a:t>
            </a:r>
            <a:r>
              <a:rPr lang="en-US" sz="2000" dirty="0"/>
              <a:t>”, Third Edition, McGraw-Hill, 2008.</a:t>
            </a:r>
          </a:p>
          <a:p>
            <a:pPr algn="just"/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27645408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DD1C-3490-3836-9A3C-BAA6270E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5356280"/>
          </a:xfrm>
        </p:spPr>
        <p:txBody>
          <a:bodyPr>
            <a:normAutofit/>
          </a:bodyPr>
          <a:lstStyle/>
          <a:p>
            <a:pPr algn="ctr"/>
            <a:r>
              <a:rPr lang="en-MY" sz="4400" b="1" i="0" dirty="0"/>
              <a:t>~ THE END </a:t>
            </a:r>
            <a:r>
              <a:rPr lang="en-MY" sz="4400" b="1" i="0" dirty="0">
                <a:sym typeface="Wingdings" panose="05000000000000000000" pitchFamily="2" charset="2"/>
              </a:rPr>
              <a:t> ~</a:t>
            </a:r>
            <a:br>
              <a:rPr lang="en-MY" sz="4400" b="1" i="0" dirty="0">
                <a:sym typeface="Wingdings" panose="05000000000000000000" pitchFamily="2" charset="2"/>
              </a:rPr>
            </a:br>
            <a:r>
              <a:rPr lang="en-MY" sz="4400" dirty="0"/>
              <a:t/>
            </a:r>
            <a:br>
              <a:rPr lang="en-MY" sz="4400" dirty="0"/>
            </a:br>
            <a:r>
              <a:rPr lang="en-MY" sz="4400" dirty="0"/>
              <a:t/>
            </a:r>
            <a:br>
              <a:rPr lang="en-MY" sz="4400" dirty="0"/>
            </a:br>
            <a:r>
              <a:rPr lang="en-MY" sz="4400" dirty="0"/>
              <a:t/>
            </a:r>
            <a:br>
              <a:rPr lang="en-MY" sz="4400" dirty="0"/>
            </a:br>
            <a:endParaRPr lang="en-MY" sz="4400" dirty="0"/>
          </a:p>
        </p:txBody>
      </p:sp>
    </p:spTree>
    <p:extLst>
      <p:ext uri="{BB962C8B-B14F-4D97-AF65-F5344CB8AC3E}">
        <p14:creationId xmlns:p14="http://schemas.microsoft.com/office/powerpoint/2010/main" val="988836340"/>
      </p:ext>
    </p:extLst>
  </p:cSld>
  <p:clrMapOvr>
    <a:masterClrMapping/>
  </p:clrMapOvr>
</p:sld>
</file>

<file path=ppt/theme/theme1.xml><?xml version="1.0" encoding="utf-8"?>
<a:theme xmlns:a="http://schemas.openxmlformats.org/drawingml/2006/main" name="RocaVTI">
  <a:themeElements>
    <a:clrScheme name="Custom 101">
      <a:dk1>
        <a:sysClr val="windowText" lastClr="000000"/>
      </a:dk1>
      <a:lt1>
        <a:sysClr val="window" lastClr="FFFFFF"/>
      </a:lt1>
      <a:dk2>
        <a:srgbClr val="463443"/>
      </a:dk2>
      <a:lt2>
        <a:srgbClr val="F3F0E9"/>
      </a:lt2>
      <a:accent1>
        <a:srgbClr val="D45E5E"/>
      </a:accent1>
      <a:accent2>
        <a:srgbClr val="D49D8C"/>
      </a:accent2>
      <a:accent3>
        <a:srgbClr val="BF873A"/>
      </a:accent3>
      <a:accent4>
        <a:srgbClr val="C05050"/>
      </a:accent4>
      <a:accent5>
        <a:srgbClr val="A89F68"/>
      </a:accent5>
      <a:accent6>
        <a:srgbClr val="8F6B8A"/>
      </a:accent6>
      <a:hlink>
        <a:srgbClr val="D75681"/>
      </a:hlink>
      <a:folHlink>
        <a:srgbClr val="6C9D92"/>
      </a:folHlink>
    </a:clrScheme>
    <a:fontScheme name="Custom 36">
      <a:majorFont>
        <a:latin typeface="Georgia Pro Semibol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caVTI" id="{D79FE1D1-0489-4A69-8531-D0B8CDC31CBE}" vid="{CEBA7FE6-C04B-474E-964F-B022887AD13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A374375A648B43BE2F504427ACA368" ma:contentTypeVersion="15" ma:contentTypeDescription="Create a new document." ma:contentTypeScope="" ma:versionID="013dc5019cb378d6f3b4beb94fb7cf4e">
  <xsd:schema xmlns:xsd="http://www.w3.org/2001/XMLSchema" xmlns:xs="http://www.w3.org/2001/XMLSchema" xmlns:p="http://schemas.microsoft.com/office/2006/metadata/properties" xmlns:ns2="6da64911-38d9-4b77-b6d0-85c58d59eee7" xmlns:ns3="c14bfc95-5fc1-4e5f-aee2-c8976470c7fa" targetNamespace="http://schemas.microsoft.com/office/2006/metadata/properties" ma:root="true" ma:fieldsID="ea8c4da17c1bbcf1ebea871cf52d131d" ns2:_="" ns3:_="">
    <xsd:import namespace="6da64911-38d9-4b77-b6d0-85c58d59eee7"/>
    <xsd:import namespace="c14bfc95-5fc1-4e5f-aee2-c8976470c7f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a64911-38d9-4b77-b6d0-85c58d59eee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df6769d7-3c27-4ceb-9c12-0647dbcb441e}" ma:internalName="TaxCatchAll" ma:showField="CatchAllData" ma:web="6da64911-38d9-4b77-b6d0-85c58d59ee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4bfc95-5fc1-4e5f-aee2-c8976470c7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47f1639-9130-493c-b0f7-7f4b51b1a9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4bfc95-5fc1-4e5f-aee2-c8976470c7fa">
      <Terms xmlns="http://schemas.microsoft.com/office/infopath/2007/PartnerControls"/>
    </lcf76f155ced4ddcb4097134ff3c332f>
    <TaxCatchAll xmlns="6da64911-38d9-4b77-b6d0-85c58d59eee7" xsi:nil="true"/>
  </documentManagement>
</p:properties>
</file>

<file path=customXml/itemProps1.xml><?xml version="1.0" encoding="utf-8"?>
<ds:datastoreItem xmlns:ds="http://schemas.openxmlformats.org/officeDocument/2006/customXml" ds:itemID="{27DC4DC3-44FC-41C2-A42A-062A7AE2CE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a64911-38d9-4b77-b6d0-85c58d59eee7"/>
    <ds:schemaRef ds:uri="c14bfc95-5fc1-4e5f-aee2-c8976470c7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6FAF77-43F5-42AE-BC61-E23C9F20265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C7C19E-82F1-472D-B745-859AC563641A}">
  <ds:schemaRefs>
    <ds:schemaRef ds:uri="http://schemas.microsoft.com/office/2006/metadata/properties"/>
    <ds:schemaRef ds:uri="http://purl.org/dc/dcmitype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6da64911-38d9-4b77-b6d0-85c58d59eee7"/>
    <ds:schemaRef ds:uri="http://schemas.microsoft.com/office/infopath/2007/PartnerControls"/>
    <ds:schemaRef ds:uri="c14bfc95-5fc1-4e5f-aee2-c8976470c7fa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1262</TotalTime>
  <Words>2179</Words>
  <Application>Microsoft Office PowerPoint</Application>
  <PresentationFormat>Widescreen</PresentationFormat>
  <Paragraphs>424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1" baseType="lpstr">
      <vt:lpstr>Arial</vt:lpstr>
      <vt:lpstr>Avenir Next LT Pro</vt:lpstr>
      <vt:lpstr>Avenir Next LT Pro Light</vt:lpstr>
      <vt:lpstr>Cambria Math</vt:lpstr>
      <vt:lpstr>Courier New</vt:lpstr>
      <vt:lpstr>Georgia Pro Semibold</vt:lpstr>
      <vt:lpstr>Gulim</vt:lpstr>
      <vt:lpstr>Wingdings</vt:lpstr>
      <vt:lpstr>RocaVTI</vt:lpstr>
      <vt:lpstr>Chapter 5</vt:lpstr>
      <vt:lpstr>Outlines</vt:lpstr>
      <vt:lpstr>Learning Objectives</vt:lpstr>
      <vt:lpstr>ADVANCED ENCRYPTION  STANDARD (AES)  HISTORY  </vt:lpstr>
      <vt:lpstr>Advanced Encryption Standard (AES) – History </vt:lpstr>
      <vt:lpstr>Advanced Encryption Standard (AES) – History </vt:lpstr>
      <vt:lpstr>ADVANCED ENCRYPTION  STANDARD (AES)  DESIGN  </vt:lpstr>
      <vt:lpstr>AES – Overview Design</vt:lpstr>
      <vt:lpstr>PowerPoint Presentation</vt:lpstr>
      <vt:lpstr>AES – Data Units</vt:lpstr>
      <vt:lpstr>AES – Data Units</vt:lpstr>
      <vt:lpstr>PowerPoint Presentation</vt:lpstr>
      <vt:lpstr>AES – Data Transformation </vt:lpstr>
      <vt:lpstr>AES – Data Transformation </vt:lpstr>
      <vt:lpstr>AES – Data Transformation </vt:lpstr>
      <vt:lpstr>AES – Round Operations (Overview)</vt:lpstr>
      <vt:lpstr>AES – Round Operations (Overview)</vt:lpstr>
      <vt:lpstr>AES – Round Operations (Overview)</vt:lpstr>
      <vt:lpstr>ADVANCED ENCRYPTION  STANDARD (AES)  SubBytes Substitution  </vt:lpstr>
      <vt:lpstr>AES – SubBytes Substitution</vt:lpstr>
      <vt:lpstr>PowerPoint Presentation</vt:lpstr>
      <vt:lpstr>PowerPoint Presentation</vt:lpstr>
      <vt:lpstr>AES – SubBytes Substitution</vt:lpstr>
      <vt:lpstr>AES – SubBytes Substitution</vt:lpstr>
      <vt:lpstr>ADVANCED ENCRYPTION  STANDARD (AES)  ShiftRows  </vt:lpstr>
      <vt:lpstr>AES – ShiftRows</vt:lpstr>
      <vt:lpstr>AES – ShiftRows</vt:lpstr>
      <vt:lpstr>ADVANCED ENCRYPTION  STANDARD (AES)  MixColumns  </vt:lpstr>
      <vt:lpstr>AES – MixColumns</vt:lpstr>
      <vt:lpstr>AES – MixColumns</vt:lpstr>
      <vt:lpstr>AES – MixColumns</vt:lpstr>
      <vt:lpstr>AES – MixColumns</vt:lpstr>
      <vt:lpstr>Example. How 62 is obtained. + = XOR</vt:lpstr>
      <vt:lpstr>Inverse mix column</vt:lpstr>
      <vt:lpstr>Inverse mix column</vt:lpstr>
      <vt:lpstr>AES – MixColumns</vt:lpstr>
      <vt:lpstr>ADVANCED ENCRYPTION  STANDARD (AES)  AddRoundKey  </vt:lpstr>
      <vt:lpstr>AES – AddRoundKey</vt:lpstr>
      <vt:lpstr>AddRound Key. “i“ is the round No.</vt:lpstr>
      <vt:lpstr>AES Decryption</vt:lpstr>
      <vt:lpstr>ADVANCED ENCRYPTION  STANDARD (AES)  Key Expansion  </vt:lpstr>
      <vt:lpstr>AES – Key Expansion (Overview)</vt:lpstr>
      <vt:lpstr>AES – Key Expansion (Overview)</vt:lpstr>
      <vt:lpstr>Key Expansion Overview</vt:lpstr>
      <vt:lpstr>AES – Key Expansion (AES-128)</vt:lpstr>
      <vt:lpstr>AES – Key Expansion (AES-128)</vt:lpstr>
      <vt:lpstr>G-Function </vt:lpstr>
      <vt:lpstr>PowerPoint Presentation</vt:lpstr>
      <vt:lpstr>PowerPoint Presentation</vt:lpstr>
      <vt:lpstr>AES – Key Expansion (AES-128)</vt:lpstr>
      <vt:lpstr>SubWord(AA548713)=AC20177D</vt:lpstr>
      <vt:lpstr>ADVANCED ENCRYPTION  STANDARD (AES)  Complete AES Ciphers  </vt:lpstr>
      <vt:lpstr>PowerPoint Presentation</vt:lpstr>
      <vt:lpstr>ADVANCED ENCRYPTION  STANDARD (AES)  AES vs DES Comparative Analysis  </vt:lpstr>
      <vt:lpstr>AES – Non-Feistel Ciphers</vt:lpstr>
      <vt:lpstr>Bit &amp; Bytes Orientations (Substitution)</vt:lpstr>
      <vt:lpstr>Bit &amp; Bytes Orientations (Permutation)</vt:lpstr>
      <vt:lpstr>AES versus DES – Properties</vt:lpstr>
      <vt:lpstr>ADVANCED ENCRYPTION  STANDARD (AES)  AES Security  </vt:lpstr>
      <vt:lpstr>AES – Security</vt:lpstr>
      <vt:lpstr>Main References for Chapter 5</vt:lpstr>
      <vt:lpstr>~ THE END  ~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</dc:title>
  <dc:creator>Tea Boon Chian</dc:creator>
  <cp:lastModifiedBy>Chan Wai Kok</cp:lastModifiedBy>
  <cp:revision>34</cp:revision>
  <dcterms:created xsi:type="dcterms:W3CDTF">2023-10-28T06:05:03Z</dcterms:created>
  <dcterms:modified xsi:type="dcterms:W3CDTF">2025-12-16T12:36:40Z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0x0101009FA374375A648B43BE2F504427ACA368</vt:lpwstr>
  </property>
</Properties>
</file>