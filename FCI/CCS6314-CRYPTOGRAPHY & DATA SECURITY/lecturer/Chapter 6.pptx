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89" r:id="rId4"/>
    <p:sldId id="292" r:id="rId5"/>
    <p:sldId id="293" r:id="rId6"/>
    <p:sldId id="316" r:id="rId7"/>
    <p:sldId id="294" r:id="rId8"/>
    <p:sldId id="295" r:id="rId9"/>
    <p:sldId id="296" r:id="rId10"/>
    <p:sldId id="317" r:id="rId11"/>
    <p:sldId id="318" r:id="rId12"/>
    <p:sldId id="297" r:id="rId13"/>
    <p:sldId id="298" r:id="rId14"/>
    <p:sldId id="299" r:id="rId15"/>
    <p:sldId id="319" r:id="rId16"/>
    <p:sldId id="300" r:id="rId17"/>
    <p:sldId id="301" r:id="rId18"/>
    <p:sldId id="302" r:id="rId19"/>
    <p:sldId id="303" r:id="rId20"/>
    <p:sldId id="304" r:id="rId21"/>
    <p:sldId id="305" r:id="rId22"/>
    <p:sldId id="320" r:id="rId23"/>
    <p:sldId id="306" r:id="rId24"/>
    <p:sldId id="321" r:id="rId25"/>
    <p:sldId id="307" r:id="rId26"/>
    <p:sldId id="308" r:id="rId27"/>
    <p:sldId id="309" r:id="rId28"/>
    <p:sldId id="310" r:id="rId29"/>
    <p:sldId id="322" r:id="rId30"/>
    <p:sldId id="311" r:id="rId31"/>
    <p:sldId id="312" r:id="rId32"/>
    <p:sldId id="313" r:id="rId33"/>
    <p:sldId id="323" r:id="rId34"/>
    <p:sldId id="314" r:id="rId35"/>
    <p:sldId id="324" r:id="rId36"/>
    <p:sldId id="325" r:id="rId37"/>
    <p:sldId id="326" r:id="rId38"/>
    <p:sldId id="330" r:id="rId39"/>
    <p:sldId id="327" r:id="rId40"/>
    <p:sldId id="331" r:id="rId41"/>
    <p:sldId id="328" r:id="rId42"/>
    <p:sldId id="291" r:id="rId43"/>
    <p:sldId id="315" r:id="rId44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501"/>
    <a:srgbClr val="0000FF"/>
    <a:srgbClr val="35F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60E05ED0-F0A7-4BB1-965F-AFB6B4432EE8}"/>
    <pc:docChg chg="custSel modSld">
      <pc:chgData name="Tea Boon Chian" userId="ab84e6a5-2079-4f96-af03-c8dde00dcc75" providerId="ADAL" clId="{60E05ED0-F0A7-4BB1-965F-AFB6B4432EE8}" dt="2024-05-06T06:52:35.387" v="41" actId="20577"/>
      <pc:docMkLst>
        <pc:docMk/>
      </pc:docMkLst>
      <pc:sldChg chg="modSp mod">
        <pc:chgData name="Tea Boon Chian" userId="ab84e6a5-2079-4f96-af03-c8dde00dcc75" providerId="ADAL" clId="{60E05ED0-F0A7-4BB1-965F-AFB6B4432EE8}" dt="2024-05-06T06:52:35.387" v="41" actId="20577"/>
        <pc:sldMkLst>
          <pc:docMk/>
          <pc:sldMk cId="1636049235" sldId="316"/>
        </pc:sldMkLst>
        <pc:spChg chg="mod">
          <ac:chgData name="Tea Boon Chian" userId="ab84e6a5-2079-4f96-af03-c8dde00dcc75" providerId="ADAL" clId="{60E05ED0-F0A7-4BB1-965F-AFB6B4432EE8}" dt="2024-05-06T06:52:35.387" v="41" actId="20577"/>
          <ac:spMkLst>
            <pc:docMk/>
            <pc:sldMk cId="1636049235" sldId="316"/>
            <ac:spMk id="3" creationId="{D1FAFC12-E431-D209-CED5-7DFCB25397AD}"/>
          </ac:spMkLst>
        </pc:spChg>
      </pc:sldChg>
    </pc:docChg>
  </pc:docChgLst>
  <pc:docChgLst>
    <pc:chgData name="Tea Boon Chian" userId="ab84e6a5-2079-4f96-af03-c8dde00dcc75" providerId="ADAL" clId="{2DE398A9-D6B5-4950-AF0F-B870DCCA311D}"/>
    <pc:docChg chg="undo redo custSel addSld delSld modSld">
      <pc:chgData name="Tea Boon Chian" userId="ab84e6a5-2079-4f96-af03-c8dde00dcc75" providerId="ADAL" clId="{2DE398A9-D6B5-4950-AF0F-B870DCCA311D}" dt="2023-12-28T05:58:54.836" v="10237" actId="20577"/>
      <pc:docMkLst>
        <pc:docMk/>
      </pc:docMkLst>
      <pc:sldChg chg="modSp mod">
        <pc:chgData name="Tea Boon Chian" userId="ab84e6a5-2079-4f96-af03-c8dde00dcc75" providerId="ADAL" clId="{2DE398A9-D6B5-4950-AF0F-B870DCCA311D}" dt="2023-11-28T00:55:58.572" v="9322" actId="20577"/>
        <pc:sldMkLst>
          <pc:docMk/>
          <pc:sldMk cId="295152558" sldId="257"/>
        </pc:sldMkLst>
        <pc:spChg chg="mod">
          <ac:chgData name="Tea Boon Chian" userId="ab84e6a5-2079-4f96-af03-c8dde00dcc75" providerId="ADAL" clId="{2DE398A9-D6B5-4950-AF0F-B870DCCA311D}" dt="2023-11-28T00:55:58.572" v="9322" actId="20577"/>
          <ac:spMkLst>
            <pc:docMk/>
            <pc:sldMk cId="295152558" sldId="257"/>
            <ac:spMk id="3" creationId="{0C62399F-EF22-DF28-8314-8DFDA04F3A6C}"/>
          </ac:spMkLst>
        </pc:spChg>
      </pc:sldChg>
      <pc:sldChg chg="modSp mod">
        <pc:chgData name="Tea Boon Chian" userId="ab84e6a5-2079-4f96-af03-c8dde00dcc75" providerId="ADAL" clId="{2DE398A9-D6B5-4950-AF0F-B870DCCA311D}" dt="2023-12-26T00:50:36.804" v="10199" actId="113"/>
        <pc:sldMkLst>
          <pc:docMk/>
          <pc:sldMk cId="2573284946" sldId="289"/>
        </pc:sldMkLst>
        <pc:spChg chg="mod">
          <ac:chgData name="Tea Boon Chian" userId="ab84e6a5-2079-4f96-af03-c8dde00dcc75" providerId="ADAL" clId="{2DE398A9-D6B5-4950-AF0F-B870DCCA311D}" dt="2023-12-26T00:50:36.804" v="10199" actId="113"/>
          <ac:spMkLst>
            <pc:docMk/>
            <pc:sldMk cId="2573284946" sldId="289"/>
            <ac:spMk id="3" creationId="{D1FAFC12-E431-D209-CED5-7DFCB25397AD}"/>
          </ac:spMkLst>
        </pc:spChg>
      </pc:sldChg>
      <pc:sldChg chg="modSp mod">
        <pc:chgData name="Tea Boon Chian" userId="ab84e6a5-2079-4f96-af03-c8dde00dcc75" providerId="ADAL" clId="{2DE398A9-D6B5-4950-AF0F-B870DCCA311D}" dt="2023-12-04T02:47:01.003" v="10131" actId="20577"/>
        <pc:sldMkLst>
          <pc:docMk/>
          <pc:sldMk cId="3775910697" sldId="291"/>
        </pc:sldMkLst>
        <pc:spChg chg="mod">
          <ac:chgData name="Tea Boon Chian" userId="ab84e6a5-2079-4f96-af03-c8dde00dcc75" providerId="ADAL" clId="{2DE398A9-D6B5-4950-AF0F-B870DCCA311D}" dt="2023-12-04T02:47:01.003" v="10131" actId="20577"/>
          <ac:spMkLst>
            <pc:docMk/>
            <pc:sldMk cId="3775910697" sldId="291"/>
            <ac:spMk id="3" creationId="{D1FAFC12-E431-D209-CED5-7DFCB25397AD}"/>
          </ac:spMkLst>
        </pc:spChg>
      </pc:sldChg>
      <pc:sldChg chg="addSp delSp modSp mod">
        <pc:chgData name="Tea Boon Chian" userId="ab84e6a5-2079-4f96-af03-c8dde00dcc75" providerId="ADAL" clId="{2DE398A9-D6B5-4950-AF0F-B870DCCA311D}" dt="2023-11-28T00:57:55.731" v="9445" actId="404"/>
        <pc:sldMkLst>
          <pc:docMk/>
          <pc:sldMk cId="262422419" sldId="292"/>
        </pc:sldMkLst>
        <pc:spChg chg="mod">
          <ac:chgData name="Tea Boon Chian" userId="ab84e6a5-2079-4f96-af03-c8dde00dcc75" providerId="ADAL" clId="{2DE398A9-D6B5-4950-AF0F-B870DCCA311D}" dt="2023-11-28T00:57:55.731" v="9445" actId="404"/>
          <ac:spMkLst>
            <pc:docMk/>
            <pc:sldMk cId="262422419" sldId="292"/>
            <ac:spMk id="2" creationId="{4C4539A4-0981-E912-A663-57B91DED61BB}"/>
          </ac:spMkLst>
        </pc:spChg>
        <pc:spChg chg="del">
          <ac:chgData name="Tea Boon Chian" userId="ab84e6a5-2079-4f96-af03-c8dde00dcc75" providerId="ADAL" clId="{2DE398A9-D6B5-4950-AF0F-B870DCCA311D}" dt="2023-11-24T05:13:42.595" v="0" actId="478"/>
          <ac:spMkLst>
            <pc:docMk/>
            <pc:sldMk cId="262422419" sldId="292"/>
            <ac:spMk id="3" creationId="{D1FAFC12-E431-D209-CED5-7DFCB25397AD}"/>
          </ac:spMkLst>
        </pc:spChg>
        <pc:picChg chg="add mod">
          <ac:chgData name="Tea Boon Chian" userId="ab84e6a5-2079-4f96-af03-c8dde00dcc75" providerId="ADAL" clId="{2DE398A9-D6B5-4950-AF0F-B870DCCA311D}" dt="2023-11-24T05:30:08.338" v="1490" actId="1035"/>
          <ac:picMkLst>
            <pc:docMk/>
            <pc:sldMk cId="262422419" sldId="292"/>
            <ac:picMk id="4" creationId="{2447FAFE-D7F3-2206-D555-5C61242DA664}"/>
          </ac:picMkLst>
        </pc:picChg>
      </pc:sldChg>
      <pc:sldChg chg="modSp mod">
        <pc:chgData name="Tea Boon Chian" userId="ab84e6a5-2079-4f96-af03-c8dde00dcc75" providerId="ADAL" clId="{2DE398A9-D6B5-4950-AF0F-B870DCCA311D}" dt="2023-12-28T05:58:03.881" v="10205" actId="20577"/>
        <pc:sldMkLst>
          <pc:docMk/>
          <pc:sldMk cId="2426524711" sldId="293"/>
        </pc:sldMkLst>
        <pc:spChg chg="mod">
          <ac:chgData name="Tea Boon Chian" userId="ab84e6a5-2079-4f96-af03-c8dde00dcc75" providerId="ADAL" clId="{2DE398A9-D6B5-4950-AF0F-B870DCCA311D}" dt="2023-11-24T05:43:17.067" v="2438" actId="20577"/>
          <ac:spMkLst>
            <pc:docMk/>
            <pc:sldMk cId="2426524711" sldId="293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2-28T05:58:03.881" v="10205" actId="20577"/>
          <ac:spMkLst>
            <pc:docMk/>
            <pc:sldMk cId="2426524711" sldId="293"/>
            <ac:spMk id="3" creationId="{D1FAFC12-E431-D209-CED5-7DFCB25397AD}"/>
          </ac:spMkLst>
        </pc:spChg>
      </pc:sldChg>
      <pc:sldChg chg="delSp modSp mod">
        <pc:chgData name="Tea Boon Chian" userId="ab84e6a5-2079-4f96-af03-c8dde00dcc75" providerId="ADAL" clId="{2DE398A9-D6B5-4950-AF0F-B870DCCA311D}" dt="2023-11-28T00:57:44.937" v="9440" actId="403"/>
        <pc:sldMkLst>
          <pc:docMk/>
          <pc:sldMk cId="3423790478" sldId="294"/>
        </pc:sldMkLst>
        <pc:spChg chg="mod">
          <ac:chgData name="Tea Boon Chian" userId="ab84e6a5-2079-4f96-af03-c8dde00dcc75" providerId="ADAL" clId="{2DE398A9-D6B5-4950-AF0F-B870DCCA311D}" dt="2023-11-28T00:57:44.937" v="9440" actId="403"/>
          <ac:spMkLst>
            <pc:docMk/>
            <pc:sldMk cId="3423790478" sldId="294"/>
            <ac:spMk id="2" creationId="{4C4539A4-0981-E912-A663-57B91DED61BB}"/>
          </ac:spMkLst>
        </pc:spChg>
        <pc:spChg chg="del">
          <ac:chgData name="Tea Boon Chian" userId="ab84e6a5-2079-4f96-af03-c8dde00dcc75" providerId="ADAL" clId="{2DE398A9-D6B5-4950-AF0F-B870DCCA311D}" dt="2023-11-24T05:30:52.905" v="1492" actId="478"/>
          <ac:spMkLst>
            <pc:docMk/>
            <pc:sldMk cId="3423790478" sldId="294"/>
            <ac:spMk id="3" creationId="{D1FAFC12-E431-D209-CED5-7DFCB25397AD}"/>
          </ac:spMkLst>
        </pc:spChg>
      </pc:sldChg>
      <pc:sldChg chg="modSp mod">
        <pc:chgData name="Tea Boon Chian" userId="ab84e6a5-2079-4f96-af03-c8dde00dcc75" providerId="ADAL" clId="{2DE398A9-D6B5-4950-AF0F-B870DCCA311D}" dt="2023-11-24T05:39:41.186" v="2256" actId="207"/>
        <pc:sldMkLst>
          <pc:docMk/>
          <pc:sldMk cId="1177232540" sldId="295"/>
        </pc:sldMkLst>
        <pc:spChg chg="mod">
          <ac:chgData name="Tea Boon Chian" userId="ab84e6a5-2079-4f96-af03-c8dde00dcc75" providerId="ADAL" clId="{2DE398A9-D6B5-4950-AF0F-B870DCCA311D}" dt="2023-11-24T05:31:48.684" v="1572" actId="114"/>
          <ac:spMkLst>
            <pc:docMk/>
            <pc:sldMk cId="1177232540" sldId="295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4T05:39:41.186" v="2256" actId="207"/>
          <ac:spMkLst>
            <pc:docMk/>
            <pc:sldMk cId="1177232540" sldId="295"/>
            <ac:spMk id="3" creationId="{D1FAFC12-E431-D209-CED5-7DFCB25397AD}"/>
          </ac:spMkLst>
        </pc:spChg>
      </pc:sldChg>
      <pc:sldChg chg="addSp modSp mod">
        <pc:chgData name="Tea Boon Chian" userId="ab84e6a5-2079-4f96-af03-c8dde00dcc75" providerId="ADAL" clId="{2DE398A9-D6B5-4950-AF0F-B870DCCA311D}" dt="2023-11-27T01:03:01.006" v="4595" actId="207"/>
        <pc:sldMkLst>
          <pc:docMk/>
          <pc:sldMk cId="1117080215" sldId="296"/>
        </pc:sldMkLst>
        <pc:spChg chg="mod">
          <ac:chgData name="Tea Boon Chian" userId="ab84e6a5-2079-4f96-af03-c8dde00dcc75" providerId="ADAL" clId="{2DE398A9-D6B5-4950-AF0F-B870DCCA311D}" dt="2023-11-24T05:43:10.711" v="2432" actId="20577"/>
          <ac:spMkLst>
            <pc:docMk/>
            <pc:sldMk cId="1117080215" sldId="296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1:03:01.006" v="4595" actId="207"/>
          <ac:spMkLst>
            <pc:docMk/>
            <pc:sldMk cId="1117080215" sldId="296"/>
            <ac:spMk id="3" creationId="{D1FAFC12-E431-D209-CED5-7DFCB25397AD}"/>
          </ac:spMkLst>
        </pc:spChg>
        <pc:picChg chg="add mod">
          <ac:chgData name="Tea Boon Chian" userId="ab84e6a5-2079-4f96-af03-c8dde00dcc75" providerId="ADAL" clId="{2DE398A9-D6B5-4950-AF0F-B870DCCA311D}" dt="2023-11-27T01:01:00.076" v="4521" actId="1076"/>
          <ac:picMkLst>
            <pc:docMk/>
            <pc:sldMk cId="1117080215" sldId="296"/>
            <ac:picMk id="4" creationId="{A4F96860-42F4-0630-0ECF-0364BDA7BBA9}"/>
          </ac:picMkLst>
        </pc:picChg>
      </pc:sldChg>
      <pc:sldChg chg="modSp mod">
        <pc:chgData name="Tea Boon Chian" userId="ab84e6a5-2079-4f96-af03-c8dde00dcc75" providerId="ADAL" clId="{2DE398A9-D6B5-4950-AF0F-B870DCCA311D}" dt="2023-11-27T01:03:59.263" v="4599" actId="2710"/>
        <pc:sldMkLst>
          <pc:docMk/>
          <pc:sldMk cId="2978368071" sldId="297"/>
        </pc:sldMkLst>
        <pc:spChg chg="mod">
          <ac:chgData name="Tea Boon Chian" userId="ab84e6a5-2079-4f96-af03-c8dde00dcc75" providerId="ADAL" clId="{2DE398A9-D6B5-4950-AF0F-B870DCCA311D}" dt="2023-11-24T05:42:18.760" v="2365" actId="207"/>
          <ac:spMkLst>
            <pc:docMk/>
            <pc:sldMk cId="2978368071" sldId="297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1:03:59.263" v="4599" actId="2710"/>
          <ac:spMkLst>
            <pc:docMk/>
            <pc:sldMk cId="2978368071" sldId="297"/>
            <ac:spMk id="3" creationId="{D1FAFC12-E431-D209-CED5-7DFCB25397AD}"/>
          </ac:spMkLst>
        </pc:spChg>
      </pc:sldChg>
      <pc:sldChg chg="modSp mod">
        <pc:chgData name="Tea Boon Chian" userId="ab84e6a5-2079-4f96-af03-c8dde00dcc75" providerId="ADAL" clId="{2DE398A9-D6B5-4950-AF0F-B870DCCA311D}" dt="2023-11-27T01:03:59.584" v="4600" actId="2710"/>
        <pc:sldMkLst>
          <pc:docMk/>
          <pc:sldMk cId="1208594906" sldId="298"/>
        </pc:sldMkLst>
        <pc:spChg chg="mod">
          <ac:chgData name="Tea Boon Chian" userId="ab84e6a5-2079-4f96-af03-c8dde00dcc75" providerId="ADAL" clId="{2DE398A9-D6B5-4950-AF0F-B870DCCA311D}" dt="2023-11-24T11:32:35.732" v="4081" actId="14100"/>
          <ac:spMkLst>
            <pc:docMk/>
            <pc:sldMk cId="1208594906" sldId="298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1:03:59.584" v="4600" actId="2710"/>
          <ac:spMkLst>
            <pc:docMk/>
            <pc:sldMk cId="1208594906" sldId="298"/>
            <ac:spMk id="3" creationId="{D1FAFC12-E431-D209-CED5-7DFCB25397AD}"/>
          </ac:spMkLst>
        </pc:spChg>
      </pc:sldChg>
      <pc:sldChg chg="modSp mod">
        <pc:chgData name="Tea Boon Chian" userId="ab84e6a5-2079-4f96-af03-c8dde00dcc75" providerId="ADAL" clId="{2DE398A9-D6B5-4950-AF0F-B870DCCA311D}" dt="2023-12-28T05:58:41.370" v="10235" actId="20577"/>
        <pc:sldMkLst>
          <pc:docMk/>
          <pc:sldMk cId="3598452259" sldId="299"/>
        </pc:sldMkLst>
        <pc:spChg chg="mod">
          <ac:chgData name="Tea Boon Chian" userId="ab84e6a5-2079-4f96-af03-c8dde00dcc75" providerId="ADAL" clId="{2DE398A9-D6B5-4950-AF0F-B870DCCA311D}" dt="2023-11-24T11:32:52.101" v="4104" actId="20577"/>
          <ac:spMkLst>
            <pc:docMk/>
            <pc:sldMk cId="3598452259" sldId="299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2-28T05:58:41.370" v="10235" actId="20577"/>
          <ac:spMkLst>
            <pc:docMk/>
            <pc:sldMk cId="3598452259" sldId="299"/>
            <ac:spMk id="3" creationId="{D1FAFC12-E431-D209-CED5-7DFCB25397AD}"/>
          </ac:spMkLst>
        </pc:spChg>
      </pc:sldChg>
      <pc:sldChg chg="modSp mod">
        <pc:chgData name="Tea Boon Chian" userId="ab84e6a5-2079-4f96-af03-c8dde00dcc75" providerId="ADAL" clId="{2DE398A9-D6B5-4950-AF0F-B870DCCA311D}" dt="2023-11-27T01:00:02.562" v="4504" actId="207"/>
        <pc:sldMkLst>
          <pc:docMk/>
          <pc:sldMk cId="2402048923" sldId="300"/>
        </pc:sldMkLst>
        <pc:spChg chg="mod">
          <ac:chgData name="Tea Boon Chian" userId="ab84e6a5-2079-4f96-af03-c8dde00dcc75" providerId="ADAL" clId="{2DE398A9-D6B5-4950-AF0F-B870DCCA311D}" dt="2023-11-27T00:56:58.581" v="4293" actId="114"/>
          <ac:spMkLst>
            <pc:docMk/>
            <pc:sldMk cId="2402048923" sldId="300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1:00:02.562" v="4504" actId="207"/>
          <ac:spMkLst>
            <pc:docMk/>
            <pc:sldMk cId="2402048923" sldId="300"/>
            <ac:spMk id="3" creationId="{D1FAFC12-E431-D209-CED5-7DFCB25397AD}"/>
          </ac:spMkLst>
        </pc:spChg>
      </pc:sldChg>
      <pc:sldChg chg="addSp delSp modSp mod">
        <pc:chgData name="Tea Boon Chian" userId="ab84e6a5-2079-4f96-af03-c8dde00dcc75" providerId="ADAL" clId="{2DE398A9-D6B5-4950-AF0F-B870DCCA311D}" dt="2023-11-27T01:02:50.867" v="4593" actId="207"/>
        <pc:sldMkLst>
          <pc:docMk/>
          <pc:sldMk cId="3833955343" sldId="301"/>
        </pc:sldMkLst>
        <pc:spChg chg="mod">
          <ac:chgData name="Tea Boon Chian" userId="ab84e6a5-2079-4f96-af03-c8dde00dcc75" providerId="ADAL" clId="{2DE398A9-D6B5-4950-AF0F-B870DCCA311D}" dt="2023-11-27T01:01:09.285" v="4531"/>
          <ac:spMkLst>
            <pc:docMk/>
            <pc:sldMk cId="3833955343" sldId="301"/>
            <ac:spMk id="2" creationId="{4C4539A4-0981-E912-A663-57B91DED61BB}"/>
          </ac:spMkLst>
        </pc:spChg>
        <pc:spChg chg="add del mod">
          <ac:chgData name="Tea Boon Chian" userId="ab84e6a5-2079-4f96-af03-c8dde00dcc75" providerId="ADAL" clId="{2DE398A9-D6B5-4950-AF0F-B870DCCA311D}" dt="2023-11-27T01:02:50.867" v="4593" actId="207"/>
          <ac:spMkLst>
            <pc:docMk/>
            <pc:sldMk cId="3833955343" sldId="301"/>
            <ac:spMk id="3" creationId="{D1FAFC12-E431-D209-CED5-7DFCB25397AD}"/>
          </ac:spMkLst>
        </pc:spChg>
        <pc:picChg chg="add del mod">
          <ac:chgData name="Tea Boon Chian" userId="ab84e6a5-2079-4f96-af03-c8dde00dcc75" providerId="ADAL" clId="{2DE398A9-D6B5-4950-AF0F-B870DCCA311D}" dt="2023-11-27T01:00:47.516" v="4511"/>
          <ac:picMkLst>
            <pc:docMk/>
            <pc:sldMk cId="3833955343" sldId="301"/>
            <ac:picMk id="4" creationId="{436E77BA-B269-2B6D-E271-5EBDCC65112E}"/>
          </ac:picMkLst>
        </pc:picChg>
        <pc:picChg chg="add mod">
          <ac:chgData name="Tea Boon Chian" userId="ab84e6a5-2079-4f96-af03-c8dde00dcc75" providerId="ADAL" clId="{2DE398A9-D6B5-4950-AF0F-B870DCCA311D}" dt="2023-11-27T01:01:16.862" v="4535" actId="1076"/>
          <ac:picMkLst>
            <pc:docMk/>
            <pc:sldMk cId="3833955343" sldId="301"/>
            <ac:picMk id="5" creationId="{F0CB990E-58DE-588C-8490-676A0F9D551A}"/>
          </ac:picMkLst>
        </pc:picChg>
      </pc:sldChg>
      <pc:sldChg chg="modSp mod">
        <pc:chgData name="Tea Boon Chian" userId="ab84e6a5-2079-4f96-af03-c8dde00dcc75" providerId="ADAL" clId="{2DE398A9-D6B5-4950-AF0F-B870DCCA311D}" dt="2023-11-27T01:14:12.231" v="5090" actId="1076"/>
        <pc:sldMkLst>
          <pc:docMk/>
          <pc:sldMk cId="1030299378" sldId="302"/>
        </pc:sldMkLst>
        <pc:spChg chg="mod">
          <ac:chgData name="Tea Boon Chian" userId="ab84e6a5-2079-4f96-af03-c8dde00dcc75" providerId="ADAL" clId="{2DE398A9-D6B5-4950-AF0F-B870DCCA311D}" dt="2023-11-27T01:14:12.231" v="5090" actId="1076"/>
          <ac:spMkLst>
            <pc:docMk/>
            <pc:sldMk cId="1030299378" sldId="302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1:06:58.906" v="4700" actId="207"/>
          <ac:spMkLst>
            <pc:docMk/>
            <pc:sldMk cId="1030299378" sldId="302"/>
            <ac:spMk id="3" creationId="{D1FAFC12-E431-D209-CED5-7DFCB25397AD}"/>
          </ac:spMkLst>
        </pc:spChg>
      </pc:sldChg>
      <pc:sldChg chg="addSp modSp mod">
        <pc:chgData name="Tea Boon Chian" userId="ab84e6a5-2079-4f96-af03-c8dde00dcc75" providerId="ADAL" clId="{2DE398A9-D6B5-4950-AF0F-B870DCCA311D}" dt="2023-11-27T01:13:28.461" v="5085" actId="1076"/>
        <pc:sldMkLst>
          <pc:docMk/>
          <pc:sldMk cId="1233331103" sldId="303"/>
        </pc:sldMkLst>
        <pc:spChg chg="mod">
          <ac:chgData name="Tea Boon Chian" userId="ab84e6a5-2079-4f96-af03-c8dde00dcc75" providerId="ADAL" clId="{2DE398A9-D6B5-4950-AF0F-B870DCCA311D}" dt="2023-11-27T01:07:33.123" v="4706"/>
          <ac:spMkLst>
            <pc:docMk/>
            <pc:sldMk cId="1233331103" sldId="303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1:13:19.425" v="5081" actId="1076"/>
          <ac:spMkLst>
            <pc:docMk/>
            <pc:sldMk cId="1233331103" sldId="303"/>
            <ac:spMk id="3" creationId="{D1FAFC12-E431-D209-CED5-7DFCB25397AD}"/>
          </ac:spMkLst>
        </pc:spChg>
        <pc:picChg chg="add mod">
          <ac:chgData name="Tea Boon Chian" userId="ab84e6a5-2079-4f96-af03-c8dde00dcc75" providerId="ADAL" clId="{2DE398A9-D6B5-4950-AF0F-B870DCCA311D}" dt="2023-11-27T01:13:28.461" v="5085" actId="1076"/>
          <ac:picMkLst>
            <pc:docMk/>
            <pc:sldMk cId="1233331103" sldId="303"/>
            <ac:picMk id="4" creationId="{E6CADD67-7557-3527-D757-8058471559A0}"/>
          </ac:picMkLst>
        </pc:picChg>
      </pc:sldChg>
      <pc:sldChg chg="modSp mod">
        <pc:chgData name="Tea Boon Chian" userId="ab84e6a5-2079-4f96-af03-c8dde00dcc75" providerId="ADAL" clId="{2DE398A9-D6B5-4950-AF0F-B870DCCA311D}" dt="2023-12-26T00:17:44.860" v="10197" actId="20577"/>
        <pc:sldMkLst>
          <pc:docMk/>
          <pc:sldMk cId="2732301579" sldId="304"/>
        </pc:sldMkLst>
        <pc:spChg chg="mod">
          <ac:chgData name="Tea Boon Chian" userId="ab84e6a5-2079-4f96-af03-c8dde00dcc75" providerId="ADAL" clId="{2DE398A9-D6B5-4950-AF0F-B870DCCA311D}" dt="2023-11-27T01:14:20.031" v="5093" actId="20577"/>
          <ac:spMkLst>
            <pc:docMk/>
            <pc:sldMk cId="2732301579" sldId="304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2-26T00:17:44.860" v="10197" actId="20577"/>
          <ac:spMkLst>
            <pc:docMk/>
            <pc:sldMk cId="2732301579" sldId="304"/>
            <ac:spMk id="3" creationId="{D1FAFC12-E431-D209-CED5-7DFCB25397AD}"/>
          </ac:spMkLst>
        </pc:spChg>
      </pc:sldChg>
      <pc:sldChg chg="modSp mod">
        <pc:chgData name="Tea Boon Chian" userId="ab84e6a5-2079-4f96-af03-c8dde00dcc75" providerId="ADAL" clId="{2DE398A9-D6B5-4950-AF0F-B870DCCA311D}" dt="2023-11-27T07:18:03.908" v="5808" actId="207"/>
        <pc:sldMkLst>
          <pc:docMk/>
          <pc:sldMk cId="2277709691" sldId="305"/>
        </pc:sldMkLst>
        <pc:spChg chg="mod">
          <ac:chgData name="Tea Boon Chian" userId="ab84e6a5-2079-4f96-af03-c8dde00dcc75" providerId="ADAL" clId="{2DE398A9-D6B5-4950-AF0F-B870DCCA311D}" dt="2023-11-27T07:14:08.622" v="5402" actId="403"/>
          <ac:spMkLst>
            <pc:docMk/>
            <pc:sldMk cId="2277709691" sldId="305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7:18:03.908" v="5808" actId="207"/>
          <ac:spMkLst>
            <pc:docMk/>
            <pc:sldMk cId="2277709691" sldId="305"/>
            <ac:spMk id="3" creationId="{D1FAFC12-E431-D209-CED5-7DFCB25397AD}"/>
          </ac:spMkLst>
        </pc:spChg>
      </pc:sldChg>
      <pc:sldChg chg="addSp delSp modSp mod">
        <pc:chgData name="Tea Boon Chian" userId="ab84e6a5-2079-4f96-af03-c8dde00dcc75" providerId="ADAL" clId="{2DE398A9-D6B5-4950-AF0F-B870DCCA311D}" dt="2023-11-27T07:28:47.291" v="6248" actId="207"/>
        <pc:sldMkLst>
          <pc:docMk/>
          <pc:sldMk cId="314167965" sldId="306"/>
        </pc:sldMkLst>
        <pc:spChg chg="mod">
          <ac:chgData name="Tea Boon Chian" userId="ab84e6a5-2079-4f96-af03-c8dde00dcc75" providerId="ADAL" clId="{2DE398A9-D6B5-4950-AF0F-B870DCCA311D}" dt="2023-11-27T07:20:38.963" v="5892" actId="114"/>
          <ac:spMkLst>
            <pc:docMk/>
            <pc:sldMk cId="314167965" sldId="306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7:28:47.291" v="6248" actId="207"/>
          <ac:spMkLst>
            <pc:docMk/>
            <pc:sldMk cId="314167965" sldId="306"/>
            <ac:spMk id="3" creationId="{D1FAFC12-E431-D209-CED5-7DFCB25397AD}"/>
          </ac:spMkLst>
        </pc:spChg>
        <pc:graphicFrameChg chg="add del mod">
          <ac:chgData name="Tea Boon Chian" userId="ab84e6a5-2079-4f96-af03-c8dde00dcc75" providerId="ADAL" clId="{2DE398A9-D6B5-4950-AF0F-B870DCCA311D}" dt="2023-11-27T07:27:46.404" v="6125"/>
          <ac:graphicFrameMkLst>
            <pc:docMk/>
            <pc:sldMk cId="314167965" sldId="306"/>
            <ac:graphicFrameMk id="4" creationId="{F1DC81A8-7FE0-D513-CD3E-E0F987EA2DDD}"/>
          </ac:graphicFrameMkLst>
        </pc:graphicFrameChg>
      </pc:sldChg>
      <pc:sldChg chg="addSp modSp mod">
        <pc:chgData name="Tea Boon Chian" userId="ab84e6a5-2079-4f96-af03-c8dde00dcc75" providerId="ADAL" clId="{2DE398A9-D6B5-4950-AF0F-B870DCCA311D}" dt="2023-11-27T07:45:59.458" v="6776" actId="20577"/>
        <pc:sldMkLst>
          <pc:docMk/>
          <pc:sldMk cId="1370824925" sldId="307"/>
        </pc:sldMkLst>
        <pc:spChg chg="mod">
          <ac:chgData name="Tea Boon Chian" userId="ab84e6a5-2079-4f96-af03-c8dde00dcc75" providerId="ADAL" clId="{2DE398A9-D6B5-4950-AF0F-B870DCCA311D}" dt="2023-11-27T07:42:37.190" v="6646"/>
          <ac:spMkLst>
            <pc:docMk/>
            <pc:sldMk cId="1370824925" sldId="307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7:45:59.458" v="6776" actId="20577"/>
          <ac:spMkLst>
            <pc:docMk/>
            <pc:sldMk cId="1370824925" sldId="307"/>
            <ac:spMk id="3" creationId="{D1FAFC12-E431-D209-CED5-7DFCB25397AD}"/>
          </ac:spMkLst>
        </pc:spChg>
        <pc:picChg chg="add mod">
          <ac:chgData name="Tea Boon Chian" userId="ab84e6a5-2079-4f96-af03-c8dde00dcc75" providerId="ADAL" clId="{2DE398A9-D6B5-4950-AF0F-B870DCCA311D}" dt="2023-11-27T07:43:24.080" v="6655" actId="1076"/>
          <ac:picMkLst>
            <pc:docMk/>
            <pc:sldMk cId="1370824925" sldId="307"/>
            <ac:picMk id="4" creationId="{2FFA506C-2052-8CA4-41CC-9BA9DA2D63F7}"/>
          </ac:picMkLst>
        </pc:picChg>
      </pc:sldChg>
      <pc:sldChg chg="addSp modSp mod">
        <pc:chgData name="Tea Boon Chian" userId="ab84e6a5-2079-4f96-af03-c8dde00dcc75" providerId="ADAL" clId="{2DE398A9-D6B5-4950-AF0F-B870DCCA311D}" dt="2023-12-28T05:58:54.836" v="10237" actId="20577"/>
        <pc:sldMkLst>
          <pc:docMk/>
          <pc:sldMk cId="2292797758" sldId="308"/>
        </pc:sldMkLst>
        <pc:spChg chg="mod">
          <ac:chgData name="Tea Boon Chian" userId="ab84e6a5-2079-4f96-af03-c8dde00dcc75" providerId="ADAL" clId="{2DE398A9-D6B5-4950-AF0F-B870DCCA311D}" dt="2023-11-27T08:12:41.100" v="6806" actId="20577"/>
          <ac:spMkLst>
            <pc:docMk/>
            <pc:sldMk cId="2292797758" sldId="308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2-28T05:58:54.836" v="10237" actId="20577"/>
          <ac:spMkLst>
            <pc:docMk/>
            <pc:sldMk cId="2292797758" sldId="308"/>
            <ac:spMk id="3" creationId="{D1FAFC12-E431-D209-CED5-7DFCB25397AD}"/>
          </ac:spMkLst>
        </pc:spChg>
        <pc:picChg chg="add mod">
          <ac:chgData name="Tea Boon Chian" userId="ab84e6a5-2079-4f96-af03-c8dde00dcc75" providerId="ADAL" clId="{2DE398A9-D6B5-4950-AF0F-B870DCCA311D}" dt="2023-11-27T08:15:46.791" v="7051" actId="1076"/>
          <ac:picMkLst>
            <pc:docMk/>
            <pc:sldMk cId="2292797758" sldId="308"/>
            <ac:picMk id="4" creationId="{6CC7D529-9EC9-0852-A22F-DFD95E363D6C}"/>
          </ac:picMkLst>
        </pc:picChg>
      </pc:sldChg>
      <pc:sldChg chg="modSp mod">
        <pc:chgData name="Tea Boon Chian" userId="ab84e6a5-2079-4f96-af03-c8dde00dcc75" providerId="ADAL" clId="{2DE398A9-D6B5-4950-AF0F-B870DCCA311D}" dt="2023-11-27T08:18:52.351" v="7445" actId="207"/>
        <pc:sldMkLst>
          <pc:docMk/>
          <pc:sldMk cId="288665796" sldId="309"/>
        </pc:sldMkLst>
        <pc:spChg chg="mod">
          <ac:chgData name="Tea Boon Chian" userId="ab84e6a5-2079-4f96-af03-c8dde00dcc75" providerId="ADAL" clId="{2DE398A9-D6B5-4950-AF0F-B870DCCA311D}" dt="2023-11-27T08:16:31.616" v="7058" actId="20577"/>
          <ac:spMkLst>
            <pc:docMk/>
            <pc:sldMk cId="288665796" sldId="309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8:18:52.351" v="7445" actId="207"/>
          <ac:spMkLst>
            <pc:docMk/>
            <pc:sldMk cId="288665796" sldId="309"/>
            <ac:spMk id="3" creationId="{D1FAFC12-E431-D209-CED5-7DFCB25397AD}"/>
          </ac:spMkLst>
        </pc:spChg>
      </pc:sldChg>
      <pc:sldChg chg="modSp mod">
        <pc:chgData name="Tea Boon Chian" userId="ab84e6a5-2079-4f96-af03-c8dde00dcc75" providerId="ADAL" clId="{2DE398A9-D6B5-4950-AF0F-B870DCCA311D}" dt="2023-11-27T08:25:41.048" v="7839" actId="20577"/>
        <pc:sldMkLst>
          <pc:docMk/>
          <pc:sldMk cId="534475285" sldId="310"/>
        </pc:sldMkLst>
        <pc:spChg chg="mod">
          <ac:chgData name="Tea Boon Chian" userId="ab84e6a5-2079-4f96-af03-c8dde00dcc75" providerId="ADAL" clId="{2DE398A9-D6B5-4950-AF0F-B870DCCA311D}" dt="2023-11-27T08:20:08.496" v="7480" actId="20577"/>
          <ac:spMkLst>
            <pc:docMk/>
            <pc:sldMk cId="534475285" sldId="310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8:25:41.048" v="7839" actId="20577"/>
          <ac:spMkLst>
            <pc:docMk/>
            <pc:sldMk cId="534475285" sldId="310"/>
            <ac:spMk id="3" creationId="{D1FAFC12-E431-D209-CED5-7DFCB25397AD}"/>
          </ac:spMkLst>
        </pc:spChg>
      </pc:sldChg>
      <pc:sldChg chg="addSp modSp mod">
        <pc:chgData name="Tea Boon Chian" userId="ab84e6a5-2079-4f96-af03-c8dde00dcc75" providerId="ADAL" clId="{2DE398A9-D6B5-4950-AF0F-B870DCCA311D}" dt="2023-11-27T08:35:37.258" v="8238" actId="20577"/>
        <pc:sldMkLst>
          <pc:docMk/>
          <pc:sldMk cId="3093742865" sldId="311"/>
        </pc:sldMkLst>
        <pc:spChg chg="mod">
          <ac:chgData name="Tea Boon Chian" userId="ab84e6a5-2079-4f96-af03-c8dde00dcc75" providerId="ADAL" clId="{2DE398A9-D6B5-4950-AF0F-B870DCCA311D}" dt="2023-11-27T08:35:37.258" v="8238" actId="20577"/>
          <ac:spMkLst>
            <pc:docMk/>
            <pc:sldMk cId="3093742865" sldId="311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8:32:09.618" v="7939" actId="113"/>
          <ac:spMkLst>
            <pc:docMk/>
            <pc:sldMk cId="3093742865" sldId="311"/>
            <ac:spMk id="3" creationId="{D1FAFC12-E431-D209-CED5-7DFCB25397AD}"/>
          </ac:spMkLst>
        </pc:spChg>
        <pc:picChg chg="add mod">
          <ac:chgData name="Tea Boon Chian" userId="ab84e6a5-2079-4f96-af03-c8dde00dcc75" providerId="ADAL" clId="{2DE398A9-D6B5-4950-AF0F-B870DCCA311D}" dt="2023-11-27T08:32:45.843" v="7941" actId="1076"/>
          <ac:picMkLst>
            <pc:docMk/>
            <pc:sldMk cId="3093742865" sldId="311"/>
            <ac:picMk id="4" creationId="{35213E2E-281C-1C88-1358-1CA66D8D274B}"/>
          </ac:picMkLst>
        </pc:picChg>
      </pc:sldChg>
      <pc:sldChg chg="addSp modSp mod">
        <pc:chgData name="Tea Boon Chian" userId="ab84e6a5-2079-4f96-af03-c8dde00dcc75" providerId="ADAL" clId="{2DE398A9-D6B5-4950-AF0F-B870DCCA311D}" dt="2023-11-27T08:35:26.617" v="8208" actId="20577"/>
        <pc:sldMkLst>
          <pc:docMk/>
          <pc:sldMk cId="3812823952" sldId="312"/>
        </pc:sldMkLst>
        <pc:spChg chg="mod">
          <ac:chgData name="Tea Boon Chian" userId="ab84e6a5-2079-4f96-af03-c8dde00dcc75" providerId="ADAL" clId="{2DE398A9-D6B5-4950-AF0F-B870DCCA311D}" dt="2023-11-27T08:35:26.617" v="8208" actId="20577"/>
          <ac:spMkLst>
            <pc:docMk/>
            <pc:sldMk cId="3812823952" sldId="312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8:34:56.067" v="8199" actId="207"/>
          <ac:spMkLst>
            <pc:docMk/>
            <pc:sldMk cId="3812823952" sldId="312"/>
            <ac:spMk id="3" creationId="{D1FAFC12-E431-D209-CED5-7DFCB25397AD}"/>
          </ac:spMkLst>
        </pc:spChg>
        <pc:picChg chg="add mod">
          <ac:chgData name="Tea Boon Chian" userId="ab84e6a5-2079-4f96-af03-c8dde00dcc75" providerId="ADAL" clId="{2DE398A9-D6B5-4950-AF0F-B870DCCA311D}" dt="2023-11-27T08:35:07.604" v="8201" actId="1076"/>
          <ac:picMkLst>
            <pc:docMk/>
            <pc:sldMk cId="3812823952" sldId="312"/>
            <ac:picMk id="4" creationId="{708B2C49-6B88-D598-2CBD-646CC747C73B}"/>
          </ac:picMkLst>
        </pc:picChg>
      </pc:sldChg>
      <pc:sldChg chg="modSp mod">
        <pc:chgData name="Tea Boon Chian" userId="ab84e6a5-2079-4f96-af03-c8dde00dcc75" providerId="ADAL" clId="{2DE398A9-D6B5-4950-AF0F-B870DCCA311D}" dt="2023-11-28T00:33:46.556" v="9265" actId="207"/>
        <pc:sldMkLst>
          <pc:docMk/>
          <pc:sldMk cId="3270903477" sldId="313"/>
        </pc:sldMkLst>
        <pc:spChg chg="mod">
          <ac:chgData name="Tea Boon Chian" userId="ab84e6a5-2079-4f96-af03-c8dde00dcc75" providerId="ADAL" clId="{2DE398A9-D6B5-4950-AF0F-B870DCCA311D}" dt="2023-11-27T08:36:40.509" v="8243" actId="20577"/>
          <ac:spMkLst>
            <pc:docMk/>
            <pc:sldMk cId="3270903477" sldId="313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8T00:33:46.556" v="9265" actId="207"/>
          <ac:spMkLst>
            <pc:docMk/>
            <pc:sldMk cId="3270903477" sldId="313"/>
            <ac:spMk id="3" creationId="{D1FAFC12-E431-D209-CED5-7DFCB25397AD}"/>
          </ac:spMkLst>
        </pc:spChg>
      </pc:sldChg>
      <pc:sldChg chg="modSp mod">
        <pc:chgData name="Tea Boon Chian" userId="ab84e6a5-2079-4f96-af03-c8dde00dcc75" providerId="ADAL" clId="{2DE398A9-D6B5-4950-AF0F-B870DCCA311D}" dt="2023-11-27T08:45:14.695" v="9041" actId="113"/>
        <pc:sldMkLst>
          <pc:docMk/>
          <pc:sldMk cId="4029312560" sldId="314"/>
        </pc:sldMkLst>
        <pc:spChg chg="mod">
          <ac:chgData name="Tea Boon Chian" userId="ab84e6a5-2079-4f96-af03-c8dde00dcc75" providerId="ADAL" clId="{2DE398A9-D6B5-4950-AF0F-B870DCCA311D}" dt="2023-11-27T08:42:19.991" v="8589" actId="20577"/>
          <ac:spMkLst>
            <pc:docMk/>
            <pc:sldMk cId="4029312560" sldId="314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8:45:14.695" v="9041" actId="113"/>
          <ac:spMkLst>
            <pc:docMk/>
            <pc:sldMk cId="4029312560" sldId="314"/>
            <ac:spMk id="3" creationId="{D1FAFC12-E431-D209-CED5-7DFCB25397AD}"/>
          </ac:spMkLst>
        </pc:spChg>
      </pc:sldChg>
      <pc:sldChg chg="modSp add mod">
        <pc:chgData name="Tea Boon Chian" userId="ab84e6a5-2079-4f96-af03-c8dde00dcc75" providerId="ADAL" clId="{2DE398A9-D6B5-4950-AF0F-B870DCCA311D}" dt="2023-11-24T05:43:13.914" v="2435" actId="20577"/>
        <pc:sldMkLst>
          <pc:docMk/>
          <pc:sldMk cId="1636049235" sldId="316"/>
        </pc:sldMkLst>
        <pc:spChg chg="mod">
          <ac:chgData name="Tea Boon Chian" userId="ab84e6a5-2079-4f96-af03-c8dde00dcc75" providerId="ADAL" clId="{2DE398A9-D6B5-4950-AF0F-B870DCCA311D}" dt="2023-11-24T05:43:13.914" v="2435" actId="20577"/>
          <ac:spMkLst>
            <pc:docMk/>
            <pc:sldMk cId="1636049235" sldId="316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4T05:28:20.526" v="1448" actId="207"/>
          <ac:spMkLst>
            <pc:docMk/>
            <pc:sldMk cId="1636049235" sldId="316"/>
            <ac:spMk id="3" creationId="{D1FAFC12-E431-D209-CED5-7DFCB25397AD}"/>
          </ac:spMkLst>
        </pc:spChg>
      </pc:sldChg>
      <pc:sldChg chg="addSp delSp modSp add mod">
        <pc:chgData name="Tea Boon Chian" userId="ab84e6a5-2079-4f96-af03-c8dde00dcc75" providerId="ADAL" clId="{2DE398A9-D6B5-4950-AF0F-B870DCCA311D}" dt="2023-11-27T01:10:01.301" v="4861" actId="207"/>
        <pc:sldMkLst>
          <pc:docMk/>
          <pc:sldMk cId="168773332" sldId="317"/>
        </pc:sldMkLst>
        <pc:spChg chg="mod">
          <ac:chgData name="Tea Boon Chian" userId="ab84e6a5-2079-4f96-af03-c8dde00dcc75" providerId="ADAL" clId="{2DE398A9-D6B5-4950-AF0F-B870DCCA311D}" dt="2023-11-24T11:15:25.540" v="3126" actId="404"/>
          <ac:spMkLst>
            <pc:docMk/>
            <pc:sldMk cId="168773332" sldId="317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1:10:01.301" v="4861" actId="207"/>
          <ac:spMkLst>
            <pc:docMk/>
            <pc:sldMk cId="168773332" sldId="317"/>
            <ac:spMk id="3" creationId="{D1FAFC12-E431-D209-CED5-7DFCB25397AD}"/>
          </ac:spMkLst>
        </pc:spChg>
        <pc:picChg chg="del">
          <ac:chgData name="Tea Boon Chian" userId="ab84e6a5-2079-4f96-af03-c8dde00dcc75" providerId="ADAL" clId="{2DE398A9-D6B5-4950-AF0F-B870DCCA311D}" dt="2023-11-24T11:15:11.051" v="3099" actId="478"/>
          <ac:picMkLst>
            <pc:docMk/>
            <pc:sldMk cId="168773332" sldId="317"/>
            <ac:picMk id="4" creationId="{A4F96860-42F4-0630-0ECF-0364BDA7BBA9}"/>
          </ac:picMkLst>
        </pc:picChg>
        <pc:picChg chg="add del mod">
          <ac:chgData name="Tea Boon Chian" userId="ab84e6a5-2079-4f96-af03-c8dde00dcc75" providerId="ADAL" clId="{2DE398A9-D6B5-4950-AF0F-B870DCCA311D}" dt="2023-11-24T11:23:47.022" v="3781" actId="478"/>
          <ac:picMkLst>
            <pc:docMk/>
            <pc:sldMk cId="168773332" sldId="317"/>
            <ac:picMk id="5" creationId="{E08D776C-3B95-E7C7-9AC1-C8C953B3D1C9}"/>
          </ac:picMkLst>
        </pc:picChg>
        <pc:picChg chg="add del mod">
          <ac:chgData name="Tea Boon Chian" userId="ab84e6a5-2079-4f96-af03-c8dde00dcc75" providerId="ADAL" clId="{2DE398A9-D6B5-4950-AF0F-B870DCCA311D}" dt="2023-11-24T11:23:46.271" v="3780" actId="478"/>
          <ac:picMkLst>
            <pc:docMk/>
            <pc:sldMk cId="168773332" sldId="317"/>
            <ac:picMk id="1026" creationId="{76AF8731-8838-78EB-B747-4171C5A6D937}"/>
          </ac:picMkLst>
        </pc:picChg>
      </pc:sldChg>
      <pc:sldChg chg="addSp delSp modSp add mod">
        <pc:chgData name="Tea Boon Chian" userId="ab84e6a5-2079-4f96-af03-c8dde00dcc75" providerId="ADAL" clId="{2DE398A9-D6B5-4950-AF0F-B870DCCA311D}" dt="2023-11-24T11:28:24.159" v="4079" actId="1076"/>
        <pc:sldMkLst>
          <pc:docMk/>
          <pc:sldMk cId="194963053" sldId="318"/>
        </pc:sldMkLst>
        <pc:spChg chg="mod">
          <ac:chgData name="Tea Boon Chian" userId="ab84e6a5-2079-4f96-af03-c8dde00dcc75" providerId="ADAL" clId="{2DE398A9-D6B5-4950-AF0F-B870DCCA311D}" dt="2023-11-24T11:28:18.830" v="4078" actId="20577"/>
          <ac:spMkLst>
            <pc:docMk/>
            <pc:sldMk cId="194963053" sldId="318"/>
            <ac:spMk id="3" creationId="{D1FAFC12-E431-D209-CED5-7DFCB25397AD}"/>
          </ac:spMkLst>
        </pc:spChg>
        <pc:graphicFrameChg chg="add del mod">
          <ac:chgData name="Tea Boon Chian" userId="ab84e6a5-2079-4f96-af03-c8dde00dcc75" providerId="ADAL" clId="{2DE398A9-D6B5-4950-AF0F-B870DCCA311D}" dt="2023-11-24T11:25:13.800" v="3838"/>
          <ac:graphicFrameMkLst>
            <pc:docMk/>
            <pc:sldMk cId="194963053" sldId="318"/>
            <ac:graphicFrameMk id="4" creationId="{8482CE24-10A1-DB98-0001-9D9AA58FDE3D}"/>
          </ac:graphicFrameMkLst>
        </pc:graphicFrameChg>
        <pc:graphicFrameChg chg="add del mod">
          <ac:chgData name="Tea Boon Chian" userId="ab84e6a5-2079-4f96-af03-c8dde00dcc75" providerId="ADAL" clId="{2DE398A9-D6B5-4950-AF0F-B870DCCA311D}" dt="2023-11-24T11:26:47.159" v="3926"/>
          <ac:graphicFrameMkLst>
            <pc:docMk/>
            <pc:sldMk cId="194963053" sldId="318"/>
            <ac:graphicFrameMk id="6" creationId="{E0BF24AE-4B8C-AE9F-3910-ADD7DE92EEA1}"/>
          </ac:graphicFrameMkLst>
        </pc:graphicFrameChg>
        <pc:picChg chg="mod">
          <ac:chgData name="Tea Boon Chian" userId="ab84e6a5-2079-4f96-af03-c8dde00dcc75" providerId="ADAL" clId="{2DE398A9-D6B5-4950-AF0F-B870DCCA311D}" dt="2023-11-24T11:28:24.159" v="4079" actId="1076"/>
          <ac:picMkLst>
            <pc:docMk/>
            <pc:sldMk cId="194963053" sldId="318"/>
            <ac:picMk id="5" creationId="{E08D776C-3B95-E7C7-9AC1-C8C953B3D1C9}"/>
          </ac:picMkLst>
        </pc:picChg>
        <pc:picChg chg="mod">
          <ac:chgData name="Tea Boon Chian" userId="ab84e6a5-2079-4f96-af03-c8dde00dcc75" providerId="ADAL" clId="{2DE398A9-D6B5-4950-AF0F-B870DCCA311D}" dt="2023-11-24T11:24:46.923" v="3812" actId="1076"/>
          <ac:picMkLst>
            <pc:docMk/>
            <pc:sldMk cId="194963053" sldId="318"/>
            <ac:picMk id="1026" creationId="{76AF8731-8838-78EB-B747-4171C5A6D937}"/>
          </ac:picMkLst>
        </pc:picChg>
      </pc:sldChg>
      <pc:sldChg chg="add del">
        <pc:chgData name="Tea Boon Chian" userId="ab84e6a5-2079-4f96-af03-c8dde00dcc75" providerId="ADAL" clId="{2DE398A9-D6B5-4950-AF0F-B870DCCA311D}" dt="2023-11-24T11:25:13.800" v="3838"/>
        <pc:sldMkLst>
          <pc:docMk/>
          <pc:sldMk cId="2950895234" sldId="319"/>
        </pc:sldMkLst>
      </pc:sldChg>
      <pc:sldChg chg="modSp add mod">
        <pc:chgData name="Tea Boon Chian" userId="ab84e6a5-2079-4f96-af03-c8dde00dcc75" providerId="ADAL" clId="{2DE398A9-D6B5-4950-AF0F-B870DCCA311D}" dt="2023-11-28T00:57:41.330" v="9439" actId="403"/>
        <pc:sldMkLst>
          <pc:docMk/>
          <pc:sldMk cId="3350276802" sldId="319"/>
        </pc:sldMkLst>
        <pc:spChg chg="mod">
          <ac:chgData name="Tea Boon Chian" userId="ab84e6a5-2079-4f96-af03-c8dde00dcc75" providerId="ADAL" clId="{2DE398A9-D6B5-4950-AF0F-B870DCCA311D}" dt="2023-11-28T00:57:41.330" v="9439" actId="403"/>
          <ac:spMkLst>
            <pc:docMk/>
            <pc:sldMk cId="3350276802" sldId="319"/>
            <ac:spMk id="2" creationId="{4C4539A4-0981-E912-A663-57B91DED61BB}"/>
          </ac:spMkLst>
        </pc:spChg>
      </pc:sldChg>
      <pc:sldChg chg="add del">
        <pc:chgData name="Tea Boon Chian" userId="ab84e6a5-2079-4f96-af03-c8dde00dcc75" providerId="ADAL" clId="{2DE398A9-D6B5-4950-AF0F-B870DCCA311D}" dt="2023-11-24T11:26:47.159" v="3926"/>
        <pc:sldMkLst>
          <pc:docMk/>
          <pc:sldMk cId="4180375002" sldId="319"/>
        </pc:sldMkLst>
      </pc:sldChg>
      <pc:sldChg chg="modSp add mod">
        <pc:chgData name="Tea Boon Chian" userId="ab84e6a5-2079-4f96-af03-c8dde00dcc75" providerId="ADAL" clId="{2DE398A9-D6B5-4950-AF0F-B870DCCA311D}" dt="2023-11-28T00:57:37.336" v="9438" actId="403"/>
        <pc:sldMkLst>
          <pc:docMk/>
          <pc:sldMk cId="1777727608" sldId="320"/>
        </pc:sldMkLst>
        <pc:spChg chg="mod">
          <ac:chgData name="Tea Boon Chian" userId="ab84e6a5-2079-4f96-af03-c8dde00dcc75" providerId="ADAL" clId="{2DE398A9-D6B5-4950-AF0F-B870DCCA311D}" dt="2023-11-28T00:57:37.336" v="9438" actId="403"/>
          <ac:spMkLst>
            <pc:docMk/>
            <pc:sldMk cId="1777727608" sldId="320"/>
            <ac:spMk id="2" creationId="{4C4539A4-0981-E912-A663-57B91DED61BB}"/>
          </ac:spMkLst>
        </pc:spChg>
      </pc:sldChg>
      <pc:sldChg chg="modSp add mod">
        <pc:chgData name="Tea Boon Chian" userId="ab84e6a5-2079-4f96-af03-c8dde00dcc75" providerId="ADAL" clId="{2DE398A9-D6B5-4950-AF0F-B870DCCA311D}" dt="2023-11-27T08:11:32.630" v="6780"/>
        <pc:sldMkLst>
          <pc:docMk/>
          <pc:sldMk cId="1868709970" sldId="321"/>
        </pc:sldMkLst>
        <pc:spChg chg="mod">
          <ac:chgData name="Tea Boon Chian" userId="ab84e6a5-2079-4f96-af03-c8dde00dcc75" providerId="ADAL" clId="{2DE398A9-D6B5-4950-AF0F-B870DCCA311D}" dt="2023-11-27T07:35:16.956" v="6334" actId="20577"/>
          <ac:spMkLst>
            <pc:docMk/>
            <pc:sldMk cId="1868709970" sldId="321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8:11:32.630" v="6780"/>
          <ac:spMkLst>
            <pc:docMk/>
            <pc:sldMk cId="1868709970" sldId="321"/>
            <ac:spMk id="3" creationId="{D1FAFC12-E431-D209-CED5-7DFCB25397AD}"/>
          </ac:spMkLst>
        </pc:spChg>
      </pc:sldChg>
      <pc:sldChg chg="add del">
        <pc:chgData name="Tea Boon Chian" userId="ab84e6a5-2079-4f96-af03-c8dde00dcc75" providerId="ADAL" clId="{2DE398A9-D6B5-4950-AF0F-B870DCCA311D}" dt="2023-11-27T07:27:46.404" v="6125"/>
        <pc:sldMkLst>
          <pc:docMk/>
          <pc:sldMk cId="1443163518" sldId="322"/>
        </pc:sldMkLst>
      </pc:sldChg>
      <pc:sldChg chg="modSp add mod">
        <pc:chgData name="Tea Boon Chian" userId="ab84e6a5-2079-4f96-af03-c8dde00dcc75" providerId="ADAL" clId="{2DE398A9-D6B5-4950-AF0F-B870DCCA311D}" dt="2023-11-28T00:57:34.030" v="9437" actId="403"/>
        <pc:sldMkLst>
          <pc:docMk/>
          <pc:sldMk cId="1466674500" sldId="322"/>
        </pc:sldMkLst>
        <pc:spChg chg="mod">
          <ac:chgData name="Tea Boon Chian" userId="ab84e6a5-2079-4f96-af03-c8dde00dcc75" providerId="ADAL" clId="{2DE398A9-D6B5-4950-AF0F-B870DCCA311D}" dt="2023-11-28T00:57:34.030" v="9437" actId="403"/>
          <ac:spMkLst>
            <pc:docMk/>
            <pc:sldMk cId="1466674500" sldId="322"/>
            <ac:spMk id="2" creationId="{4C4539A4-0981-E912-A663-57B91DED61BB}"/>
          </ac:spMkLst>
        </pc:spChg>
      </pc:sldChg>
      <pc:sldChg chg="modSp add mod">
        <pc:chgData name="Tea Boon Chian" userId="ab84e6a5-2079-4f96-af03-c8dde00dcc75" providerId="ADAL" clId="{2DE398A9-D6B5-4950-AF0F-B870DCCA311D}" dt="2023-11-28T00:57:30.372" v="9436" actId="403"/>
        <pc:sldMkLst>
          <pc:docMk/>
          <pc:sldMk cId="537154469" sldId="323"/>
        </pc:sldMkLst>
        <pc:spChg chg="mod">
          <ac:chgData name="Tea Boon Chian" userId="ab84e6a5-2079-4f96-af03-c8dde00dcc75" providerId="ADAL" clId="{2DE398A9-D6B5-4950-AF0F-B870DCCA311D}" dt="2023-11-28T00:57:30.372" v="9436" actId="403"/>
          <ac:spMkLst>
            <pc:docMk/>
            <pc:sldMk cId="537154469" sldId="323"/>
            <ac:spMk id="2" creationId="{4C4539A4-0981-E912-A663-57B91DED61BB}"/>
          </ac:spMkLst>
        </pc:spChg>
      </pc:sldChg>
      <pc:sldChg chg="addSp modSp add mod">
        <pc:chgData name="Tea Boon Chian" userId="ab84e6a5-2079-4f96-af03-c8dde00dcc75" providerId="ADAL" clId="{2DE398A9-D6B5-4950-AF0F-B870DCCA311D}" dt="2023-11-27T08:47:08.785" v="9125" actId="114"/>
        <pc:sldMkLst>
          <pc:docMk/>
          <pc:sldMk cId="3842407277" sldId="324"/>
        </pc:sldMkLst>
        <pc:spChg chg="mod">
          <ac:chgData name="Tea Boon Chian" userId="ab84e6a5-2079-4f96-af03-c8dde00dcc75" providerId="ADAL" clId="{2DE398A9-D6B5-4950-AF0F-B870DCCA311D}" dt="2023-11-27T08:45:35.166" v="9063" actId="20577"/>
          <ac:spMkLst>
            <pc:docMk/>
            <pc:sldMk cId="3842407277" sldId="324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7T08:47:08.785" v="9125" actId="114"/>
          <ac:spMkLst>
            <pc:docMk/>
            <pc:sldMk cId="3842407277" sldId="324"/>
            <ac:spMk id="3" creationId="{D1FAFC12-E431-D209-CED5-7DFCB25397AD}"/>
          </ac:spMkLst>
        </pc:spChg>
        <pc:picChg chg="add mod">
          <ac:chgData name="Tea Boon Chian" userId="ab84e6a5-2079-4f96-af03-c8dde00dcc75" providerId="ADAL" clId="{2DE398A9-D6B5-4950-AF0F-B870DCCA311D}" dt="2023-11-27T08:46:09.106" v="9071" actId="1076"/>
          <ac:picMkLst>
            <pc:docMk/>
            <pc:sldMk cId="3842407277" sldId="324"/>
            <ac:picMk id="4" creationId="{EB248821-C7DF-13E0-05DC-AEA328FB049A}"/>
          </ac:picMkLst>
        </pc:picChg>
      </pc:sldChg>
      <pc:sldChg chg="addSp modSp add mod">
        <pc:chgData name="Tea Boon Chian" userId="ab84e6a5-2079-4f96-af03-c8dde00dcc75" providerId="ADAL" clId="{2DE398A9-D6B5-4950-AF0F-B870DCCA311D}" dt="2023-11-28T00:34:32.826" v="9274" actId="12"/>
        <pc:sldMkLst>
          <pc:docMk/>
          <pc:sldMk cId="2897839052" sldId="325"/>
        </pc:sldMkLst>
        <pc:spChg chg="mod">
          <ac:chgData name="Tea Boon Chian" userId="ab84e6a5-2079-4f96-af03-c8dde00dcc75" providerId="ADAL" clId="{2DE398A9-D6B5-4950-AF0F-B870DCCA311D}" dt="2023-11-27T08:48:17.977" v="9155" actId="20577"/>
          <ac:spMkLst>
            <pc:docMk/>
            <pc:sldMk cId="2897839052" sldId="325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8T00:34:32.826" v="9274" actId="12"/>
          <ac:spMkLst>
            <pc:docMk/>
            <pc:sldMk cId="2897839052" sldId="325"/>
            <ac:spMk id="3" creationId="{D1FAFC12-E431-D209-CED5-7DFCB25397AD}"/>
          </ac:spMkLst>
        </pc:spChg>
        <pc:picChg chg="add mod">
          <ac:chgData name="Tea Boon Chian" userId="ab84e6a5-2079-4f96-af03-c8dde00dcc75" providerId="ADAL" clId="{2DE398A9-D6B5-4950-AF0F-B870DCCA311D}" dt="2023-11-27T08:49:28.722" v="9257" actId="1076"/>
          <ac:picMkLst>
            <pc:docMk/>
            <pc:sldMk cId="2897839052" sldId="325"/>
            <ac:picMk id="4" creationId="{716F213C-B70A-028A-6F89-8FA98198650E}"/>
          </ac:picMkLst>
        </pc:picChg>
      </pc:sldChg>
      <pc:sldChg chg="modSp add mod">
        <pc:chgData name="Tea Boon Chian" userId="ab84e6a5-2079-4f96-af03-c8dde00dcc75" providerId="ADAL" clId="{2DE398A9-D6B5-4950-AF0F-B870DCCA311D}" dt="2023-11-28T00:34:07.991" v="9273" actId="20577"/>
        <pc:sldMkLst>
          <pc:docMk/>
          <pc:sldMk cId="1040689547" sldId="326"/>
        </pc:sldMkLst>
        <pc:spChg chg="mod">
          <ac:chgData name="Tea Boon Chian" userId="ab84e6a5-2079-4f96-af03-c8dde00dcc75" providerId="ADAL" clId="{2DE398A9-D6B5-4950-AF0F-B870DCCA311D}" dt="2023-11-27T08:49:43.030" v="9262" actId="20577"/>
          <ac:spMkLst>
            <pc:docMk/>
            <pc:sldMk cId="1040689547" sldId="326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1-28T00:34:07.991" v="9273" actId="20577"/>
          <ac:spMkLst>
            <pc:docMk/>
            <pc:sldMk cId="1040689547" sldId="326"/>
            <ac:spMk id="3" creationId="{D1FAFC12-E431-D209-CED5-7DFCB25397AD}"/>
          </ac:spMkLst>
        </pc:spChg>
      </pc:sldChg>
      <pc:sldChg chg="addSp delSp modSp add mod">
        <pc:chgData name="Tea Boon Chian" userId="ab84e6a5-2079-4f96-af03-c8dde00dcc75" providerId="ADAL" clId="{2DE398A9-D6B5-4950-AF0F-B870DCCA311D}" dt="2023-11-28T00:59:12.058" v="9474" actId="1076"/>
        <pc:sldMkLst>
          <pc:docMk/>
          <pc:sldMk cId="3868892002" sldId="327"/>
        </pc:sldMkLst>
        <pc:spChg chg="mod">
          <ac:chgData name="Tea Boon Chian" userId="ab84e6a5-2079-4f96-af03-c8dde00dcc75" providerId="ADAL" clId="{2DE398A9-D6B5-4950-AF0F-B870DCCA311D}" dt="2023-11-28T00:58:24.460" v="9468" actId="20577"/>
          <ac:spMkLst>
            <pc:docMk/>
            <pc:sldMk cId="3868892002" sldId="327"/>
            <ac:spMk id="2" creationId="{4C4539A4-0981-E912-A663-57B91DED61BB}"/>
          </ac:spMkLst>
        </pc:spChg>
        <pc:spChg chg="del">
          <ac:chgData name="Tea Boon Chian" userId="ab84e6a5-2079-4f96-af03-c8dde00dcc75" providerId="ADAL" clId="{2DE398A9-D6B5-4950-AF0F-B870DCCA311D}" dt="2023-11-28T00:59:00.234" v="9469" actId="478"/>
          <ac:spMkLst>
            <pc:docMk/>
            <pc:sldMk cId="3868892002" sldId="327"/>
            <ac:spMk id="3" creationId="{D1FAFC12-E431-D209-CED5-7DFCB25397AD}"/>
          </ac:spMkLst>
        </pc:spChg>
        <pc:picChg chg="add mod">
          <ac:chgData name="Tea Boon Chian" userId="ab84e6a5-2079-4f96-af03-c8dde00dcc75" providerId="ADAL" clId="{2DE398A9-D6B5-4950-AF0F-B870DCCA311D}" dt="2023-11-28T00:59:12.058" v="9474" actId="1076"/>
          <ac:picMkLst>
            <pc:docMk/>
            <pc:sldMk cId="3868892002" sldId="327"/>
            <ac:picMk id="4" creationId="{B408AE7E-D9AB-7B3C-1285-10FEB70A0E59}"/>
          </ac:picMkLst>
        </pc:picChg>
      </pc:sldChg>
      <pc:sldChg chg="addSp delSp modSp add mod">
        <pc:chgData name="Tea Boon Chian" userId="ab84e6a5-2079-4f96-af03-c8dde00dcc75" providerId="ADAL" clId="{2DE398A9-D6B5-4950-AF0F-B870DCCA311D}" dt="2023-12-01T06:56:13.727" v="10126" actId="113"/>
        <pc:sldMkLst>
          <pc:docMk/>
          <pc:sldMk cId="1525458415" sldId="328"/>
        </pc:sldMkLst>
        <pc:spChg chg="mod">
          <ac:chgData name="Tea Boon Chian" userId="ab84e6a5-2079-4f96-af03-c8dde00dcc75" providerId="ADAL" clId="{2DE398A9-D6B5-4950-AF0F-B870DCCA311D}" dt="2023-11-28T01:12:47.010" v="10120" actId="20577"/>
          <ac:spMkLst>
            <pc:docMk/>
            <pc:sldMk cId="1525458415" sldId="328"/>
            <ac:spMk id="2" creationId="{4C4539A4-0981-E912-A663-57B91DED61BB}"/>
          </ac:spMkLst>
        </pc:spChg>
        <pc:spChg chg="mod">
          <ac:chgData name="Tea Boon Chian" userId="ab84e6a5-2079-4f96-af03-c8dde00dcc75" providerId="ADAL" clId="{2DE398A9-D6B5-4950-AF0F-B870DCCA311D}" dt="2023-12-01T06:56:13.727" v="10126" actId="113"/>
          <ac:spMkLst>
            <pc:docMk/>
            <pc:sldMk cId="1525458415" sldId="328"/>
            <ac:spMk id="3" creationId="{D1FAFC12-E431-D209-CED5-7DFCB25397AD}"/>
          </ac:spMkLst>
        </pc:spChg>
        <pc:spChg chg="add del mod">
          <ac:chgData name="Tea Boon Chian" userId="ab84e6a5-2079-4f96-af03-c8dde00dcc75" providerId="ADAL" clId="{2DE398A9-D6B5-4950-AF0F-B870DCCA311D}" dt="2023-11-28T00:56:52.326" v="9415" actId="478"/>
          <ac:spMkLst>
            <pc:docMk/>
            <pc:sldMk cId="1525458415" sldId="328"/>
            <ac:spMk id="5" creationId="{765AC8E5-5DE8-6BAC-C2BB-A7D79DD35631}"/>
          </ac:spMkLst>
        </pc:spChg>
        <pc:graphicFrameChg chg="add del mod">
          <ac:chgData name="Tea Boon Chian" userId="ab84e6a5-2079-4f96-af03-c8dde00dcc75" providerId="ADAL" clId="{2DE398A9-D6B5-4950-AF0F-B870DCCA311D}" dt="2023-11-28T01:00:46.579" v="9543"/>
          <ac:graphicFrameMkLst>
            <pc:docMk/>
            <pc:sldMk cId="1525458415" sldId="328"/>
            <ac:graphicFrameMk id="6" creationId="{8FCCFECF-EEBA-C567-DEBA-66AF02BB18D9}"/>
          </ac:graphicFrameMkLst>
        </pc:graphicFrameChg>
      </pc:sldChg>
      <pc:sldChg chg="add del">
        <pc:chgData name="Tea Boon Chian" userId="ab84e6a5-2079-4f96-af03-c8dde00dcc75" providerId="ADAL" clId="{2DE398A9-D6B5-4950-AF0F-B870DCCA311D}" dt="2023-11-28T01:11:59.003" v="10096" actId="47"/>
        <pc:sldMkLst>
          <pc:docMk/>
          <pc:sldMk cId="371810018" sldId="329"/>
        </pc:sldMkLst>
      </pc:sldChg>
      <pc:sldChg chg="modSp add mod">
        <pc:chgData name="Tea Boon Chian" userId="ab84e6a5-2079-4f96-af03-c8dde00dcc75" providerId="ADAL" clId="{2DE398A9-D6B5-4950-AF0F-B870DCCA311D}" dt="2023-11-28T00:58:15.198" v="9446" actId="207"/>
        <pc:sldMkLst>
          <pc:docMk/>
          <pc:sldMk cId="315297708" sldId="330"/>
        </pc:sldMkLst>
        <pc:spChg chg="mod">
          <ac:chgData name="Tea Boon Chian" userId="ab84e6a5-2079-4f96-af03-c8dde00dcc75" providerId="ADAL" clId="{2DE398A9-D6B5-4950-AF0F-B870DCCA311D}" dt="2023-11-28T00:58:15.198" v="9446" actId="207"/>
          <ac:spMkLst>
            <pc:docMk/>
            <pc:sldMk cId="315297708" sldId="330"/>
            <ac:spMk id="2" creationId="{4C4539A4-0981-E912-A663-57B91DED61BB}"/>
          </ac:spMkLst>
        </pc:spChg>
      </pc:sldChg>
      <pc:sldChg chg="modSp add mod">
        <pc:chgData name="Tea Boon Chian" userId="ab84e6a5-2079-4f96-af03-c8dde00dcc75" providerId="ADAL" clId="{2DE398A9-D6B5-4950-AF0F-B870DCCA311D}" dt="2023-11-28T01:00:39.244" v="9537" actId="20577"/>
        <pc:sldMkLst>
          <pc:docMk/>
          <pc:sldMk cId="3111809450" sldId="331"/>
        </pc:sldMkLst>
        <pc:spChg chg="mod">
          <ac:chgData name="Tea Boon Chian" userId="ab84e6a5-2079-4f96-af03-c8dde00dcc75" providerId="ADAL" clId="{2DE398A9-D6B5-4950-AF0F-B870DCCA311D}" dt="2023-11-28T01:00:39.244" v="9537" actId="20577"/>
          <ac:spMkLst>
            <pc:docMk/>
            <pc:sldMk cId="3111809450" sldId="331"/>
            <ac:spMk id="2" creationId="{4C4539A4-0981-E912-A663-57B91DED61BB}"/>
          </ac:spMkLst>
        </pc:spChg>
      </pc:sldChg>
      <pc:sldChg chg="add del">
        <pc:chgData name="Tea Boon Chian" userId="ab84e6a5-2079-4f96-af03-c8dde00dcc75" providerId="ADAL" clId="{2DE398A9-D6B5-4950-AF0F-B870DCCA311D}" dt="2023-11-28T01:00:46.579" v="9543"/>
        <pc:sldMkLst>
          <pc:docMk/>
          <pc:sldMk cId="1181105137" sldId="33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5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8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57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5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0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6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19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534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1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5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57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52" r:id="rId4"/>
    <p:sldLayoutId id="2147483753" r:id="rId5"/>
    <p:sldLayoutId id="2147483758" r:id="rId6"/>
    <p:sldLayoutId id="2147483754" r:id="rId7"/>
    <p:sldLayoutId id="2147483755" r:id="rId8"/>
    <p:sldLayoutId id="2147483756" r:id="rId9"/>
    <p:sldLayoutId id="2147483757" r:id="rId10"/>
    <p:sldLayoutId id="21474837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D3F13AAF-525E-4953-A67E-7B34FDB4D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EE612-3722-AD8E-E5A3-7A46C8FCC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134" y="4575967"/>
            <a:ext cx="3453414" cy="1720850"/>
          </a:xfrm>
        </p:spPr>
        <p:txBody>
          <a:bodyPr anchor="ctr">
            <a:normAutofit/>
          </a:bodyPr>
          <a:lstStyle/>
          <a:p>
            <a:r>
              <a:rPr lang="en-MY" b="1" dirty="0"/>
              <a:t>Chapter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CD35A-FFA5-7E7D-EBAE-97C15841A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5682" y="4575967"/>
            <a:ext cx="6391921" cy="1720850"/>
          </a:xfrm>
        </p:spPr>
        <p:txBody>
          <a:bodyPr anchor="ctr">
            <a:noAutofit/>
          </a:bodyPr>
          <a:lstStyle/>
          <a:p>
            <a:r>
              <a:rPr lang="en-MY" sz="2800" b="1" dirty="0"/>
              <a:t>Modern Symmetric Block Ciphers:</a:t>
            </a:r>
          </a:p>
          <a:p>
            <a:r>
              <a:rPr lang="en-MY" sz="2800" b="1" dirty="0"/>
              <a:t>Modes of Operations</a:t>
            </a:r>
          </a:p>
        </p:txBody>
      </p:sp>
      <p:pic>
        <p:nvPicPr>
          <p:cNvPr id="1026" name="Picture 2" descr="Premium Photo | Encryption concept with a password-protected infographic.  internet network safeguard antivirus">
            <a:extLst>
              <a:ext uri="{FF2B5EF4-FFF2-40B4-BE49-F238E27FC236}">
                <a16:creationId xmlns:a16="http://schemas.microsoft.com/office/drawing/2014/main" id="{178AA0CD-0E0D-BCD5-65D0-481093DA7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8" b="21241"/>
          <a:stretch/>
        </p:blipFill>
        <p:spPr bwMode="auto">
          <a:xfrm>
            <a:off x="20" y="10"/>
            <a:ext cx="12191977" cy="4014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3639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356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F6B9-C1B6-9221-1981-D34D9599A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Outlines</a:t>
            </a:r>
            <a:endParaRPr lang="en-MY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2399F-EF22-DF28-8314-8DFDA04F3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MY" sz="2400" dirty="0"/>
              <a:t>Importance of different modes of operation in block ciphers.</a:t>
            </a:r>
          </a:p>
          <a:p>
            <a:pPr marL="457200" indent="-457200">
              <a:buFont typeface="+mj-lt"/>
              <a:buAutoNum type="arabicPeriod"/>
            </a:pPr>
            <a:r>
              <a:rPr lang="en-MY" sz="2400" dirty="0"/>
              <a:t>Block cipher modes of operation.</a:t>
            </a:r>
          </a:p>
          <a:p>
            <a:pPr marL="457200" indent="-457200">
              <a:buFont typeface="+mj-lt"/>
              <a:buAutoNum type="arabicPeriod"/>
            </a:pPr>
            <a:r>
              <a:rPr lang="en-MY" sz="2400" dirty="0"/>
              <a:t>Introduction to stream ciphers.</a:t>
            </a:r>
          </a:p>
        </p:txBody>
      </p:sp>
    </p:spTree>
    <p:extLst>
      <p:ext uri="{BB962C8B-B14F-4D97-AF65-F5344CB8AC3E}">
        <p14:creationId xmlns:p14="http://schemas.microsoft.com/office/powerpoint/2010/main" val="295152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50415"/>
            <a:ext cx="10213200" cy="40401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MY" b="1" dirty="0"/>
              <a:t>In the end of this Chapter 6, </a:t>
            </a:r>
            <a:r>
              <a:rPr lang="en-MY" sz="2000" b="1" dirty="0"/>
              <a:t>students will be able: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understand the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importance</a:t>
            </a:r>
            <a:r>
              <a:rPr lang="en-MY" dirty="0"/>
              <a:t> of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different modes of operation</a:t>
            </a:r>
            <a:r>
              <a:rPr lang="en-MY" dirty="0"/>
              <a:t> in block ciphers in applications.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learn and perform different modes of operation in block ciphers.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learn the basic concepts and applications of stream ciphers.</a:t>
            </a:r>
          </a:p>
        </p:txBody>
      </p:sp>
    </p:spTree>
    <p:extLst>
      <p:ext uri="{BB962C8B-B14F-4D97-AF65-F5344CB8AC3E}">
        <p14:creationId xmlns:p14="http://schemas.microsoft.com/office/powerpoint/2010/main" val="2573284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6032144"/>
          </a:xfrm>
        </p:spPr>
        <p:txBody>
          <a:bodyPr>
            <a:normAutofit/>
          </a:bodyPr>
          <a:lstStyle/>
          <a:p>
            <a:pPr algn="ctr"/>
            <a:r>
              <a:rPr lang="en-MY" sz="4400" b="1" dirty="0"/>
              <a:t>Modern Block Cipher</a:t>
            </a:r>
            <a:br>
              <a:rPr lang="en-MY" sz="4400" b="1" dirty="0"/>
            </a:br>
            <a:r>
              <a:rPr lang="en-MY" sz="4400" b="1" dirty="0"/>
              <a:t>Modes of Operations</a:t>
            </a:r>
            <a:br>
              <a:rPr lang="en-MY" sz="4400" b="1" dirty="0"/>
            </a:br>
            <a:br>
              <a:rPr lang="en-MY" sz="4400" b="1" dirty="0"/>
            </a:br>
            <a:r>
              <a:rPr lang="en-MY" sz="4400" b="1" dirty="0">
                <a:solidFill>
                  <a:schemeClr val="accent6">
                    <a:lumMod val="75000"/>
                  </a:schemeClr>
                </a:solidFill>
              </a:rPr>
              <a:t>Motivation &amp; Overview</a:t>
            </a:r>
            <a:br>
              <a:rPr lang="en-MY" sz="4400" b="1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MY" sz="4400" b="1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MY" sz="4400" b="1" dirty="0"/>
            </a:br>
            <a:br>
              <a:rPr lang="en-MY" sz="4400" b="1" dirty="0"/>
            </a:br>
            <a:endParaRPr lang="en-MY" sz="4400" b="1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2447FAFE-D7F3-2206-D555-5C61242DA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5943" y="4166584"/>
            <a:ext cx="8880113" cy="1950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2422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Modern Block Cipher – </a:t>
            </a:r>
            <a:r>
              <a:rPr lang="en-MY" sz="4400" b="1" dirty="0">
                <a:solidFill>
                  <a:schemeClr val="accent1">
                    <a:lumMod val="75000"/>
                  </a:schemeClr>
                </a:solidFill>
              </a:rPr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MY" dirty="0"/>
                  <a:t>As we learned in Chapter 4 and Chapter 5, </a:t>
                </a:r>
                <a:r>
                  <a:rPr lang="en-AU" dirty="0"/>
                  <a:t>b</a:t>
                </a:r>
                <a:r>
                  <a:rPr lang="en-AU" dirty="0">
                    <a:latin typeface="+mn-lt"/>
                  </a:rPr>
                  <a:t>lock ciphers encrypt data blocks of </a:t>
                </a:r>
                <a:r>
                  <a:rPr lang="en-AU" b="1" dirty="0">
                    <a:solidFill>
                      <a:srgbClr val="0000FF"/>
                    </a:solidFill>
                    <a:latin typeface="+mn-lt"/>
                  </a:rPr>
                  <a:t>fixed sizes</a:t>
                </a:r>
                <a:r>
                  <a:rPr lang="en-AU" dirty="0">
                    <a:latin typeface="+mn-lt"/>
                  </a:rPr>
                  <a:t>:</a:t>
                </a:r>
              </a:p>
              <a:p>
                <a:pPr lvl="2"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AU" dirty="0"/>
                  <a:t>DES encrypts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MY" dirty="0"/>
                  <a:t>-bit block using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en-MY" dirty="0"/>
                  <a:t>-bit key.</a:t>
                </a:r>
              </a:p>
              <a:p>
                <a:pPr lvl="2"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dirty="0"/>
                  <a:t>AES encrypts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lang="en-MY" dirty="0"/>
                  <a:t>-bit block using either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lang="en-MY" dirty="0"/>
                  <a:t>-bit,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lang="en-MY" dirty="0"/>
                  <a:t>-bit, or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en-MY" dirty="0"/>
                  <a:t>-bit key.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MY" dirty="0"/>
                  <a:t>In practice,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most plaintext blocks do not always exhibit such a bit size</a:t>
                </a:r>
                <a:r>
                  <a:rPr lang="en-MY" dirty="0"/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MY" dirty="0"/>
                  <a:t>Hence, there is a need to search for alternatives techniques to encrypt/decrypt arbitrary length of data block.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652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Modern Block Cipher – </a:t>
            </a:r>
            <a:r>
              <a:rPr lang="en-MY" sz="4400" b="1" dirty="0">
                <a:solidFill>
                  <a:schemeClr val="accent1">
                    <a:lumMod val="75000"/>
                  </a:schemeClr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32425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MY" b="1" dirty="0"/>
              <a:t>NIST</a:t>
            </a:r>
            <a:r>
              <a:rPr lang="en-MY" dirty="0"/>
              <a:t> initially </a:t>
            </a:r>
            <a:r>
              <a:rPr lang="en-AU" sz="2000" dirty="0">
                <a:latin typeface="+mn-lt"/>
              </a:rPr>
              <a:t>defines </a:t>
            </a:r>
            <a:r>
              <a:rPr lang="en-AU" sz="2000" b="1" dirty="0">
                <a:solidFill>
                  <a:srgbClr val="FF0000">
                    <a:alpha val="60000"/>
                  </a:srgbClr>
                </a:solidFill>
                <a:latin typeface="+mn-lt"/>
              </a:rPr>
              <a:t>4 modes of operation </a:t>
            </a:r>
            <a:r>
              <a:rPr lang="en-AU" sz="2000" b="1" dirty="0">
                <a:solidFill>
                  <a:srgbClr val="219501">
                    <a:alpha val="60000"/>
                  </a:srgbClr>
                </a:solidFill>
                <a:latin typeface="+mn-lt"/>
              </a:rPr>
              <a:t>(in 1981) </a:t>
            </a:r>
            <a:r>
              <a:rPr lang="en-AU" sz="2000" dirty="0">
                <a:latin typeface="+mn-lt"/>
              </a:rPr>
              <a:t>to enhance the effect of a cryptographic algorithm, or adapting the algorithm for an application, such as applying block cipher to data block or data stream.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AU" dirty="0"/>
              <a:t>The list is then updated to </a:t>
            </a:r>
            <a:r>
              <a:rPr lang="en-AU" b="1" dirty="0">
                <a:solidFill>
                  <a:srgbClr val="0000FF">
                    <a:alpha val="60000"/>
                  </a:srgbClr>
                </a:solidFill>
              </a:rPr>
              <a:t>5 modes </a:t>
            </a:r>
            <a:r>
              <a:rPr lang="en-AU" dirty="0"/>
              <a:t>to allow the use of symmetric block cipher including 3DES and AES.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AU" dirty="0"/>
              <a:t>The </a:t>
            </a:r>
            <a:r>
              <a:rPr lang="en-AU" b="1" dirty="0">
                <a:solidFill>
                  <a:srgbClr val="0000FF">
                    <a:alpha val="60000"/>
                  </a:srgbClr>
                </a:solidFill>
              </a:rPr>
              <a:t>5 modes</a:t>
            </a:r>
            <a:r>
              <a:rPr lang="en-AU" dirty="0"/>
              <a:t> of operation for the purpose of providing confidentiality:</a:t>
            </a:r>
          </a:p>
          <a:p>
            <a:pPr marL="8172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AU" dirty="0"/>
              <a:t>Electronic Code Book (ECB)</a:t>
            </a:r>
          </a:p>
          <a:p>
            <a:pPr marL="8172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AU" dirty="0"/>
              <a:t>Cipher Block Chaining (CBC)</a:t>
            </a:r>
          </a:p>
          <a:p>
            <a:pPr marL="8172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AU" dirty="0"/>
              <a:t>Cipher </a:t>
            </a:r>
            <a:r>
              <a:rPr lang="en-AU" dirty="0" err="1"/>
              <a:t>FeedBack</a:t>
            </a:r>
            <a:r>
              <a:rPr lang="en-AU" dirty="0"/>
              <a:t> (CFB)</a:t>
            </a:r>
          </a:p>
          <a:p>
            <a:pPr marL="8172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AU" dirty="0"/>
              <a:t>Output </a:t>
            </a:r>
            <a:r>
              <a:rPr lang="en-AU" dirty="0" err="1"/>
              <a:t>FeedBack</a:t>
            </a:r>
            <a:r>
              <a:rPr lang="en-AU" dirty="0"/>
              <a:t> (OFB)</a:t>
            </a:r>
          </a:p>
          <a:p>
            <a:pPr marL="8172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AU" dirty="0"/>
              <a:t>Counter (CTR) – </a:t>
            </a:r>
            <a:r>
              <a:rPr lang="en-AU" b="1" i="0" dirty="0">
                <a:solidFill>
                  <a:srgbClr val="FF0000">
                    <a:alpha val="60000"/>
                  </a:srgbClr>
                </a:solidFill>
              </a:rPr>
              <a:t>this was added in 2001</a:t>
            </a:r>
            <a:endParaRPr lang="en-MY" b="1" i="0" dirty="0">
              <a:solidFill>
                <a:srgbClr val="FF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4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6005511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/>
              <a:t>Modes of Operation 1:</a:t>
            </a:r>
            <a:br>
              <a:rPr lang="en-MY" sz="4800" b="1" dirty="0"/>
            </a:br>
            <a:br>
              <a:rPr lang="en-MY" sz="4800" b="1" dirty="0"/>
            </a:br>
            <a:r>
              <a:rPr lang="en-MY" sz="4800" b="1" i="1" dirty="0">
                <a:solidFill>
                  <a:srgbClr val="0000FF"/>
                </a:solidFill>
              </a:rPr>
              <a:t>Electronic Code Book (ECB)</a:t>
            </a:r>
            <a:br>
              <a:rPr lang="en-MY" sz="4800" b="1" dirty="0"/>
            </a:br>
            <a:br>
              <a:rPr lang="en-MY" sz="4800" b="1" dirty="0"/>
            </a:br>
            <a:br>
              <a:rPr lang="en-MY" sz="4800" b="1" dirty="0"/>
            </a:br>
            <a:endParaRPr lang="en-MY" sz="4800" b="1" dirty="0"/>
          </a:p>
        </p:txBody>
      </p:sp>
    </p:spTree>
    <p:extLst>
      <p:ext uri="{BB962C8B-B14F-4D97-AF65-F5344CB8AC3E}">
        <p14:creationId xmlns:p14="http://schemas.microsoft.com/office/powerpoint/2010/main" val="3423790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Electronic Code Book (ECB)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itchFamily="2" charset="2"/>
                  <a:buChar char="Ø"/>
                </a:pPr>
                <a:r>
                  <a:rPr lang="en-US" sz="2000" dirty="0"/>
                  <a:t>The simplest mode of operation</a:t>
                </a:r>
                <a:r>
                  <a:rPr lang="en-MY" sz="2000" dirty="0"/>
                  <a:t>, the plaintext is handled </a:t>
                </a:r>
                <a:r>
                  <a:rPr lang="en-MY" sz="2000" b="1" dirty="0">
                    <a:solidFill>
                      <a:srgbClr val="219501"/>
                    </a:solidFill>
                  </a:rPr>
                  <a:t>one block at a time </a:t>
                </a:r>
                <a:r>
                  <a:rPr lang="en-MY" sz="2000" dirty="0"/>
                  <a:t>and is encrypted using the same key.</a:t>
                </a:r>
              </a:p>
              <a:p>
                <a:pPr algn="just">
                  <a:lnSpc>
                    <a:spcPct val="100000"/>
                  </a:lnSpc>
                  <a:buFont typeface="Wingdings" pitchFamily="2" charset="2"/>
                  <a:buChar char="Ø"/>
                </a:pPr>
                <a:r>
                  <a:rPr lang="en-MY" dirty="0"/>
                  <a:t>It is called ‘</a:t>
                </a:r>
                <a:r>
                  <a:rPr lang="en-MY" b="1" i="1" dirty="0">
                    <a:solidFill>
                      <a:srgbClr val="FF0000">
                        <a:alpha val="60000"/>
                      </a:srgbClr>
                    </a:solidFill>
                  </a:rPr>
                  <a:t>codebook</a:t>
                </a:r>
                <a:r>
                  <a:rPr lang="en-MY" dirty="0"/>
                  <a:t>’ due to unique ciphertext for every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-bit </a:t>
                </a:r>
                <a:r>
                  <a:rPr lang="en-US" dirty="0"/>
                  <a:t>block of plaintext for a given key. </a:t>
                </a:r>
              </a:p>
              <a:p>
                <a:pPr algn="just">
                  <a:lnSpc>
                    <a:spcPct val="100000"/>
                  </a:lnSpc>
                  <a:buFont typeface="Wingdings" pitchFamily="2" charset="2"/>
                  <a:buChar char="Ø"/>
                </a:pPr>
                <a:r>
                  <a:rPr lang="en-US" sz="2000" dirty="0"/>
                  <a:t>In other words, one can pre-compile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000" dirty="0"/>
                  <a:t> codebooks, in which each codebook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 entries in two column (each entry with plaintext-ciphertext blocks).</a:t>
                </a:r>
              </a:p>
              <a:p>
                <a:pPr algn="just">
                  <a:lnSpc>
                    <a:spcPct val="100000"/>
                  </a:lnSpc>
                  <a:buFont typeface="Wingdings" pitchFamily="2" charset="2"/>
                  <a:buChar char="Ø"/>
                </a:pPr>
                <a:r>
                  <a:rPr lang="en-US" sz="2000" dirty="0"/>
                  <a:t>However, </a:t>
                </a:r>
                <a:r>
                  <a:rPr lang="en-US" sz="2000" b="1" dirty="0">
                    <a:solidFill>
                      <a:srgbClr val="0000FF">
                        <a:alpha val="60000"/>
                      </a:srgb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000" b="1" dirty="0">
                    <a:solidFill>
                      <a:srgbClr val="0000FF">
                        <a:alpha val="60000"/>
                      </a:srgb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b="1" dirty="0">
                    <a:solidFill>
                      <a:srgbClr val="0000FF">
                        <a:alpha val="60000"/>
                      </a:srgbClr>
                    </a:solidFill>
                  </a:rPr>
                  <a:t> are large</a:t>
                </a:r>
                <a:r>
                  <a:rPr lang="en-US" sz="2000" dirty="0"/>
                  <a:t>, then precompiling and maintaining the codebook are </a:t>
                </a:r>
                <a:r>
                  <a:rPr lang="en-US" sz="2000" b="1" dirty="0">
                    <a:solidFill>
                      <a:srgbClr val="FF0000">
                        <a:alpha val="60000"/>
                      </a:srgbClr>
                    </a:solidFill>
                  </a:rPr>
                  <a:t>impractical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7232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Electronic Code Book (ECB)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Operation</a:t>
            </a:r>
            <a:endParaRPr lang="en-MY" sz="4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b="1" dirty="0"/>
                  <a:t>Encryption</a:t>
                </a:r>
                <a:r>
                  <a:rPr lang="en-MY" dirty="0">
                    <a:solidFill>
                      <a:srgbClr val="FF0000">
                        <a:alpha val="60000"/>
                      </a:srgbClr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1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MY" dirty="0"/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b="1" dirty="0"/>
                  <a:t>Decryption</a:t>
                </a:r>
                <a:r>
                  <a:rPr lang="en-MY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1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3">
            <a:extLst>
              <a:ext uri="{FF2B5EF4-FFF2-40B4-BE49-F238E27FC236}">
                <a16:creationId xmlns:a16="http://schemas.microsoft.com/office/drawing/2014/main" id="{A4F96860-42F4-0630-0ECF-0364BDA7B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17133" y="2886215"/>
            <a:ext cx="9357733" cy="3599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1708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0000FF"/>
                </a:solidFill>
              </a:rPr>
              <a:t>Electronic Code Book (ECB) </a:t>
            </a:r>
            <a:r>
              <a:rPr lang="en-MY" sz="3600" b="1" dirty="0"/>
              <a:t>–</a:t>
            </a:r>
            <a:r>
              <a:rPr lang="en-MY" sz="3600" b="1" dirty="0">
                <a:solidFill>
                  <a:srgbClr val="0000FF"/>
                </a:solidFill>
              </a:rPr>
              <a:t> </a:t>
            </a:r>
            <a:r>
              <a:rPr lang="en-MY" sz="3600" b="1" dirty="0">
                <a:solidFill>
                  <a:srgbClr val="FF0000"/>
                </a:solidFill>
              </a:rPr>
              <a:t>Ciphertext Stealing</a:t>
            </a:r>
            <a:endParaRPr lang="en-MY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dirty="0"/>
                  <a:t>Once </a:t>
                </a:r>
                <a:r>
                  <a:rPr lang="en-MY" b="1" dirty="0"/>
                  <a:t>the size of the block is decide</a:t>
                </a:r>
                <a:r>
                  <a:rPr lang="en-MY" dirty="0"/>
                  <a:t>, let say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-bit, the plaintext is then separated into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-bit long per block.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dirty="0"/>
                  <a:t>If 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LAST block </a:t>
                </a:r>
                <a:r>
                  <a:rPr lang="en-MY" dirty="0"/>
                  <a:t>is not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-bit long, then </a:t>
                </a:r>
                <a:r>
                  <a:rPr lang="en-MY" b="1" dirty="0">
                    <a:solidFill>
                      <a:srgbClr val="7030A0">
                        <a:alpha val="60000"/>
                      </a:srgbClr>
                    </a:solidFill>
                  </a:rPr>
                  <a:t>padding</a:t>
                </a:r>
                <a:r>
                  <a:rPr lang="en-MY" dirty="0"/>
                  <a:t> (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by inserting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’s</a:t>
                </a:r>
                <a:r>
                  <a:rPr lang="en-MY" dirty="0"/>
                  <a:t>) should be done. However, padding may not always be possible. 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dirty="0"/>
                  <a:t>Hence, the technique of </a:t>
                </a:r>
                <a:r>
                  <a:rPr lang="en-MY" b="1" dirty="0">
                    <a:solidFill>
                      <a:srgbClr val="219501">
                        <a:alpha val="60000"/>
                      </a:srgbClr>
                    </a:solidFill>
                  </a:rPr>
                  <a:t>ciphertext stealing (CTS) </a:t>
                </a:r>
                <a:r>
                  <a:rPr lang="en-MY" dirty="0"/>
                  <a:t>is used to resolve this issue. That is, encrypting </a:t>
                </a:r>
                <a:r>
                  <a:rPr lang="en-MY" b="1" dirty="0">
                    <a:solidFill>
                      <a:schemeClr val="accent1">
                        <a:lumMod val="50000"/>
                        <a:alpha val="60000"/>
                      </a:schemeClr>
                    </a:solidFill>
                  </a:rPr>
                  <a:t>without padding </a:t>
                </a:r>
                <a:r>
                  <a:rPr lang="en-MY" dirty="0"/>
                  <a:t>the last block. This technique requires the last 2 plaintext blocks to work.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73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0000FF"/>
                </a:solidFill>
              </a:rPr>
              <a:t>Electronic Code Book (ECB) </a:t>
            </a:r>
            <a:r>
              <a:rPr lang="en-MY" sz="3600" b="1" dirty="0"/>
              <a:t>–</a:t>
            </a:r>
            <a:r>
              <a:rPr lang="en-MY" sz="3600" b="1" dirty="0">
                <a:solidFill>
                  <a:srgbClr val="0000FF"/>
                </a:solidFill>
              </a:rPr>
              <a:t> </a:t>
            </a:r>
            <a:r>
              <a:rPr lang="en-MY" sz="3600" b="1" dirty="0">
                <a:solidFill>
                  <a:srgbClr val="FF0000"/>
                </a:solidFill>
              </a:rPr>
              <a:t>Ciphertext Stealing</a:t>
            </a:r>
            <a:endParaRPr lang="en-MY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5580076" cy="4572832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dirty="0"/>
                  <a:t>The following equations describe the CTS.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MY" dirty="0"/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MY" dirty="0"/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MY" dirty="0"/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MY" dirty="0"/>
                  <a:t> is the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last plaintext block</a:t>
                </a:r>
                <a:r>
                  <a:rPr lang="en-MY" dirty="0"/>
                  <a:t> that lack of some bits, says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MY" dirty="0"/>
                  <a:t>-bit long.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MY" b="1" i="0" smtClean="0">
                        <a:solidFill>
                          <a:srgbClr val="219501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𝐭𝐚𝐢𝐥</m:t>
                    </m:r>
                  </m:oMath>
                </a14:m>
                <a:r>
                  <a:rPr lang="en-MY" dirty="0"/>
                  <a:t> is the </a:t>
                </a:r>
                <a:r>
                  <a:rPr lang="en-MY" b="1" dirty="0">
                    <a:solidFill>
                      <a:srgbClr val="219501">
                        <a:alpha val="60000"/>
                      </a:srgbClr>
                    </a:solidFill>
                  </a:rPr>
                  <a:t>Least Significant Bits (LSB)</a:t>
                </a:r>
                <a:r>
                  <a:rPr lang="en-MY" dirty="0"/>
                  <a:t>, while </a:t>
                </a:r>
                <a14:m>
                  <m:oMath xmlns:m="http://schemas.openxmlformats.org/officeDocument/2006/math">
                    <m:r>
                      <a:rPr lang="en-MY" b="1" i="0" smtClean="0">
                        <a:solidFill>
                          <a:srgbClr val="00206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𝐡𝐞𝐚𝐝</m:t>
                    </m:r>
                  </m:oMath>
                </a14:m>
                <a:r>
                  <a:rPr lang="en-MY" dirty="0"/>
                  <a:t> is the </a:t>
                </a:r>
                <a:r>
                  <a:rPr lang="en-MY" b="1" dirty="0">
                    <a:solidFill>
                      <a:srgbClr val="002060">
                        <a:alpha val="60000"/>
                      </a:srgbClr>
                    </a:solidFill>
                  </a:rPr>
                  <a:t>Most Significant Bits (MSB)</a:t>
                </a:r>
                <a:r>
                  <a:rPr lang="en-MY" dirty="0"/>
                  <a:t>.</a:t>
                </a:r>
                <a:endParaRPr lang="en-MY" b="1" dirty="0">
                  <a:solidFill>
                    <a:srgbClr val="002060">
                      <a:alpha val="6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5580076" cy="4572832"/>
              </a:xfrm>
              <a:blipFill>
                <a:blip r:embed="rId2"/>
                <a:stretch>
                  <a:fillRect l="-983" t="-667" r="-109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08D776C-3B95-E7C7-9AC1-C8C953B3D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483" y="2579128"/>
            <a:ext cx="5106600" cy="849872"/>
          </a:xfrm>
          <a:prstGeom prst="rect">
            <a:avLst/>
          </a:prstGeom>
        </p:spPr>
      </p:pic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6AF8731-8838-78EB-B747-4171C5A6D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928" y="1685925"/>
            <a:ext cx="5033240" cy="494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63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Electronic Code Book (ECB)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Security </a:t>
            </a:r>
            <a:endParaRPr lang="en-MY" sz="4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MY" dirty="0"/>
                  <a:t>Being the simplest mode, ECB suffers from several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security</a:t>
                </a:r>
                <a:r>
                  <a:rPr lang="en-MY" dirty="0"/>
                  <a:t> issues:</a:t>
                </a:r>
              </a:p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000" b="1" dirty="0">
                    <a:solidFill>
                      <a:srgbClr val="219501"/>
                    </a:solidFill>
                  </a:rPr>
                  <a:t>Patterns at the block level are preserved</a:t>
                </a:r>
                <a:r>
                  <a:rPr lang="en-US" sz="2000" dirty="0"/>
                  <a:t>.</a:t>
                </a:r>
              </a:p>
              <a:p>
                <a:pPr lvl="2"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US" dirty="0"/>
                  <a:t>All </a:t>
                </a:r>
                <a:r>
                  <a:rPr lang="en-US" sz="2000" b="1" dirty="0">
                    <a:solidFill>
                      <a:srgbClr val="FF0000">
                        <a:alpha val="60000"/>
                      </a:srgbClr>
                    </a:solidFill>
                  </a:rPr>
                  <a:t>equal blocks</a:t>
                </a:r>
                <a:r>
                  <a:rPr lang="en-US" sz="2000" dirty="0"/>
                  <a:t> in the plaintext become equal blocks in the ciphertext.</a:t>
                </a:r>
              </a:p>
              <a:p>
                <a:pPr lvl="2"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/>
                  <a:t>For example, if an intruder found that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baseline="30000" dirty="0" err="1"/>
                  <a:t>nd</a:t>
                </a:r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000" baseline="30000" dirty="0"/>
                  <a:t>th</a:t>
                </a:r>
                <a:r>
                  <a:rPr lang="en-US" sz="2000" dirty="0"/>
                  <a:t> ciphertext blocks are the same, then he knows that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baseline="30000" dirty="0" err="1"/>
                  <a:t>nd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baseline="30000" dirty="0" err="1"/>
                  <a:t>th</a:t>
                </a:r>
                <a:r>
                  <a:rPr lang="en-US" dirty="0"/>
                  <a:t> </a:t>
                </a:r>
                <a:r>
                  <a:rPr lang="en-US" sz="2000" dirty="0"/>
                  <a:t>plaintext blocks are the same, too.</a:t>
                </a:r>
              </a:p>
              <a:p>
                <a:pPr lvl="2"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MY" dirty="0"/>
                  <a:t>Sometimes, an </a:t>
                </a:r>
                <a:r>
                  <a:rPr lang="en-US" dirty="0"/>
                  <a:t>i</a:t>
                </a:r>
                <a:r>
                  <a:rPr lang="en-US" sz="2000" dirty="0"/>
                  <a:t>ntruder can do an </a:t>
                </a:r>
                <a:r>
                  <a:rPr lang="en-US" sz="2000" b="1" dirty="0">
                    <a:solidFill>
                      <a:srgbClr val="FF0000">
                        <a:alpha val="60000"/>
                      </a:srgbClr>
                    </a:solidFill>
                  </a:rPr>
                  <a:t>exhaustive search</a:t>
                </a:r>
                <a:r>
                  <a:rPr lang="en-US" sz="2000" dirty="0"/>
                  <a:t> to decrypt only one of all the blocks to find the important contents of all of them.</a:t>
                </a: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6" t="-755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368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Electronic Code Book (ECB)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Security 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 startAt="2"/>
                </a:pPr>
                <a:r>
                  <a:rPr lang="en-MY" b="1" dirty="0">
                    <a:solidFill>
                      <a:srgbClr val="219501">
                        <a:alpha val="60000"/>
                      </a:srgbClr>
                    </a:solidFill>
                  </a:rPr>
                  <a:t>Block Independency issue</a:t>
                </a:r>
                <a:r>
                  <a:rPr lang="en-MY" dirty="0"/>
                  <a:t>.</a:t>
                </a:r>
              </a:p>
              <a:p>
                <a:pPr lvl="2"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MY" dirty="0"/>
                  <a:t>An attacker could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exchange/modify</a:t>
                </a:r>
                <a:r>
                  <a:rPr lang="en-MY" dirty="0"/>
                  <a:t> some ciphertext blocks that contains the critical information </a:t>
                </a:r>
                <a:r>
                  <a:rPr lang="en-MY" b="1" dirty="0"/>
                  <a:t>without knowing the key</a:t>
                </a:r>
                <a:r>
                  <a:rPr lang="en-MY" dirty="0"/>
                  <a:t>.</a:t>
                </a:r>
              </a:p>
              <a:p>
                <a:pPr lvl="2"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MY" dirty="0"/>
                  <a:t>For example, if the attacker knows that the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MY" baseline="30000" dirty="0"/>
                  <a:t>th</a:t>
                </a:r>
                <a:r>
                  <a:rPr lang="en-MY" dirty="0"/>
                  <a:t> block in the ciphertext always contain important message (such as amount of money transfer in the transaction), he can then </a:t>
                </a: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replace</a:t>
                </a:r>
                <a:r>
                  <a:rPr lang="en-MY" dirty="0"/>
                  <a:t> this block with modified ciphertext block.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6" t="-906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594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Electronic Code Book (ECB)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Applications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dirty="0"/>
              <a:t>Secure transmission of </a:t>
            </a:r>
            <a:r>
              <a:rPr lang="en-US" b="1" dirty="0"/>
              <a:t>single value</a:t>
            </a:r>
            <a:r>
              <a:rPr lang="en-US" dirty="0"/>
              <a:t>, such as an </a:t>
            </a:r>
            <a:r>
              <a:rPr lang="en-US" b="1" dirty="0">
                <a:solidFill>
                  <a:srgbClr val="0000FF">
                    <a:alpha val="60000"/>
                  </a:srgbClr>
                </a:solidFill>
              </a:rPr>
              <a:t>encryption key</a:t>
            </a:r>
            <a:r>
              <a:rPr lang="en-US" dirty="0"/>
              <a:t>.</a:t>
            </a:r>
          </a:p>
          <a:p>
            <a:pPr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b="1" dirty="0">
                <a:solidFill>
                  <a:srgbClr val="219501">
                    <a:alpha val="60000"/>
                  </a:srgbClr>
                </a:solidFill>
              </a:rPr>
              <a:t>Parallel processing </a:t>
            </a:r>
            <a:r>
              <a:rPr lang="en-US" dirty="0"/>
              <a:t>can be used if we need to create a very huge encrypted database.</a:t>
            </a:r>
          </a:p>
          <a:p>
            <a:pPr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dirty="0"/>
              <a:t>If the message is short enough to fit in a block, the security issues and propagation errors of ECB are tolerable.</a:t>
            </a:r>
          </a:p>
          <a:p>
            <a:pPr algn="just">
              <a:lnSpc>
                <a:spcPct val="100000"/>
              </a:lnSpc>
              <a:buFont typeface="Wingdings" pitchFamily="2" charset="2"/>
              <a:buChar char="q"/>
            </a:pPr>
            <a:r>
              <a:rPr lang="en-US" dirty="0"/>
              <a:t>ECB is </a:t>
            </a:r>
            <a:r>
              <a:rPr lang="en-US" b="1" dirty="0"/>
              <a:t>not recommended</a:t>
            </a:r>
            <a:r>
              <a:rPr lang="en-US" dirty="0"/>
              <a:t> for encryption of </a:t>
            </a:r>
            <a:r>
              <a:rPr lang="en-US" b="1" dirty="0">
                <a:solidFill>
                  <a:srgbClr val="FF0000">
                    <a:alpha val="60000"/>
                  </a:srgbClr>
                </a:solidFill>
              </a:rPr>
              <a:t>messages of more than one block </a:t>
            </a:r>
            <a:r>
              <a:rPr lang="en-US" dirty="0"/>
              <a:t>to be transferred  through an insecure channel.</a:t>
            </a:r>
          </a:p>
        </p:txBody>
      </p:sp>
    </p:spTree>
    <p:extLst>
      <p:ext uri="{BB962C8B-B14F-4D97-AF65-F5344CB8AC3E}">
        <p14:creationId xmlns:p14="http://schemas.microsoft.com/office/powerpoint/2010/main" val="3598452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6005511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/>
              <a:t>Modes of Operation 2:</a:t>
            </a:r>
            <a:br>
              <a:rPr lang="en-MY" sz="4800" b="1" dirty="0"/>
            </a:br>
            <a:br>
              <a:rPr lang="en-MY" sz="4800" b="1" dirty="0"/>
            </a:br>
            <a:r>
              <a:rPr lang="en-MY" sz="4800" b="1" i="1" dirty="0">
                <a:solidFill>
                  <a:srgbClr val="0000FF"/>
                </a:solidFill>
              </a:rPr>
              <a:t>Cipher Block Chaining (CBC)</a:t>
            </a:r>
            <a:br>
              <a:rPr lang="en-MY" sz="4800" b="1" dirty="0"/>
            </a:br>
            <a:br>
              <a:rPr lang="en-MY" sz="4800" b="1" dirty="0"/>
            </a:br>
            <a:br>
              <a:rPr lang="en-MY" sz="4800" b="1" dirty="0"/>
            </a:br>
            <a:endParaRPr lang="en-MY" sz="4800" b="1" dirty="0"/>
          </a:p>
        </p:txBody>
      </p:sp>
    </p:spTree>
    <p:extLst>
      <p:ext uri="{BB962C8B-B14F-4D97-AF65-F5344CB8AC3E}">
        <p14:creationId xmlns:p14="http://schemas.microsoft.com/office/powerpoint/2010/main" val="3350276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Cipher Block Chaining (CBC)</a:t>
            </a:r>
            <a:endParaRPr lang="en-MY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a typeface="Verdana" pitchFamily="34" charset="0"/>
                <a:cs typeface="Verdana" pitchFamily="34" charset="0"/>
              </a:rPr>
              <a:t>In CBC mode, each plaintext block undergoes </a:t>
            </a:r>
            <a:r>
              <a:rPr lang="en-US" sz="2000" b="1" dirty="0">
                <a:solidFill>
                  <a:srgbClr val="FF0000">
                    <a:alpha val="60000"/>
                  </a:srgbClr>
                </a:solidFill>
                <a:ea typeface="Verdana" pitchFamily="34" charset="0"/>
                <a:cs typeface="Verdana" pitchFamily="34" charset="0"/>
              </a:rPr>
              <a:t>exclusive-OR</a:t>
            </a:r>
            <a:r>
              <a:rPr lang="en-US" sz="2000" dirty="0">
                <a:ea typeface="Verdana" pitchFamily="34" charset="0"/>
                <a:cs typeface="Verdana" pitchFamily="34" charset="0"/>
              </a:rPr>
              <a:t> operation with the previous ciphertext block before being encrypted. 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When a block is enciphered, the block is sent, and </a:t>
            </a:r>
            <a:r>
              <a:rPr lang="en-US" b="1" dirty="0">
                <a:solidFill>
                  <a:srgbClr val="FF0000">
                    <a:alpha val="60000"/>
                  </a:srgbClr>
                </a:solidFill>
              </a:rPr>
              <a:t>a copy of it </a:t>
            </a:r>
            <a:r>
              <a:rPr lang="en-US" dirty="0"/>
              <a:t>is kept in memory to be used in the encryption of the next block.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Since there is no ciphertext block before the first block, a phony block called the </a:t>
            </a:r>
            <a:r>
              <a:rPr lang="en-US" b="1" dirty="0">
                <a:solidFill>
                  <a:srgbClr val="219501">
                    <a:alpha val="60000"/>
                  </a:srgbClr>
                </a:solidFill>
              </a:rPr>
              <a:t>Initialization Vector (IV) </a:t>
            </a:r>
            <a:r>
              <a:rPr lang="en-US" dirty="0"/>
              <a:t>is used, which is </a:t>
            </a:r>
            <a:r>
              <a:rPr lang="en-US" b="1" dirty="0">
                <a:solidFill>
                  <a:srgbClr val="0000FF">
                    <a:alpha val="60000"/>
                  </a:srgbClr>
                </a:solidFill>
              </a:rPr>
              <a:t>pre-determined (pre-agreed)</a:t>
            </a:r>
            <a:r>
              <a:rPr lang="en-US" dirty="0"/>
              <a:t> between sender and receiver prior to communication.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02048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Cipher Block Chaining (CBC)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Operation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b="1" dirty="0"/>
                  <a:t>Encryption</a:t>
                </a:r>
                <a:r>
                  <a:rPr lang="en-MY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1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dirty="0"/>
                  <a:t> </a:t>
                </a:r>
                <a:r>
                  <a:rPr lang="en-MY" b="1" dirty="0"/>
                  <a:t>with</a:t>
                </a:r>
                <a:r>
                  <a:rPr lang="en-MY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b="0" i="0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IV</m:t>
                    </m:r>
                  </m:oMath>
                </a14:m>
                <a:endParaRPr lang="en-MY" dirty="0"/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b="1" dirty="0"/>
                  <a:t>Decryption</a:t>
                </a:r>
                <a:r>
                  <a:rPr lang="en-MY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1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MY" dirty="0">
                    <a:solidFill>
                      <a:srgbClr val="FF0000">
                        <a:alpha val="60000"/>
                      </a:srgbClr>
                    </a:solidFill>
                  </a:rPr>
                  <a:t> </a:t>
                </a:r>
                <a:r>
                  <a:rPr lang="en-MY" b="1" dirty="0"/>
                  <a:t>with</a:t>
                </a:r>
                <a:r>
                  <a:rPr lang="en-MY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MY" i="1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MY" i="1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IV</m:t>
                    </m:r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2">
            <a:extLst>
              <a:ext uri="{FF2B5EF4-FFF2-40B4-BE49-F238E27FC236}">
                <a16:creationId xmlns:a16="http://schemas.microsoft.com/office/drawing/2014/main" id="{F0CB990E-58DE-588C-8490-676A0F9D5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8105" y="2742643"/>
            <a:ext cx="8575790" cy="3955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33955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09" y="395289"/>
            <a:ext cx="10213200" cy="1112836"/>
          </a:xfrm>
        </p:spPr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Cipher Block Chaining (CBC)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Operation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MY" b="1" dirty="0">
                <a:solidFill>
                  <a:srgbClr val="219501">
                    <a:alpha val="60000"/>
                  </a:srgbClr>
                </a:solidFill>
              </a:rPr>
              <a:t>Initialization Vector (IV)</a:t>
            </a:r>
            <a:r>
              <a:rPr lang="en-MY" dirty="0"/>
              <a:t>: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Verdana" pitchFamily="34" charset="0"/>
                <a:cs typeface="Verdana" pitchFamily="34" charset="0"/>
              </a:rPr>
              <a:t>A </a:t>
            </a:r>
            <a:r>
              <a:rPr lang="en-US" b="1" dirty="0">
                <a:solidFill>
                  <a:srgbClr val="C00000">
                    <a:alpha val="60000"/>
                  </a:srgbClr>
                </a:solidFill>
                <a:ea typeface="Verdana" pitchFamily="34" charset="0"/>
                <a:cs typeface="Verdana" pitchFamily="34" charset="0"/>
              </a:rPr>
              <a:t>pseudorandom number </a:t>
            </a:r>
            <a:r>
              <a:rPr lang="en-US" dirty="0">
                <a:ea typeface="Verdana" pitchFamily="34" charset="0"/>
                <a:cs typeface="Verdana" pitchFamily="34" charset="0"/>
              </a:rPr>
              <a:t>can be selected by the sender and transmitted through a secure channel (for instance, using </a:t>
            </a:r>
            <a:r>
              <a:rPr lang="en-US" b="1" dirty="0">
                <a:ea typeface="Verdana" pitchFamily="34" charset="0"/>
                <a:cs typeface="Verdana" pitchFamily="34" charset="0"/>
              </a:rPr>
              <a:t>ECB mode</a:t>
            </a:r>
            <a:r>
              <a:rPr lang="en-US" dirty="0">
                <a:ea typeface="Verdana" pitchFamily="34" charset="0"/>
                <a:cs typeface="Verdana" pitchFamily="34" charset="0"/>
              </a:rPr>
              <a:t>)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Verdana" pitchFamily="34" charset="0"/>
                <a:cs typeface="Verdana" pitchFamily="34" charset="0"/>
              </a:rPr>
              <a:t>It can be part of the </a:t>
            </a:r>
            <a:r>
              <a:rPr lang="en-US" b="1" dirty="0">
                <a:solidFill>
                  <a:srgbClr val="0000FF">
                    <a:alpha val="60000"/>
                  </a:srgbClr>
                </a:solidFill>
                <a:ea typeface="Verdana" pitchFamily="34" charset="0"/>
                <a:cs typeface="Verdana" pitchFamily="34" charset="0"/>
              </a:rPr>
              <a:t>secret key </a:t>
            </a:r>
            <a:r>
              <a:rPr lang="en-US" dirty="0">
                <a:ea typeface="Verdana" pitchFamily="34" charset="0"/>
                <a:cs typeface="Verdana" pitchFamily="34" charset="0"/>
              </a:rPr>
              <a:t>and should be known by the sender and the receiver. </a:t>
            </a:r>
          </a:p>
          <a:p>
            <a:pPr>
              <a:lnSpc>
                <a:spcPct val="100000"/>
              </a:lnSpc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30299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0000FF"/>
                </a:solidFill>
              </a:rPr>
              <a:t>Cipher Block Chaining (CBC) </a:t>
            </a:r>
            <a:r>
              <a:rPr lang="en-MY" sz="3600" b="1" dirty="0"/>
              <a:t>–</a:t>
            </a:r>
            <a:r>
              <a:rPr lang="en-MY" sz="3600" b="1" dirty="0">
                <a:solidFill>
                  <a:srgbClr val="0000FF"/>
                </a:solidFill>
              </a:rPr>
              <a:t> </a:t>
            </a:r>
            <a:r>
              <a:rPr lang="en-MY" sz="3600" b="1" dirty="0">
                <a:solidFill>
                  <a:srgbClr val="FF0000"/>
                </a:solidFill>
              </a:rPr>
              <a:t>Ciphertext Stealing</a:t>
            </a:r>
            <a:endParaRPr lang="en-MY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32659"/>
            <a:ext cx="10213200" cy="404019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MY" dirty="0"/>
              <a:t>Similar to EBC mode, the technique of </a:t>
            </a:r>
            <a:r>
              <a:rPr lang="en-MY" b="1" dirty="0">
                <a:solidFill>
                  <a:srgbClr val="219501">
                    <a:alpha val="60000"/>
                  </a:srgbClr>
                </a:solidFill>
              </a:rPr>
              <a:t>ciphertext stealing (CTS) </a:t>
            </a:r>
            <a:r>
              <a:rPr lang="en-MY" dirty="0"/>
              <a:t>is also applicable to CBC mode. (Refer to EBC mode for the descriptions)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MY" dirty="0"/>
              <a:t>The technique is slightly complicated, since CBC mode involves encryption using previous ciphertext block.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MY" dirty="0"/>
              <a:t>The following equations describe the CTS in CBC mode: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CADD67-7557-3527-D757-805847155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437" y="3882894"/>
            <a:ext cx="8319125" cy="73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31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Cipher Block Chaining (CBC)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Security 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solidFill>
                      <a:schemeClr val="accent3">
                        <a:lumMod val="50000"/>
                        <a:alpha val="60000"/>
                      </a:schemeClr>
                    </a:solidFill>
                    <a:ea typeface="Verdana" pitchFamily="34" charset="0"/>
                    <a:cs typeface="Verdana" pitchFamily="34" charset="0"/>
                  </a:rPr>
                  <a:t>Advantage</a:t>
                </a:r>
                <a:r>
                  <a:rPr lang="en-US" sz="2000" dirty="0">
                    <a:ea typeface="Verdana" pitchFamily="34" charset="0"/>
                    <a:cs typeface="Verdana" pitchFamily="34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i="0" dirty="0">
                    <a:ea typeface="Verdana" pitchFamily="34" charset="0"/>
                    <a:cs typeface="Verdana" pitchFamily="34" charset="0"/>
                  </a:rPr>
                  <a:t>Since every plaintext block is encrypted using previous ciphertext block in CBC mode, </a:t>
                </a:r>
                <a:r>
                  <a:rPr lang="en-US" b="1" i="0" dirty="0">
                    <a:solidFill>
                      <a:srgbClr val="0000FF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equal plaintext blocks</a:t>
                </a:r>
                <a:r>
                  <a:rPr lang="en-US" i="0" dirty="0">
                    <a:solidFill>
                      <a:srgbClr val="0000FF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i="0" dirty="0">
                    <a:ea typeface="Verdana" pitchFamily="34" charset="0"/>
                    <a:cs typeface="Verdana" pitchFamily="34" charset="0"/>
                  </a:rPr>
                  <a:t>belonging to the same message are enciphered into </a:t>
                </a:r>
                <a:r>
                  <a:rPr lang="en-US" b="1" i="0" dirty="0">
                    <a:solidFill>
                      <a:srgbClr val="FF0000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different ciphertext blocks</a:t>
                </a:r>
                <a:r>
                  <a:rPr lang="en-US" i="0" dirty="0">
                    <a:ea typeface="Verdana" pitchFamily="34" charset="0"/>
                    <a:cs typeface="Verdana" pitchFamily="34" charset="0"/>
                  </a:rPr>
                  <a:t>. </a:t>
                </a:r>
                <a:r>
                  <a:rPr lang="en-US" b="1" i="0" dirty="0">
                    <a:solidFill>
                      <a:srgbClr val="219501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Patterns</a:t>
                </a:r>
                <a:r>
                  <a:rPr lang="en-US" i="0" dirty="0">
                    <a:ea typeface="Verdana" pitchFamily="34" charset="0"/>
                    <a:cs typeface="Verdana" pitchFamily="34" charset="0"/>
                  </a:rPr>
                  <a:t> at the block level are </a:t>
                </a:r>
                <a:r>
                  <a:rPr lang="en-US" b="1" i="0" dirty="0">
                    <a:solidFill>
                      <a:srgbClr val="002060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not preserved</a:t>
                </a:r>
                <a:r>
                  <a:rPr lang="en-US" i="0" dirty="0">
                    <a:ea typeface="Verdana" pitchFamily="34" charset="0"/>
                    <a:cs typeface="Verdana" pitchFamily="34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b="1" dirty="0">
                    <a:solidFill>
                      <a:srgbClr val="FF0000">
                        <a:alpha val="60000"/>
                      </a:srgbClr>
                    </a:solidFill>
                  </a:rPr>
                  <a:t>Security Issues</a:t>
                </a:r>
                <a:r>
                  <a:rPr lang="en-MY" dirty="0"/>
                  <a:t>:</a:t>
                </a:r>
              </a:p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/>
                  <a:defRPr/>
                </a:pPr>
                <a:r>
                  <a:rPr lang="en-US" sz="2000" dirty="0">
                    <a:ea typeface="Verdana" pitchFamily="34" charset="0"/>
                    <a:cs typeface="Verdana" pitchFamily="34" charset="0"/>
                  </a:rPr>
                  <a:t>If two (or first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000" b="0" i="0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M</m:t>
                    </m:r>
                  </m:oMath>
                </a14:m>
                <a:r>
                  <a:rPr lang="en-US" sz="2000" dirty="0">
                    <a:ea typeface="Verdana" pitchFamily="34" charset="0"/>
                    <a:cs typeface="Verdana" pitchFamily="34" charset="0"/>
                  </a:rPr>
                  <a:t> blocks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 of</a:t>
                </a:r>
                <a:r>
                  <a:rPr lang="en-US" sz="2000" dirty="0">
                    <a:ea typeface="Verdana" pitchFamily="34" charset="0"/>
                    <a:cs typeface="Verdana" pitchFamily="34" charset="0"/>
                  </a:rPr>
                  <a:t> different) messages are equal, their encryption is the same if using the </a:t>
                </a:r>
                <a:r>
                  <a:rPr lang="en-US" sz="2000" b="1" dirty="0">
                    <a:ea typeface="Verdana" pitchFamily="34" charset="0"/>
                    <a:cs typeface="Verdana" pitchFamily="34" charset="0"/>
                  </a:rPr>
                  <a:t>same IV</a:t>
                </a:r>
                <a:r>
                  <a:rPr lang="en-US" sz="2000" dirty="0">
                    <a:ea typeface="Verdana" pitchFamily="34" charset="0"/>
                    <a:cs typeface="Verdana" pitchFamily="34" charset="0"/>
                  </a:rPr>
                  <a:t>.</a:t>
                </a:r>
              </a:p>
              <a:p>
                <a:pPr lvl="1"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en-US" b="1" i="0">
                    <a:solidFill>
                      <a:srgbClr val="219501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Recommendation</a:t>
                </a:r>
                <a:r>
                  <a:rPr lang="en-US" i="0" dirty="0">
                    <a:ea typeface="Verdana" pitchFamily="34" charset="0"/>
                    <a:cs typeface="Verdana" pitchFamily="34" charset="0"/>
                  </a:rPr>
                  <a:t>: Usage of </a:t>
                </a:r>
                <a:r>
                  <a:rPr lang="en-US" b="1" i="0" dirty="0">
                    <a:solidFill>
                      <a:srgbClr val="C00000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a timestamp as an IV</a:t>
                </a:r>
                <a:r>
                  <a:rPr lang="en-US" i="0" dirty="0">
                    <a:ea typeface="Verdana" pitchFamily="34" charset="0"/>
                    <a:cs typeface="Verdana" pitchFamily="34" charset="0"/>
                  </a:rPr>
                  <a:t>.</a:t>
                </a:r>
              </a:p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/>
                  <a:defRPr/>
                </a:pPr>
                <a:r>
                  <a:rPr lang="en-US" sz="2000" dirty="0">
                    <a:ea typeface="Verdana" pitchFamily="34" charset="0"/>
                    <a:cs typeface="Verdana" pitchFamily="34" charset="0"/>
                  </a:rPr>
                  <a:t>The intruder can add some ciphertext blocks at the end of the ciphertext stream.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76786"/>
              </a:xfrm>
              <a:blipFill>
                <a:blip r:embed="rId2"/>
                <a:stretch>
                  <a:fillRect l="-656" t="-639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2301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0000FF"/>
                </a:solidFill>
              </a:rPr>
              <a:t>Cipher Block Chaining (CBC) </a:t>
            </a:r>
            <a:r>
              <a:rPr lang="en-MY" sz="4000" b="1" dirty="0"/>
              <a:t>–</a:t>
            </a:r>
            <a:r>
              <a:rPr lang="en-MY" sz="4000" b="1" dirty="0">
                <a:solidFill>
                  <a:srgbClr val="0000FF"/>
                </a:solidFill>
              </a:rPr>
              <a:t> </a:t>
            </a:r>
            <a:r>
              <a:rPr lang="en-MY" sz="4000" b="1" dirty="0">
                <a:solidFill>
                  <a:srgbClr val="FF0000"/>
                </a:solidFill>
              </a:rPr>
              <a:t>Applications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en-US" dirty="0"/>
              <a:t>CBC can be used to </a:t>
            </a:r>
            <a:r>
              <a:rPr lang="en-US" b="1" dirty="0">
                <a:solidFill>
                  <a:srgbClr val="219501">
                    <a:alpha val="60000"/>
                  </a:srgbClr>
                </a:solidFill>
              </a:rPr>
              <a:t>encrypt</a:t>
            </a:r>
            <a:r>
              <a:rPr lang="en-US" dirty="0"/>
              <a:t> messages and can be used for </a:t>
            </a:r>
            <a:r>
              <a:rPr lang="en-US" b="1" dirty="0">
                <a:solidFill>
                  <a:srgbClr val="219501">
                    <a:alpha val="60000"/>
                  </a:srgbClr>
                </a:solidFill>
              </a:rPr>
              <a:t>authentication</a:t>
            </a:r>
            <a:r>
              <a:rPr lang="en-US" dirty="0"/>
              <a:t> purposes.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en-US" dirty="0"/>
              <a:t>However:</a:t>
            </a:r>
          </a:p>
          <a:p>
            <a:pPr marL="702900" lvl="1" indent="-342900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i="0" dirty="0"/>
              <a:t>This technique is </a:t>
            </a:r>
            <a:r>
              <a:rPr lang="en-US" b="1" i="0" dirty="0">
                <a:solidFill>
                  <a:srgbClr val="FF0000">
                    <a:alpha val="60000"/>
                  </a:srgbClr>
                </a:solidFill>
              </a:rPr>
              <a:t>not possible for parallel processing</a:t>
            </a:r>
            <a:r>
              <a:rPr lang="en-US" i="0" dirty="0"/>
              <a:t>, since CBC involves chaining mechanism</a:t>
            </a:r>
          </a:p>
          <a:p>
            <a:pPr marL="702900" lvl="1" indent="-342900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i="0" dirty="0"/>
              <a:t>Encryption and decryption for </a:t>
            </a:r>
            <a:r>
              <a:rPr lang="en-US" b="1" i="0" dirty="0">
                <a:solidFill>
                  <a:srgbClr val="FF0000">
                    <a:alpha val="60000"/>
                  </a:srgbClr>
                </a:solidFill>
              </a:rPr>
              <a:t>random-access file records </a:t>
            </a:r>
            <a:r>
              <a:rPr lang="en-US" i="0" dirty="0"/>
              <a:t>are </a:t>
            </a:r>
            <a:r>
              <a:rPr lang="en-US" b="1" i="0" dirty="0">
                <a:solidFill>
                  <a:srgbClr val="0000FF">
                    <a:alpha val="60000"/>
                  </a:srgbClr>
                </a:solidFill>
              </a:rPr>
              <a:t>not suitable </a:t>
            </a:r>
            <a:r>
              <a:rPr lang="en-US" i="0" dirty="0"/>
              <a:t>too, since they require access to the previous records.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77709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6005511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/>
              <a:t>Modes of Operation 3:</a:t>
            </a:r>
            <a:br>
              <a:rPr lang="en-MY" sz="4800" b="1" dirty="0"/>
            </a:br>
            <a:br>
              <a:rPr lang="en-MY" sz="4800" b="1" dirty="0"/>
            </a:br>
            <a:r>
              <a:rPr lang="en-MY" sz="4800" b="1" i="1" dirty="0">
                <a:solidFill>
                  <a:srgbClr val="0000FF"/>
                </a:solidFill>
              </a:rPr>
              <a:t>Cipher </a:t>
            </a:r>
            <a:r>
              <a:rPr lang="en-MY" sz="4800" b="1" i="1" dirty="0" err="1">
                <a:solidFill>
                  <a:srgbClr val="0000FF"/>
                </a:solidFill>
              </a:rPr>
              <a:t>FeedBack</a:t>
            </a:r>
            <a:r>
              <a:rPr lang="en-MY" sz="4800" b="1" i="1" dirty="0">
                <a:solidFill>
                  <a:srgbClr val="0000FF"/>
                </a:solidFill>
              </a:rPr>
              <a:t> (CFB)</a:t>
            </a:r>
            <a:br>
              <a:rPr lang="en-MY" sz="4800" b="1" dirty="0"/>
            </a:br>
            <a:br>
              <a:rPr lang="en-MY" sz="4800" b="1" dirty="0"/>
            </a:br>
            <a:br>
              <a:rPr lang="en-MY" sz="4800" b="1" dirty="0"/>
            </a:br>
            <a:endParaRPr lang="en-MY" sz="4800" b="1" dirty="0"/>
          </a:p>
        </p:txBody>
      </p:sp>
    </p:spTree>
    <p:extLst>
      <p:ext uri="{BB962C8B-B14F-4D97-AF65-F5344CB8AC3E}">
        <p14:creationId xmlns:p14="http://schemas.microsoft.com/office/powerpoint/2010/main" val="1777727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Cipher </a:t>
            </a:r>
            <a:r>
              <a:rPr lang="en-MY" sz="4400" b="1" dirty="0" err="1">
                <a:solidFill>
                  <a:srgbClr val="0000FF"/>
                </a:solidFill>
              </a:rPr>
              <a:t>FeedBack</a:t>
            </a:r>
            <a:r>
              <a:rPr lang="en-MY" sz="4400" b="1" dirty="0">
                <a:solidFill>
                  <a:srgbClr val="0000FF"/>
                </a:solidFill>
              </a:rPr>
              <a:t> (CFB)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dirty="0"/>
                  <a:t>This technique is used when 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we need to use </a:t>
                </a:r>
                <a:r>
                  <a:rPr lang="en-US" b="1" dirty="0">
                    <a:solidFill>
                      <a:srgbClr val="FF0000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DES or AES as secure ciphers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, but the plaintext or ciphertext </a:t>
                </a:r>
                <a:r>
                  <a:rPr lang="en-US" b="1" dirty="0">
                    <a:solidFill>
                      <a:srgbClr val="0000FF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block sizes are smaller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>
                    <a:ea typeface="Verdana" pitchFamily="34" charset="0"/>
                    <a:cs typeface="Verdana" pitchFamily="34" charset="0"/>
                  </a:rPr>
                  <a:t>For example, to encrypt and decrypt ASCII 8-bit characters.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dirty="0"/>
                  <a:t>In other words, the plaintext or ciphertext blocks with size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MY" b="1" dirty="0"/>
                  <a:t>-bit </a:t>
                </a:r>
                <a:r>
                  <a:rPr lang="en-MY" dirty="0"/>
                  <a:t>is encrypted or decrypted using DES or AES key of size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b="1" dirty="0"/>
                  <a:t>-bit</a:t>
                </a:r>
                <a:r>
                  <a:rPr lang="en-MY" dirty="0"/>
                  <a:t>, where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C0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MY" b="1" i="1" smtClean="0">
                        <a:solidFill>
                          <a:srgbClr val="C0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MY" b="1" i="1" smtClean="0">
                        <a:solidFill>
                          <a:srgbClr val="C0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67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Cipher </a:t>
            </a:r>
            <a:r>
              <a:rPr lang="en-MY" sz="4400" b="1" dirty="0" err="1">
                <a:solidFill>
                  <a:srgbClr val="0000FF"/>
                </a:solidFill>
              </a:rPr>
              <a:t>FeedBack</a:t>
            </a:r>
            <a:r>
              <a:rPr lang="en-MY" sz="4400" b="1" dirty="0">
                <a:solidFill>
                  <a:srgbClr val="0000FF"/>
                </a:solidFill>
              </a:rPr>
              <a:t> (CFB)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Operation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400" y="1685925"/>
                <a:ext cx="10213200" cy="4705997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rgbClr val="C00000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Idea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>
                    <a:ea typeface="Verdana" pitchFamily="34" charset="0"/>
                    <a:cs typeface="Verdana" pitchFamily="34" charset="0"/>
                  </a:rPr>
                  <a:t>Use DES or AES to encrypt or decrypt the contents of shift register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𝑆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 of size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𝑛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-bit. 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US" b="1" dirty="0">
                    <a:ea typeface="Verdana" pitchFamily="34" charset="0"/>
                    <a:cs typeface="Verdana" pitchFamily="34" charset="0"/>
                  </a:rPr>
                  <a:t>Encryption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𝑟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-bit plaintext block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⊕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𝑟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-bit of the shift register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𝑆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. </a:t>
                </a:r>
                <a:r>
                  <a:rPr lang="en-US" i="0" dirty="0">
                    <a:ea typeface="Verdana" pitchFamily="34" charset="0"/>
                    <a:cs typeface="Verdana" pitchFamily="34" charset="0"/>
                  </a:rPr>
                  <a:t>For each block:</a:t>
                </a:r>
              </a:p>
              <a:p>
                <a:pPr lvl="2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ea typeface="Verdana" pitchFamily="34" charset="0"/>
                    <a:cs typeface="Verdana" pitchFamily="34" charset="0"/>
                  </a:rPr>
                  <a:t>Shift register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𝑆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 is made by shifting the shift register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𝑆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𝑖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MY" b="0" i="1" dirty="0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𝑟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-bit to the </a:t>
                </a:r>
                <a:r>
                  <a:rPr lang="en-US" b="1" dirty="0">
                    <a:solidFill>
                      <a:srgbClr val="0000FF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LEFT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 and filling the rightmost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𝑟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-bit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𝑖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𝑆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 is then encrypted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𝑇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.</a:t>
                </a:r>
              </a:p>
              <a:p>
                <a:pPr lvl="2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ea typeface="Verdana" pitchFamily="34" charset="0"/>
                    <a:cs typeface="Verdana" pitchFamily="34" charset="0"/>
                  </a:rPr>
                  <a:t>The leftmost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𝑟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-bit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𝑇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⊕ 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with the plaintext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𝑃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 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.</a:t>
                </a:r>
              </a:p>
              <a:p>
                <a:pPr lvl="2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b="1" i="1" smtClean="0">
                            <a:solidFill>
                              <a:srgbClr val="219501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b="1" i="1" smtClean="0">
                            <a:solidFill>
                              <a:srgbClr val="219501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𝑺</m:t>
                        </m:r>
                      </m:e>
                      <m:sub>
                        <m:r>
                          <a:rPr lang="en-MY" b="1" i="1" smtClean="0">
                            <a:solidFill>
                              <a:srgbClr val="219501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219501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which is not shifted is set to </a:t>
                </a:r>
                <a:r>
                  <a:rPr lang="en-US" b="1" dirty="0">
                    <a:solidFill>
                      <a:srgbClr val="219501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Initialization Vector (IV) 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for the first block.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US" b="1" dirty="0">
                    <a:ea typeface="Verdana" pitchFamily="34" charset="0"/>
                    <a:cs typeface="Verdana" pitchFamily="34" charset="0"/>
                  </a:rPr>
                  <a:t>Decryption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𝑟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-bit ciphertext block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⊕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𝑟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-bit of the shift register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𝑆</m:t>
                    </m:r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.</a:t>
                </a:r>
              </a:p>
              <a:p>
                <a:pPr lvl="2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ea typeface="Verdana" pitchFamily="34" charset="0"/>
                    <a:cs typeface="Verdana" pitchFamily="34" charset="0"/>
                  </a:rPr>
                  <a:t>Roles of plaintext blocks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𝑃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) and ciphertext blocks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  <a:cs typeface="Verdana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Verdana" pitchFamily="34" charset="0"/>
                    <a:cs typeface="Verdana" pitchFamily="34" charset="0"/>
                  </a:rPr>
                  <a:t>) are </a:t>
                </a:r>
                <a:r>
                  <a:rPr lang="en-US" b="1" dirty="0">
                    <a:solidFill>
                      <a:srgbClr val="FF0000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switched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400" y="1685925"/>
                <a:ext cx="10213200" cy="4705997"/>
              </a:xfrm>
              <a:blipFill>
                <a:blip r:embed="rId2"/>
                <a:stretch>
                  <a:fillRect l="-537" t="-648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709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Cipher </a:t>
            </a:r>
            <a:r>
              <a:rPr lang="en-MY" sz="4400" b="1" dirty="0" err="1">
                <a:solidFill>
                  <a:srgbClr val="0000FF"/>
                </a:solidFill>
              </a:rPr>
              <a:t>FeedBack</a:t>
            </a:r>
            <a:r>
              <a:rPr lang="en-MY" sz="4400" b="1" dirty="0">
                <a:solidFill>
                  <a:srgbClr val="0000FF"/>
                </a:solidFill>
              </a:rPr>
              <a:t> (CFB)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Operation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b="1" dirty="0"/>
                  <a:t>Encryption</a:t>
                </a:r>
                <a:r>
                  <a:rPr lang="en-MY" dirty="0">
                    <a:solidFill>
                      <a:srgbClr val="FF0000">
                        <a:alpha val="60000"/>
                      </a:srgbClr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SelectLe</m:t>
                        </m:r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en-MY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1" i="0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MY" b="0" i="1" smtClean="0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MY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Shiftlef</m:t>
                                </m:r>
                                <m:r>
                                  <m:rPr>
                                    <m:sty m:val="p"/>
                                  </m:rPr>
                                  <a:rPr lang="en-MY" b="0" i="0" smtClean="0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MY" b="0" i="1" smtClean="0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MY" b="0" i="1" smtClean="0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MY" b="0" i="1" smtClean="0">
                                        <a:solidFill>
                                          <a:srgbClr val="FF0000">
                                            <a:alpha val="6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solidFill>
                                          <a:srgbClr val="FF0000">
                                            <a:alpha val="6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solidFill>
                                          <a:srgbClr val="FF0000">
                                            <a:alpha val="6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MY" b="0" i="1" smtClean="0">
                                        <a:solidFill>
                                          <a:srgbClr val="FF0000">
                                            <a:alpha val="6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sSub>
                              <m:sSubPr>
                                <m:ctrlPr>
                                  <a:rPr lang="en-MY" b="0" i="1" smtClean="0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MY" b="0" i="1" smtClean="0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MY" b="0" i="1" smtClean="0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MY" b="0" i="1" smtClean="0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MY" dirty="0"/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b="1" dirty="0"/>
                  <a:t>Decryption</a:t>
                </a:r>
                <a:r>
                  <a:rPr lang="en-MY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i="1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SelectLeft</m:t>
                        </m:r>
                      </m:e>
                      <m:sub>
                        <m:r>
                          <a:rPr lang="en-MY" i="1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MY" i="1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1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MY" i="1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MY" i="1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MY" i="1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MY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Shiftleft</m:t>
                                </m:r>
                              </m:e>
                              <m:sub>
                                <m:r>
                                  <a:rPr lang="en-MY" i="1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MY" i="1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MY" i="1">
                                        <a:solidFill>
                                          <a:srgbClr val="FF0000">
                                            <a:alpha val="6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i="1">
                                        <a:solidFill>
                                          <a:srgbClr val="FF0000">
                                            <a:alpha val="6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MY" i="1">
                                        <a:solidFill>
                                          <a:srgbClr val="FF0000">
                                            <a:alpha val="6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MY" i="1">
                                        <a:solidFill>
                                          <a:srgbClr val="FF0000">
                                            <a:alpha val="6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sSub>
                              <m:sSubPr>
                                <m:ctrlPr>
                                  <a:rPr lang="en-MY" i="1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MY" i="1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MY" i="1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MY" i="1">
                                    <a:solidFill>
                                      <a:srgbClr val="FF0000">
                                        <a:alpha val="60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2">
            <a:extLst>
              <a:ext uri="{FF2B5EF4-FFF2-40B4-BE49-F238E27FC236}">
                <a16:creationId xmlns:a16="http://schemas.microsoft.com/office/drawing/2014/main" id="{2FFA506C-2052-8CA4-41CC-9BA9DA2D6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9926" y="2723636"/>
            <a:ext cx="7972147" cy="405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70824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Cipher </a:t>
            </a:r>
            <a:r>
              <a:rPr lang="en-MY" sz="4400" b="1" dirty="0" err="1">
                <a:solidFill>
                  <a:srgbClr val="0000FF"/>
                </a:solidFill>
              </a:rPr>
              <a:t>FeedBack</a:t>
            </a:r>
            <a:r>
              <a:rPr lang="en-MY" sz="4400" b="1" dirty="0">
                <a:solidFill>
                  <a:srgbClr val="0000FF"/>
                </a:solidFill>
              </a:rPr>
              <a:t> (CFB)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Stream Cipher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MY" dirty="0"/>
              <a:t>Although </a:t>
            </a:r>
            <a:r>
              <a:rPr lang="en-MY" b="1" dirty="0"/>
              <a:t>CFB mode operates using block ciphers </a:t>
            </a:r>
            <a:r>
              <a:rPr lang="en-MY" dirty="0"/>
              <a:t>(DES and AES),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the result is a stream cipher</a:t>
            </a:r>
            <a:r>
              <a:rPr lang="en-MY" dirty="0"/>
              <a:t>.</a:t>
            </a:r>
          </a:p>
          <a:p>
            <a:pPr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MY" dirty="0"/>
              <a:t>It is in fact a </a:t>
            </a:r>
            <a:r>
              <a:rPr lang="en-MY" b="1" dirty="0">
                <a:solidFill>
                  <a:srgbClr val="219501">
                    <a:alpha val="60000"/>
                  </a:srgbClr>
                </a:solidFill>
              </a:rPr>
              <a:t>nonsynchronous stream cipher</a:t>
            </a:r>
            <a:r>
              <a:rPr lang="en-MY" dirty="0"/>
              <a:t>, the key stream is dependent on the ciphertext.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6CC7D529-9EC9-0852-A22F-DFD95E363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5475" y="3219634"/>
            <a:ext cx="8401050" cy="345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92797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Cipher </a:t>
            </a:r>
            <a:r>
              <a:rPr lang="en-MY" sz="4400" b="1" dirty="0" err="1">
                <a:solidFill>
                  <a:srgbClr val="0000FF"/>
                </a:solidFill>
              </a:rPr>
              <a:t>FeedBack</a:t>
            </a:r>
            <a:r>
              <a:rPr lang="en-MY" sz="4400" b="1" dirty="0">
                <a:solidFill>
                  <a:srgbClr val="0000FF"/>
                </a:solidFill>
              </a:rPr>
              <a:t> (CFB)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Security 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MY" b="1" dirty="0">
                <a:solidFill>
                  <a:srgbClr val="C00000">
                    <a:alpha val="60000"/>
                  </a:srgbClr>
                </a:solidFill>
              </a:rPr>
              <a:t>Security issues/concerns</a:t>
            </a:r>
            <a:r>
              <a:rPr lang="en-MY" dirty="0"/>
              <a:t>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Like CBC mode, the patterns at the block level are not preserved.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More than one plaintext can be encrypted using the same key, but the value of initialization vector (IV) should be different for each plaintext.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An attacker and add some ciphertext block to the end of the ciphertext stream.</a:t>
            </a:r>
          </a:p>
        </p:txBody>
      </p:sp>
    </p:spTree>
    <p:extLst>
      <p:ext uri="{BB962C8B-B14F-4D97-AF65-F5344CB8AC3E}">
        <p14:creationId xmlns:p14="http://schemas.microsoft.com/office/powerpoint/2010/main" val="288665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Cipher </a:t>
            </a:r>
            <a:r>
              <a:rPr lang="en-MY" sz="4400" b="1" dirty="0" err="1">
                <a:solidFill>
                  <a:srgbClr val="0000FF"/>
                </a:solidFill>
              </a:rPr>
              <a:t>FeedBack</a:t>
            </a:r>
            <a:r>
              <a:rPr lang="en-MY" sz="4400" b="1" dirty="0">
                <a:solidFill>
                  <a:srgbClr val="0000FF"/>
                </a:solidFill>
              </a:rPr>
              <a:t> (CFB)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Application 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CFB mode can be used to </a:t>
                </a:r>
                <a:r>
                  <a:rPr lang="en-US" b="1" dirty="0">
                    <a:solidFill>
                      <a:srgbClr val="002060">
                        <a:alpha val="60000"/>
                      </a:srgbClr>
                    </a:solidFill>
                  </a:rPr>
                  <a:t>encrypt small-size blocks</a:t>
                </a:r>
                <a:r>
                  <a:rPr lang="en-US" dirty="0"/>
                  <a:t>, such as one character or one bit at a time.</a:t>
                </a:r>
              </a:p>
              <a:p>
                <a:pPr marL="285750" indent="-28575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Advantages:</a:t>
                </a:r>
              </a:p>
              <a:p>
                <a:pPr lvl="2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b="1" dirty="0">
                    <a:solidFill>
                      <a:srgbClr val="219501">
                        <a:alpha val="60000"/>
                      </a:srgbClr>
                    </a:solidFill>
                  </a:rPr>
                  <a:t>No padding is needed </a:t>
                </a:r>
                <a:r>
                  <a:rPr lang="en-US" dirty="0"/>
                  <a:t>since the size of the plaintext block is normally fixed and chosen to fit the data unit to be encrypted.</a:t>
                </a:r>
              </a:p>
              <a:p>
                <a:pPr lvl="2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b="1" dirty="0">
                    <a:solidFill>
                      <a:srgbClr val="FF0000">
                        <a:alpha val="60000"/>
                      </a:srgbClr>
                    </a:solidFill>
                  </a:rPr>
                  <a:t>No waiting is required </a:t>
                </a:r>
                <a:r>
                  <a:rPr lang="en-US" dirty="0"/>
                  <a:t>for the system to receive a large data block (64 or 128 bits) to start the encryption.</a:t>
                </a:r>
              </a:p>
              <a:p>
                <a:pPr marL="285750" indent="-28575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Disadvantage:</a:t>
                </a:r>
              </a:p>
              <a:p>
                <a:pPr lvl="2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b="1" dirty="0">
                    <a:solidFill>
                      <a:srgbClr val="0000FF">
                        <a:alpha val="60000"/>
                      </a:srgbClr>
                    </a:solidFill>
                  </a:rPr>
                  <a:t>Less efficient </a:t>
                </a:r>
                <a:r>
                  <a:rPr lang="en-US" dirty="0"/>
                  <a:t>since the encryption function must be applied for each small block of size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  <a:ea typeface="Verdana" pitchFamily="34" charset="0"/>
                        <a:cs typeface="Verdana" pitchFamily="34" charset="0"/>
                      </a:rPr>
                      <m:t>𝑟</m:t>
                    </m:r>
                  </m:oMath>
                </a14:m>
                <a:r>
                  <a:rPr lang="en-US" dirty="0"/>
                  <a:t>-bit.</a:t>
                </a: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475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6005511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/>
              <a:t>Modes of Operation 4:</a:t>
            </a:r>
            <a:br>
              <a:rPr lang="en-MY" sz="4800" b="1" dirty="0"/>
            </a:br>
            <a:br>
              <a:rPr lang="en-MY" sz="4800" b="1" dirty="0"/>
            </a:br>
            <a:r>
              <a:rPr lang="en-MY" sz="4800" b="1" i="1" dirty="0">
                <a:solidFill>
                  <a:srgbClr val="0000FF"/>
                </a:solidFill>
              </a:rPr>
              <a:t>Output </a:t>
            </a:r>
            <a:r>
              <a:rPr lang="en-MY" sz="4800" b="1" i="1" dirty="0" err="1">
                <a:solidFill>
                  <a:srgbClr val="0000FF"/>
                </a:solidFill>
              </a:rPr>
              <a:t>FeedBack</a:t>
            </a:r>
            <a:r>
              <a:rPr lang="en-MY" sz="4800" b="1" i="1" dirty="0">
                <a:solidFill>
                  <a:srgbClr val="0000FF"/>
                </a:solidFill>
              </a:rPr>
              <a:t> (OFB)</a:t>
            </a:r>
            <a:br>
              <a:rPr lang="en-MY" sz="4800" b="1" dirty="0"/>
            </a:br>
            <a:br>
              <a:rPr lang="en-MY" sz="4800" b="1" dirty="0"/>
            </a:br>
            <a:br>
              <a:rPr lang="en-MY" sz="4800" b="1" dirty="0"/>
            </a:br>
            <a:endParaRPr lang="en-MY" sz="4800" b="1" dirty="0"/>
          </a:p>
        </p:txBody>
      </p:sp>
    </p:spTree>
    <p:extLst>
      <p:ext uri="{BB962C8B-B14F-4D97-AF65-F5344CB8AC3E}">
        <p14:creationId xmlns:p14="http://schemas.microsoft.com/office/powerpoint/2010/main" val="1466674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Output </a:t>
            </a:r>
            <a:r>
              <a:rPr lang="en-MY" sz="4400" b="1" dirty="0" err="1">
                <a:solidFill>
                  <a:srgbClr val="0000FF"/>
                </a:solidFill>
              </a:rPr>
              <a:t>FeedBack</a:t>
            </a:r>
            <a:r>
              <a:rPr lang="en-MY" sz="4400" b="1" dirty="0">
                <a:solidFill>
                  <a:srgbClr val="0000FF"/>
                </a:solidFill>
              </a:rPr>
              <a:t> (OFB)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Operation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MY" dirty="0"/>
              <a:t>Similar technique to CFB mode, with the difference that </a:t>
            </a:r>
            <a:r>
              <a:rPr lang="en-US" sz="2000" dirty="0">
                <a:ea typeface="Verdana" pitchFamily="34" charset="0"/>
                <a:cs typeface="Verdana" pitchFamily="34" charset="0"/>
              </a:rPr>
              <a:t>each bit in the ciphertext is </a:t>
            </a:r>
            <a:r>
              <a:rPr lang="en-US" sz="2000" b="1" dirty="0">
                <a:solidFill>
                  <a:srgbClr val="FF0000">
                    <a:alpha val="60000"/>
                  </a:srgbClr>
                </a:solidFill>
                <a:ea typeface="Verdana" pitchFamily="34" charset="0"/>
                <a:cs typeface="Verdana" pitchFamily="34" charset="0"/>
              </a:rPr>
              <a:t>independent</a:t>
            </a:r>
            <a:r>
              <a:rPr lang="en-US" sz="2000" dirty="0">
                <a:ea typeface="Verdana" pitchFamily="34" charset="0"/>
                <a:cs typeface="Verdana" pitchFamily="34" charset="0"/>
              </a:rPr>
              <a:t> of the previous bit or bits. This </a:t>
            </a:r>
            <a:r>
              <a:rPr lang="en-US" sz="2000" b="1" dirty="0">
                <a:ea typeface="Verdana" pitchFamily="34" charset="0"/>
                <a:cs typeface="Verdana" pitchFamily="34" charset="0"/>
              </a:rPr>
              <a:t>avoids error propagation</a:t>
            </a:r>
            <a:r>
              <a:rPr lang="en-US" sz="2000" dirty="0">
                <a:ea typeface="Verdana" pitchFamily="34" charset="0"/>
                <a:cs typeface="Verdana" pitchFamily="34" charset="0"/>
              </a:rPr>
              <a:t>.</a:t>
            </a:r>
            <a:endParaRPr lang="en-MY"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35213E2E-281C-1C88-1358-1CA66D8D2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2212" y="2881574"/>
            <a:ext cx="7267575" cy="389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3742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Output </a:t>
            </a:r>
            <a:r>
              <a:rPr lang="en-MY" sz="4400" b="1" dirty="0" err="1">
                <a:solidFill>
                  <a:srgbClr val="0000FF"/>
                </a:solidFill>
              </a:rPr>
              <a:t>FeedBack</a:t>
            </a:r>
            <a:r>
              <a:rPr lang="en-MY" sz="4400" b="1" dirty="0">
                <a:solidFill>
                  <a:srgbClr val="0000FF"/>
                </a:solidFill>
              </a:rPr>
              <a:t> (OFB)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Stream Cipher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MY" dirty="0"/>
              <a:t>Similar to CFB mode, the output of the OFB mode is a stream cipher. </a:t>
            </a:r>
          </a:p>
          <a:p>
            <a:pPr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MY" dirty="0"/>
              <a:t>The key stream is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independent</a:t>
            </a:r>
            <a:r>
              <a:rPr lang="en-MY" dirty="0"/>
              <a:t> from the plaintext and ciphertext, hence the </a:t>
            </a:r>
            <a:r>
              <a:rPr lang="en-MY" b="1" dirty="0">
                <a:solidFill>
                  <a:srgbClr val="219501">
                    <a:alpha val="60000"/>
                  </a:srgbClr>
                </a:solidFill>
              </a:rPr>
              <a:t>stream cipher is synchronous</a:t>
            </a:r>
            <a:r>
              <a:rPr lang="en-MY" dirty="0"/>
              <a:t>. 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708B2C49-6B88-D598-2CBD-646CC747C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7556" y="2922264"/>
            <a:ext cx="8116887" cy="386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2823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Output </a:t>
            </a:r>
            <a:r>
              <a:rPr lang="en-MY" sz="4400" b="1" dirty="0" err="1">
                <a:solidFill>
                  <a:srgbClr val="0000FF"/>
                </a:solidFill>
              </a:rPr>
              <a:t>FeedBack</a:t>
            </a:r>
            <a:r>
              <a:rPr lang="en-MY" sz="4400" b="1" dirty="0">
                <a:solidFill>
                  <a:srgbClr val="0000FF"/>
                </a:solidFill>
              </a:rPr>
              <a:t> (OFB)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Security 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MY" b="1" dirty="0">
                <a:solidFill>
                  <a:srgbClr val="C00000">
                    <a:alpha val="60000"/>
                  </a:srgbClr>
                </a:solidFill>
              </a:rPr>
              <a:t>Security issues/concerns</a:t>
            </a:r>
            <a:r>
              <a:rPr lang="en-MY" dirty="0"/>
              <a:t>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Similar to CFB mode, the </a:t>
            </a:r>
            <a:r>
              <a:rPr lang="en-MY" b="1" dirty="0"/>
              <a:t>patterns</a:t>
            </a:r>
            <a:r>
              <a:rPr lang="en-MY" dirty="0"/>
              <a:t> at the block level are </a:t>
            </a:r>
            <a:r>
              <a:rPr lang="en-MY" b="1" dirty="0">
                <a:solidFill>
                  <a:schemeClr val="accent4">
                    <a:lumMod val="50000"/>
                    <a:alpha val="60000"/>
                  </a:schemeClr>
                </a:solidFill>
              </a:rPr>
              <a:t>not preserved</a:t>
            </a:r>
            <a:r>
              <a:rPr lang="en-MY" dirty="0"/>
              <a:t>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The change in the ciphertext affects the plaintext encrypted at the receiver side.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en-MY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MY" b="1" dirty="0">
                <a:solidFill>
                  <a:srgbClr val="002060">
                    <a:alpha val="60000"/>
                  </a:srgbClr>
                </a:solidFill>
              </a:rPr>
              <a:t>Advantage</a:t>
            </a:r>
            <a:r>
              <a:rPr lang="en-MY" dirty="0"/>
              <a:t>:</a:t>
            </a:r>
          </a:p>
          <a:p>
            <a:pPr lvl="2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A single error in the ciphertext affects only the corresponding bit in the plaintext.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MY" dirty="0"/>
          </a:p>
          <a:p>
            <a:pPr algn="just">
              <a:lnSpc>
                <a:spcPct val="100000"/>
              </a:lnSpc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70903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6005511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/>
              <a:t>Modes of Operation 5:</a:t>
            </a:r>
            <a:br>
              <a:rPr lang="en-MY" sz="4800" b="1" dirty="0"/>
            </a:br>
            <a:br>
              <a:rPr lang="en-MY" sz="4800" b="1" dirty="0"/>
            </a:br>
            <a:r>
              <a:rPr lang="en-MY" sz="4800" b="1" i="1" dirty="0">
                <a:solidFill>
                  <a:srgbClr val="0000FF"/>
                </a:solidFill>
              </a:rPr>
              <a:t>Counter (CTR)</a:t>
            </a:r>
            <a:br>
              <a:rPr lang="en-MY" sz="4800" b="1" dirty="0"/>
            </a:br>
            <a:br>
              <a:rPr lang="en-MY" sz="4800" b="1" dirty="0"/>
            </a:br>
            <a:br>
              <a:rPr lang="en-MY" sz="4800" b="1" dirty="0"/>
            </a:br>
            <a:endParaRPr lang="en-MY" sz="4800" b="1" dirty="0"/>
          </a:p>
        </p:txBody>
      </p:sp>
    </p:spTree>
    <p:extLst>
      <p:ext uri="{BB962C8B-B14F-4D97-AF65-F5344CB8AC3E}">
        <p14:creationId xmlns:p14="http://schemas.microsoft.com/office/powerpoint/2010/main" val="537154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Counter (CTR)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MY" dirty="0"/>
                  <a:t>In this technique, no feedback in involved, and </a:t>
                </a:r>
                <a:r>
                  <a:rPr lang="en-US" dirty="0">
                    <a:ea typeface="Verdana" pitchFamily="34" charset="0"/>
                  </a:rPr>
                  <a:t>t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he </a:t>
                </a:r>
                <a:r>
                  <a:rPr lang="en-US" b="1" dirty="0" err="1">
                    <a:solidFill>
                      <a:srgbClr val="219501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pseudorandomness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 in the key stream is achieved using a </a:t>
                </a:r>
                <a:r>
                  <a:rPr lang="en-US" b="1" dirty="0">
                    <a:solidFill>
                      <a:srgbClr val="C00000">
                        <a:alpha val="60000"/>
                      </a:srgbClr>
                    </a:solidFill>
                    <a:ea typeface="Verdana" pitchFamily="34" charset="0"/>
                    <a:cs typeface="Verdana" pitchFamily="34" charset="0"/>
                  </a:rPr>
                  <a:t>counter</a:t>
                </a:r>
                <a:r>
                  <a:rPr lang="en-US" dirty="0">
                    <a:ea typeface="Verdana" pitchFamily="34" charset="0"/>
                    <a:cs typeface="Verdana" pitchFamily="34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US" dirty="0">
                    <a:ea typeface="Verdana" pitchFamily="34" charset="0"/>
                  </a:rPr>
                  <a:t>An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  <a:ea typeface="Verdana" pitchFamily="34" charset="0"/>
                      </a:rPr>
                      <m:t>𝑛</m:t>
                    </m:r>
                  </m:oMath>
                </a14:m>
                <a:r>
                  <a:rPr lang="en-US" dirty="0"/>
                  <a:t>-bit</a:t>
                </a:r>
                <a:r>
                  <a:rPr lang="en-US" dirty="0">
                    <a:ea typeface="Verdana" pitchFamily="34" charset="0"/>
                  </a:rPr>
                  <a:t> counter is </a:t>
                </a:r>
                <a:r>
                  <a:rPr lang="en-US" b="1" dirty="0">
                    <a:ea typeface="Verdana" pitchFamily="34" charset="0"/>
                  </a:rPr>
                  <a:t>initialized to a pre-determined value (IV) </a:t>
                </a:r>
                <a:r>
                  <a:rPr lang="en-US" dirty="0">
                    <a:ea typeface="Verdana" pitchFamily="34" charset="0"/>
                  </a:rPr>
                  <a:t>and incremented based on a predefined rule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  <a:ea typeface="Verdana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  <a:ea typeface="Verdana" pitchFamily="34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  <a:ea typeface="Verdana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MY" b="0" i="1" smtClean="0">
                                <a:latin typeface="Cambria Math" panose="02040503050406030204" pitchFamily="18" charset="0"/>
                                <a:ea typeface="Verdana" pitchFamily="34" charset="0"/>
                              </a:rPr>
                            </m:ctrlPr>
                          </m:sSup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  <a:ea typeface="Verdana" pitchFamily="34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MY" b="0" i="1" smtClean="0">
                                <a:latin typeface="Cambria Math" panose="02040503050406030204" pitchFamily="18" charset="0"/>
                                <a:ea typeface="Verdana" pitchFamily="34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MY" dirty="0"/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MY" dirty="0"/>
                  <a:t>The plaintext and ciphertext have the </a:t>
                </a:r>
                <a:r>
                  <a:rPr lang="en-MY" b="1" dirty="0">
                    <a:solidFill>
                      <a:srgbClr val="0000FF">
                        <a:alpha val="60000"/>
                      </a:srgbClr>
                    </a:solidFill>
                  </a:rPr>
                  <a:t>same block size</a:t>
                </a:r>
                <a:r>
                  <a:rPr lang="en-MY" dirty="0"/>
                  <a:t> as the underlying cipher (such as DES and AES). That is, the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-bit plaintext block is encrypted using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dirty="0"/>
                  <a:t>-bit key to produce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-bit ciphertext block.</a:t>
                </a: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3125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Counter (CTR)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Operation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b="1" dirty="0"/>
                  <a:t>Encryption</a:t>
                </a:r>
                <a:r>
                  <a:rPr lang="en-MY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1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sSub>
                          <m:sSubPr>
                            <m:ctrlP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MY" b="0" i="1" smtClean="0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Counter</m:t>
                        </m:r>
                      </m:e>
                    </m:d>
                  </m:oMath>
                </a14:m>
                <a:endParaRPr lang="en-MY" dirty="0"/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MY" b="1" dirty="0"/>
                  <a:t>Decryption</a:t>
                </a:r>
                <a:r>
                  <a:rPr lang="en-MY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MY" b="0" i="1" smtClean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b="0" i="1" smtClean="0">
                        <a:solidFill>
                          <a:srgbClr val="FF0000">
                            <a:alpha val="60000"/>
                          </a:srgbClr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MY" i="1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1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sSub>
                          <m:sSubPr>
                            <m:ctrlPr>
                              <a:rPr lang="en-MY" i="1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MY" i="1">
                                <a:solidFill>
                                  <a:srgbClr val="FF0000">
                                    <a:alpha val="6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MY" i="1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i="0">
                            <a:solidFill>
                              <a:srgbClr val="FF0000">
                                <a:alpha val="6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Counter</m:t>
                        </m:r>
                      </m:e>
                    </m:d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2">
            <a:extLst>
              <a:ext uri="{FF2B5EF4-FFF2-40B4-BE49-F238E27FC236}">
                <a16:creationId xmlns:a16="http://schemas.microsoft.com/office/drawing/2014/main" id="{EB248821-C7DF-13E0-05DC-AEA328FB0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9319" y="2712616"/>
            <a:ext cx="8733361" cy="402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424072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Counter (CTR)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Stream Cipher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MY" dirty="0"/>
                  <a:t>CTR mode is actually a stream cipher, as different block are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MY" dirty="0"/>
                  <a:t> with different keys).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AFC12-E431-D209-CED5-7DFCB2539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7" t="-755" r="-5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1">
            <a:extLst>
              <a:ext uri="{FF2B5EF4-FFF2-40B4-BE49-F238E27FC236}">
                <a16:creationId xmlns:a16="http://schemas.microsoft.com/office/drawing/2014/main" id="{716F213C-B70A-028A-6F89-8FA981986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6406" y="2854325"/>
            <a:ext cx="8019187" cy="338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978390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Counter (CTR)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Security 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MY" b="1" dirty="0">
                <a:solidFill>
                  <a:srgbClr val="C00000">
                    <a:alpha val="60000"/>
                  </a:srgbClr>
                </a:solidFill>
              </a:rPr>
              <a:t>Security issues/concerns</a:t>
            </a:r>
            <a:r>
              <a:rPr lang="en-MY" dirty="0"/>
              <a:t>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Similar to CFB mode, the </a:t>
            </a:r>
            <a:r>
              <a:rPr lang="en-MY" b="1" dirty="0"/>
              <a:t>patterns</a:t>
            </a:r>
            <a:r>
              <a:rPr lang="en-MY" dirty="0"/>
              <a:t> at the block level are </a:t>
            </a:r>
            <a:r>
              <a:rPr lang="en-MY" b="1" dirty="0">
                <a:solidFill>
                  <a:schemeClr val="accent4">
                    <a:lumMod val="50000"/>
                    <a:alpha val="60000"/>
                  </a:schemeClr>
                </a:solidFill>
              </a:rPr>
              <a:t>not preserved</a:t>
            </a:r>
            <a:r>
              <a:rPr lang="en-MY" dirty="0"/>
              <a:t>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The change in the ciphertext affects the plaintext encrypted at the receiver side.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en-MY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MY" b="1" dirty="0">
                <a:solidFill>
                  <a:srgbClr val="002060">
                    <a:alpha val="60000"/>
                  </a:srgbClr>
                </a:solidFill>
              </a:rPr>
              <a:t>Advantage</a:t>
            </a:r>
            <a:r>
              <a:rPr lang="en-MY" dirty="0"/>
              <a:t>:</a:t>
            </a:r>
          </a:p>
          <a:p>
            <a:pPr lvl="2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A single error in the ciphertext affects only the corresponding bit in the plaintext.</a:t>
            </a:r>
          </a:p>
        </p:txBody>
      </p:sp>
    </p:spTree>
    <p:extLst>
      <p:ext uri="{BB962C8B-B14F-4D97-AF65-F5344CB8AC3E}">
        <p14:creationId xmlns:p14="http://schemas.microsoft.com/office/powerpoint/2010/main" val="10406895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6005511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/>
              <a:t>Modern Block Cipher</a:t>
            </a:r>
            <a:br>
              <a:rPr lang="en-MY" sz="4800" b="1" dirty="0"/>
            </a:br>
            <a:br>
              <a:rPr lang="en-MY" sz="4800" b="1" dirty="0"/>
            </a:br>
            <a:r>
              <a:rPr lang="en-MY" sz="4800" b="1" i="1" dirty="0">
                <a:solidFill>
                  <a:srgbClr val="0000FF"/>
                </a:solidFill>
              </a:rPr>
              <a:t>Summary</a:t>
            </a:r>
            <a:br>
              <a:rPr lang="en-MY" sz="48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MY" sz="48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MY" sz="48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5297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Modern Block Cipher – </a:t>
            </a:r>
            <a:r>
              <a:rPr lang="en-MY" sz="4400" b="1" dirty="0">
                <a:solidFill>
                  <a:schemeClr val="accent1">
                    <a:lumMod val="75000"/>
                  </a:schemeClr>
                </a:solidFill>
              </a:rPr>
              <a:t>Summary</a:t>
            </a:r>
            <a:endParaRPr lang="en-MY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08AE7E-D9AB-7B3C-1285-10FEB70A0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57" y="1718915"/>
            <a:ext cx="10642285" cy="490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920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6005511"/>
          </a:xfrm>
        </p:spPr>
        <p:txBody>
          <a:bodyPr>
            <a:normAutofit/>
          </a:bodyPr>
          <a:lstStyle/>
          <a:p>
            <a:pPr algn="ctr"/>
            <a:r>
              <a:rPr lang="en-MY" sz="4800" b="1" dirty="0"/>
              <a:t>Stream Ciphers</a:t>
            </a:r>
            <a:br>
              <a:rPr lang="en-MY" sz="4800" b="1" dirty="0"/>
            </a:br>
            <a:br>
              <a:rPr lang="en-MY" sz="4800" b="1" dirty="0"/>
            </a:br>
            <a:r>
              <a:rPr lang="en-MY" sz="4800" b="1" i="1" dirty="0">
                <a:solidFill>
                  <a:srgbClr val="0000FF"/>
                </a:solidFill>
              </a:rPr>
              <a:t>A Brief Introduction</a:t>
            </a:r>
            <a:br>
              <a:rPr lang="en-MY" sz="48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MY" sz="48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MY" sz="48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11809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0000FF"/>
                </a:solidFill>
              </a:rPr>
              <a:t>Stream Ciphers </a:t>
            </a:r>
            <a:r>
              <a:rPr lang="en-MY" sz="4400" b="1" dirty="0"/>
              <a:t>–</a:t>
            </a:r>
            <a:r>
              <a:rPr lang="en-MY" sz="4400" b="1" dirty="0">
                <a:solidFill>
                  <a:srgbClr val="0000FF"/>
                </a:solidFill>
              </a:rPr>
              <a:t> </a:t>
            </a:r>
            <a:r>
              <a:rPr lang="en-MY" sz="4400" b="1" dirty="0">
                <a:solidFill>
                  <a:srgbClr val="FF0000"/>
                </a:solidFill>
              </a:rPr>
              <a:t>A Brief Introduction 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47517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Although the five modes of operations enable the use of block ciphers for encrypting data in large units and small units, sometimes </a:t>
            </a:r>
            <a:r>
              <a:rPr lang="en-US" altLang="en-US" sz="2000" b="1" dirty="0">
                <a:solidFill>
                  <a:srgbClr val="0000FF">
                    <a:alpha val="60000"/>
                  </a:srgbClr>
                </a:solidFill>
              </a:rPr>
              <a:t>pure stream </a:t>
            </a:r>
            <a:r>
              <a:rPr lang="en-US" altLang="en-US" sz="2000" dirty="0"/>
              <a:t>are needed for encrypting </a:t>
            </a:r>
            <a:r>
              <a:rPr lang="en-US" altLang="en-US" sz="2000" b="1" dirty="0">
                <a:solidFill>
                  <a:srgbClr val="219501">
                    <a:alpha val="60000"/>
                  </a:srgbClr>
                </a:solidFill>
              </a:rPr>
              <a:t>small units </a:t>
            </a:r>
            <a:r>
              <a:rPr lang="en-US" altLang="en-US" sz="2000" dirty="0"/>
              <a:t>of data such as characters or bits.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MY" dirty="0"/>
              <a:t>Hence, </a:t>
            </a:r>
            <a:r>
              <a:rPr lang="en-MY" b="1" dirty="0">
                <a:solidFill>
                  <a:srgbClr val="FF0000">
                    <a:alpha val="60000"/>
                  </a:srgbClr>
                </a:solidFill>
              </a:rPr>
              <a:t>stream ciphers </a:t>
            </a:r>
            <a:r>
              <a:rPr lang="en-MY" dirty="0"/>
              <a:t>are more </a:t>
            </a:r>
            <a:r>
              <a:rPr lang="en-MY" b="1" dirty="0">
                <a:solidFill>
                  <a:srgbClr val="002060">
                    <a:alpha val="60000"/>
                  </a:srgbClr>
                </a:solidFill>
              </a:rPr>
              <a:t>efficient</a:t>
            </a:r>
            <a:r>
              <a:rPr lang="en-MY" dirty="0"/>
              <a:t> for real-time processing.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MY" dirty="0"/>
              <a:t>Some of the popular and practical stream ciphers: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b="1" dirty="0"/>
              <a:t>RC4 (Rivest Cipher) </a:t>
            </a:r>
            <a:r>
              <a:rPr lang="en-MY" dirty="0"/>
              <a:t>– Widely used in Transport Layer Socket (TLS) and Secure Socket Layer (SSL).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b="1" dirty="0"/>
              <a:t>A5/1</a:t>
            </a:r>
            <a:r>
              <a:rPr lang="en-MY" dirty="0"/>
              <a:t> – Used in Global System for Mobile Communication (GSM).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b="1" dirty="0"/>
              <a:t>Software Optimized Encryption Algorithm (SEAL)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b="1" dirty="0"/>
              <a:t>Salsa20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/>
              <a:t>Very Efficient Substitution Transposition (VEST)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1525458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Main References for Chapter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FC12-E431-D209-CED5-7DFCB253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 err="1">
                <a:ea typeface="Gulim" pitchFamily="34" charset="-127"/>
              </a:rPr>
              <a:t>Forouzan</a:t>
            </a:r>
            <a:r>
              <a:rPr lang="en-US" altLang="ko-KR" dirty="0">
                <a:ea typeface="Gulim" pitchFamily="34" charset="-127"/>
              </a:rPr>
              <a:t>, B.A. </a:t>
            </a:r>
            <a:r>
              <a:rPr lang="en-US" dirty="0"/>
              <a:t>“</a:t>
            </a:r>
            <a:r>
              <a:rPr lang="en-US" b="1" i="1" dirty="0"/>
              <a:t>Introduction to Cryptography and Network Security</a:t>
            </a:r>
            <a:r>
              <a:rPr lang="en-US" dirty="0"/>
              <a:t>”, Third Edition, McGraw-Hill, 2008.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Stallings, W. “</a:t>
            </a:r>
            <a:r>
              <a:rPr lang="en-US" b="1" i="1" dirty="0"/>
              <a:t>Cryptography and Network Security: Principles and Practices</a:t>
            </a:r>
            <a:r>
              <a:rPr lang="en-US" dirty="0"/>
              <a:t>”, Fifth Edition, Pearson Prentice Hall, 2011.</a:t>
            </a:r>
          </a:p>
        </p:txBody>
      </p:sp>
    </p:spTree>
    <p:extLst>
      <p:ext uri="{BB962C8B-B14F-4D97-AF65-F5344CB8AC3E}">
        <p14:creationId xmlns:p14="http://schemas.microsoft.com/office/powerpoint/2010/main" val="37759106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39A4-0981-E912-A663-57B91DED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5845713"/>
          </a:xfrm>
        </p:spPr>
        <p:txBody>
          <a:bodyPr>
            <a:normAutofit/>
          </a:bodyPr>
          <a:lstStyle/>
          <a:p>
            <a:pPr algn="ctr"/>
            <a:r>
              <a:rPr lang="en-MY" sz="4400" b="1" dirty="0"/>
              <a:t>~ THE END </a:t>
            </a:r>
            <a:r>
              <a:rPr lang="en-MY" sz="4400" b="1" dirty="0">
                <a:sym typeface="Wingdings" panose="05000000000000000000" pitchFamily="2" charset="2"/>
              </a:rPr>
              <a:t> ~</a:t>
            </a:r>
            <a:br>
              <a:rPr lang="en-MY" sz="4400" b="1" dirty="0">
                <a:sym typeface="Wingdings" panose="05000000000000000000" pitchFamily="2" charset="2"/>
              </a:rPr>
            </a:br>
            <a:br>
              <a:rPr lang="en-MY" sz="4400" b="1" dirty="0">
                <a:sym typeface="Wingdings" panose="05000000000000000000" pitchFamily="2" charset="2"/>
              </a:rPr>
            </a:br>
            <a:br>
              <a:rPr lang="en-MY" sz="4400" b="1" dirty="0">
                <a:sym typeface="Wingdings" panose="05000000000000000000" pitchFamily="2" charset="2"/>
              </a:rPr>
            </a:br>
            <a:br>
              <a:rPr lang="en-MY" sz="4400" b="1" dirty="0">
                <a:sym typeface="Wingdings" panose="05000000000000000000" pitchFamily="2" charset="2"/>
              </a:rPr>
            </a:br>
            <a:endParaRPr lang="en-MY" sz="4400" b="1" dirty="0"/>
          </a:p>
        </p:txBody>
      </p:sp>
    </p:spTree>
    <p:extLst>
      <p:ext uri="{BB962C8B-B14F-4D97-AF65-F5344CB8AC3E}">
        <p14:creationId xmlns:p14="http://schemas.microsoft.com/office/powerpoint/2010/main" val="3945745136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1"/>
      </a:lt2>
      <a:accent1>
        <a:srgbClr val="D937B0"/>
      </a:accent1>
      <a:accent2>
        <a:srgbClr val="AC25C7"/>
      </a:accent2>
      <a:accent3>
        <a:srgbClr val="7B37D9"/>
      </a:accent3>
      <a:accent4>
        <a:srgbClr val="3A3ACC"/>
      </a:accent4>
      <a:accent5>
        <a:srgbClr val="377AD9"/>
      </a:accent5>
      <a:accent6>
        <a:srgbClr val="25ACC7"/>
      </a:accent6>
      <a:hlink>
        <a:srgbClr val="3F5F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7D282D9E-8F98-4DE7-B2E0-B777A376ABB8}"/>
</file>

<file path=customXml/itemProps2.xml><?xml version="1.0" encoding="utf-8"?>
<ds:datastoreItem xmlns:ds="http://schemas.openxmlformats.org/officeDocument/2006/customXml" ds:itemID="{6D444694-91D4-46AD-A28F-C89E2F610936}"/>
</file>

<file path=customXml/itemProps3.xml><?xml version="1.0" encoding="utf-8"?>
<ds:datastoreItem xmlns:ds="http://schemas.openxmlformats.org/officeDocument/2006/customXml" ds:itemID="{259E2CED-ECFA-4FDF-A05B-C7ABAEA247DE}"/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1385</TotalTime>
  <Words>2301</Words>
  <Application>Microsoft Office PowerPoint</Application>
  <PresentationFormat>Widescreen</PresentationFormat>
  <Paragraphs>169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Gulim</vt:lpstr>
      <vt:lpstr>Arial</vt:lpstr>
      <vt:lpstr>Avenir Next LT Pro</vt:lpstr>
      <vt:lpstr>Cambria Math</vt:lpstr>
      <vt:lpstr>Courier New</vt:lpstr>
      <vt:lpstr>Goudy Old Style</vt:lpstr>
      <vt:lpstr>Verdana</vt:lpstr>
      <vt:lpstr>Wingdings</vt:lpstr>
      <vt:lpstr>FrostyVTI</vt:lpstr>
      <vt:lpstr>Chapter 6</vt:lpstr>
      <vt:lpstr>Outlines</vt:lpstr>
      <vt:lpstr>Learning Objectives</vt:lpstr>
      <vt:lpstr>Modern Block Cipher Modes of Operations  Motivation &amp; Overview    </vt:lpstr>
      <vt:lpstr>Modern Block Cipher – Motivation</vt:lpstr>
      <vt:lpstr>Modern Block Cipher – Overview</vt:lpstr>
      <vt:lpstr>Modes of Operation 1:  Electronic Code Book (ECB)   </vt:lpstr>
      <vt:lpstr>Electronic Code Book (ECB)</vt:lpstr>
      <vt:lpstr>Electronic Code Book (ECB) – Operation</vt:lpstr>
      <vt:lpstr>Electronic Code Book (ECB) – Ciphertext Stealing</vt:lpstr>
      <vt:lpstr>Electronic Code Book (ECB) – Ciphertext Stealing</vt:lpstr>
      <vt:lpstr>Electronic Code Book (ECB) – Security </vt:lpstr>
      <vt:lpstr>Electronic Code Book (ECB) – Security </vt:lpstr>
      <vt:lpstr>Electronic Code Book (ECB) – Applications</vt:lpstr>
      <vt:lpstr>Modes of Operation 2:  Cipher Block Chaining (CBC)   </vt:lpstr>
      <vt:lpstr>Cipher Block Chaining (CBC)</vt:lpstr>
      <vt:lpstr>Cipher Block Chaining (CBC) – Operation</vt:lpstr>
      <vt:lpstr>Cipher Block Chaining (CBC) – Operation</vt:lpstr>
      <vt:lpstr>Cipher Block Chaining (CBC) – Ciphertext Stealing</vt:lpstr>
      <vt:lpstr>Cipher Block Chaining (CBC) – Security </vt:lpstr>
      <vt:lpstr>Cipher Block Chaining (CBC) – Applications</vt:lpstr>
      <vt:lpstr>Modes of Operation 3:  Cipher FeedBack (CFB)   </vt:lpstr>
      <vt:lpstr>Cipher FeedBack (CFB)</vt:lpstr>
      <vt:lpstr>Cipher FeedBack (CFB) – Operation</vt:lpstr>
      <vt:lpstr>Cipher FeedBack (CFB) – Operation</vt:lpstr>
      <vt:lpstr>Cipher FeedBack (CFB) – Stream Cipher</vt:lpstr>
      <vt:lpstr>Cipher FeedBack (CFB) – Security </vt:lpstr>
      <vt:lpstr>Cipher FeedBack (CFB) – Application </vt:lpstr>
      <vt:lpstr>Modes of Operation 4:  Output FeedBack (OFB)   </vt:lpstr>
      <vt:lpstr>Output FeedBack (OFB) – Operation</vt:lpstr>
      <vt:lpstr>Output FeedBack (OFB) – Stream Cipher</vt:lpstr>
      <vt:lpstr>Output FeedBack (OFB) – Security </vt:lpstr>
      <vt:lpstr>Modes of Operation 5:  Counter (CTR)   </vt:lpstr>
      <vt:lpstr>Counter (CTR)</vt:lpstr>
      <vt:lpstr>Counter (CTR) – Operation</vt:lpstr>
      <vt:lpstr>Counter (CTR) – Stream Cipher</vt:lpstr>
      <vt:lpstr>Counter (CTR) – Security </vt:lpstr>
      <vt:lpstr>Modern Block Cipher  Summary   </vt:lpstr>
      <vt:lpstr>Modern Block Cipher – Summary</vt:lpstr>
      <vt:lpstr>Stream Ciphers  A Brief Introduction   </vt:lpstr>
      <vt:lpstr>Stream Ciphers – A Brief Introduction </vt:lpstr>
      <vt:lpstr>Main References for Chapter 6</vt:lpstr>
      <vt:lpstr>~ THE END  ~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</dc:title>
  <dc:creator>Tea Boon Chian</dc:creator>
  <cp:lastModifiedBy>Tea Boon Chian</cp:lastModifiedBy>
  <cp:revision>1</cp:revision>
  <dcterms:created xsi:type="dcterms:W3CDTF">2023-11-22T23:20:32Z</dcterms:created>
  <dcterms:modified xsi:type="dcterms:W3CDTF">2024-05-06T06:52:41Z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