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347" r:id="rId9"/>
    <p:sldId id="263" r:id="rId10"/>
    <p:sldId id="264" r:id="rId11"/>
    <p:sldId id="295" r:id="rId12"/>
    <p:sldId id="265" r:id="rId13"/>
    <p:sldId id="296" r:id="rId14"/>
    <p:sldId id="297" r:id="rId15"/>
    <p:sldId id="298" r:id="rId16"/>
    <p:sldId id="299" r:id="rId17"/>
    <p:sldId id="300" r:id="rId18"/>
    <p:sldId id="301" r:id="rId19"/>
    <p:sldId id="348" r:id="rId20"/>
    <p:sldId id="349" r:id="rId21"/>
    <p:sldId id="302" r:id="rId22"/>
    <p:sldId id="303" r:id="rId23"/>
    <p:sldId id="304" r:id="rId24"/>
    <p:sldId id="350" r:id="rId25"/>
    <p:sldId id="351" r:id="rId26"/>
    <p:sldId id="305" r:id="rId27"/>
    <p:sldId id="306" r:id="rId28"/>
    <p:sldId id="352" r:id="rId29"/>
    <p:sldId id="307" r:id="rId30"/>
    <p:sldId id="308" r:id="rId31"/>
    <p:sldId id="309" r:id="rId32"/>
    <p:sldId id="359" r:id="rId33"/>
    <p:sldId id="310" r:id="rId34"/>
    <p:sldId id="36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53" r:id="rId46"/>
    <p:sldId id="354" r:id="rId47"/>
    <p:sldId id="322" r:id="rId48"/>
    <p:sldId id="323" r:id="rId49"/>
    <p:sldId id="324" r:id="rId50"/>
    <p:sldId id="325" r:id="rId51"/>
    <p:sldId id="356" r:id="rId52"/>
    <p:sldId id="355" r:id="rId53"/>
    <p:sldId id="326" r:id="rId54"/>
    <p:sldId id="327" r:id="rId55"/>
    <p:sldId id="328" r:id="rId56"/>
    <p:sldId id="329" r:id="rId57"/>
    <p:sldId id="330" r:id="rId58"/>
    <p:sldId id="331" r:id="rId59"/>
    <p:sldId id="358" r:id="rId60"/>
    <p:sldId id="332" r:id="rId61"/>
    <p:sldId id="357" r:id="rId62"/>
    <p:sldId id="334" r:id="rId63"/>
    <p:sldId id="333" r:id="rId64"/>
    <p:sldId id="335" r:id="rId65"/>
    <p:sldId id="336" r:id="rId66"/>
    <p:sldId id="337" r:id="rId67"/>
    <p:sldId id="338" r:id="rId68"/>
    <p:sldId id="339" r:id="rId69"/>
    <p:sldId id="362" r:id="rId70"/>
    <p:sldId id="294" r:id="rId71"/>
    <p:sldId id="293" r:id="rId7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2D"/>
    <a:srgbClr val="57257D"/>
    <a:srgbClr val="DAE3E3"/>
    <a:srgbClr val="0000FF"/>
    <a:srgbClr val="3F1A5A"/>
    <a:srgbClr val="893A1B"/>
    <a:srgbClr val="9148C8"/>
    <a:srgbClr val="FFFFB7"/>
    <a:srgbClr val="FF0000"/>
    <a:srgbClr val="502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B9F2D-B893-413C-815F-475C26530143}" v="28" dt="2024-05-27T17:52:51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83" d="100"/>
          <a:sy n="83" d="100"/>
        </p:scale>
        <p:origin x="6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viewProps" Target="viewProps.xml"/><Relationship Id="rId79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8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813B9F2D-B893-413C-815F-475C26530143}"/>
    <pc:docChg chg="undo custSel addSld delSld modSld">
      <pc:chgData name="Tea Boon Chian" userId="ab84e6a5-2079-4f96-af03-c8dde00dcc75" providerId="ADAL" clId="{813B9F2D-B893-413C-815F-475C26530143}" dt="2024-05-27T17:53:19.450" v="93" actId="47"/>
      <pc:docMkLst>
        <pc:docMk/>
      </pc:docMkLst>
      <pc:sldChg chg="addSp delSp mod">
        <pc:chgData name="Tea Boon Chian" userId="ab84e6a5-2079-4f96-af03-c8dde00dcc75" providerId="ADAL" clId="{813B9F2D-B893-413C-815F-475C26530143}" dt="2024-05-20T09:53:21.614" v="60" actId="478"/>
        <pc:sldMkLst>
          <pc:docMk/>
          <pc:sldMk cId="2653227119" sldId="307"/>
        </pc:sldMkLst>
        <pc:inkChg chg="add del">
          <ac:chgData name="Tea Boon Chian" userId="ab84e6a5-2079-4f96-af03-c8dde00dcc75" providerId="ADAL" clId="{813B9F2D-B893-413C-815F-475C26530143}" dt="2024-05-20T09:53:21.614" v="60" actId="478"/>
          <ac:inkMkLst>
            <pc:docMk/>
            <pc:sldMk cId="2653227119" sldId="307"/>
            <ac:inkMk id="4" creationId="{AE41A9DA-45E9-79B7-9DED-1903197FD538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3:19.917" v="59" actId="478"/>
        <pc:sldMkLst>
          <pc:docMk/>
          <pc:sldMk cId="382501770" sldId="308"/>
        </pc:sldMkLst>
        <pc:inkChg chg="add del">
          <ac:chgData name="Tea Boon Chian" userId="ab84e6a5-2079-4f96-af03-c8dde00dcc75" providerId="ADAL" clId="{813B9F2D-B893-413C-815F-475C26530143}" dt="2024-05-20T09:53:19.917" v="59" actId="478"/>
          <ac:inkMkLst>
            <pc:docMk/>
            <pc:sldMk cId="382501770" sldId="308"/>
            <ac:inkMk id="4" creationId="{8AA71733-ECCD-2842-3940-C7CBA7E48AAC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0T09:53:13.409" v="58" actId="478"/>
        <pc:sldMkLst>
          <pc:docMk/>
          <pc:sldMk cId="278316246" sldId="309"/>
        </pc:sldMkLst>
        <pc:spChg chg="add del mod">
          <ac:chgData name="Tea Boon Chian" userId="ab84e6a5-2079-4f96-af03-c8dde00dcc75" providerId="ADAL" clId="{813B9F2D-B893-413C-815F-475C26530143}" dt="2024-05-20T09:53:13.409" v="58" actId="478"/>
          <ac:spMkLst>
            <pc:docMk/>
            <pc:sldMk cId="278316246" sldId="309"/>
            <ac:spMk id="37" creationId="{08EAAFB4-C4D5-61DB-0515-FF1518E705E0}"/>
          </ac:spMkLst>
        </pc:spChg>
        <pc:graphicFrameChg chg="del">
          <ac:chgData name="Tea Boon Chian" userId="ab84e6a5-2079-4f96-af03-c8dde00dcc75" providerId="ADAL" clId="{813B9F2D-B893-413C-815F-475C26530143}" dt="2024-05-20T09:52:54.469" v="51" actId="21"/>
          <ac:graphicFrameMkLst>
            <pc:docMk/>
            <pc:sldMk cId="278316246" sldId="309"/>
            <ac:graphicFrameMk id="4" creationId="{4F441F10-FCDD-8754-92E5-5F7A4BD8847D}"/>
          </ac:graphicFrameMkLst>
        </pc:graphicFrameChg>
        <pc:graphicFrameChg chg="add mod">
          <ac:chgData name="Tea Boon Chian" userId="ab84e6a5-2079-4f96-af03-c8dde00dcc75" providerId="ADAL" clId="{813B9F2D-B893-413C-815F-475C26530143}" dt="2024-05-20T09:53:07.109" v="57"/>
          <ac:graphicFrameMkLst>
            <pc:docMk/>
            <pc:sldMk cId="278316246" sldId="309"/>
            <ac:graphicFrameMk id="38" creationId="{4F441F10-FCDD-8754-92E5-5F7A4BD8847D}"/>
          </ac:graphicFrameMkLst>
        </pc:graphicFrame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5" creationId="{80C2EE0A-AC9F-67E8-5261-2DE91C9A38DD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6" creationId="{7E4C4FB9-53C9-75B3-775E-CF8F44B4B903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7" creationId="{B1F9779C-6F96-3309-E3FB-F6461BC0C24F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8" creationId="{28496D6B-825B-87D1-4BED-2F300BDD217D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9" creationId="{0EC81056-0581-9997-E30A-498ABF265E7C}"/>
          </ac:inkMkLst>
        </pc:inkChg>
        <pc:inkChg chg="add del">
          <ac:chgData name="Tea Boon Chian" userId="ab84e6a5-2079-4f96-af03-c8dde00dcc75" providerId="ADAL" clId="{813B9F2D-B893-413C-815F-475C26530143}" dt="2024-05-20T09:53:03.596" v="53" actId="478"/>
          <ac:inkMkLst>
            <pc:docMk/>
            <pc:sldMk cId="278316246" sldId="309"/>
            <ac:inkMk id="10" creationId="{1FC63F99-6ECF-6CE1-C591-49056EC0BBE1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1" creationId="{B4DCA01B-DF2D-0CAA-53EB-A588BD5B0589}"/>
          </ac:inkMkLst>
        </pc:inkChg>
        <pc:inkChg chg="add del">
          <ac:chgData name="Tea Boon Chian" userId="ab84e6a5-2079-4f96-af03-c8dde00dcc75" providerId="ADAL" clId="{813B9F2D-B893-413C-815F-475C26530143}" dt="2024-05-20T09:53:04.736" v="54" actId="478"/>
          <ac:inkMkLst>
            <pc:docMk/>
            <pc:sldMk cId="278316246" sldId="309"/>
            <ac:inkMk id="12" creationId="{B92B0B25-92E8-A4F3-8A67-079B9EB01EA3}"/>
          </ac:inkMkLst>
        </pc:inkChg>
        <pc:inkChg chg="add del">
          <ac:chgData name="Tea Boon Chian" userId="ab84e6a5-2079-4f96-af03-c8dde00dcc75" providerId="ADAL" clId="{813B9F2D-B893-413C-815F-475C26530143}" dt="2024-05-20T09:53:05.406" v="55" actId="478"/>
          <ac:inkMkLst>
            <pc:docMk/>
            <pc:sldMk cId="278316246" sldId="309"/>
            <ac:inkMk id="13" creationId="{95477154-3A55-57BD-E258-B55CC9570B9D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4" creationId="{E073910A-9EFC-45A1-176D-D4540F530E19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5" creationId="{8594AFDF-A4ED-B5F3-3A30-40DFB863B53E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6" creationId="{2D3D0D43-4C77-B3E2-6644-C5FB04EBF3FD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7" creationId="{B83467AF-F960-980A-EA1D-7D959F756055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8" creationId="{6EF6CE2E-96D2-A28C-FDCA-A068212949FB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19" creationId="{41BF1A03-9CA0-644C-F485-CEDC94B5EFE1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0" creationId="{72A2FE39-89B2-B665-702D-FA0F9ACCFCD5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1" creationId="{8C61DCB3-53E6-FC96-B3F4-78426DACB6E4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2" creationId="{D46F152F-97F8-9B1E-654B-A93685E36DF7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3" creationId="{BE91C8EB-8938-EBF4-B076-FAE1A6991D99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4" creationId="{FA1F21C0-4D8C-4ACC-1631-47CB21C640A7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5" creationId="{61FE7D96-339C-F20C-C491-B04C42B88D99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6" creationId="{131558BE-17E8-08DB-0F90-F74A2E9EAA1C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7" creationId="{84F930F4-369F-5A3E-E69C-79671F1BAF45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8" creationId="{3B5A9F45-11CC-0F02-C962-2751666B0585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29" creationId="{482401C5-6920-A5B2-1126-6956ACE369AF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30" creationId="{9EFCC6CC-BAA7-578A-ED03-617F06B8DB13}"/>
          </ac:inkMkLst>
        </pc:inkChg>
        <pc:inkChg chg="add del">
          <ac:chgData name="Tea Boon Chian" userId="ab84e6a5-2079-4f96-af03-c8dde00dcc75" providerId="ADAL" clId="{813B9F2D-B893-413C-815F-475C26530143}" dt="2024-05-20T09:53:06.053" v="56" actId="478"/>
          <ac:inkMkLst>
            <pc:docMk/>
            <pc:sldMk cId="278316246" sldId="309"/>
            <ac:inkMk id="31" creationId="{90B19E14-6007-9AAC-E7DB-2A8406C2C8ED}"/>
          </ac:inkMkLst>
        </pc:inkChg>
        <pc:inkChg chg="add del">
          <ac:chgData name="Tea Boon Chian" userId="ab84e6a5-2079-4f96-af03-c8dde00dcc75" providerId="ADAL" clId="{813B9F2D-B893-413C-815F-475C26530143}" dt="2024-05-20T09:53:03.596" v="53" actId="478"/>
          <ac:inkMkLst>
            <pc:docMk/>
            <pc:sldMk cId="278316246" sldId="309"/>
            <ac:inkMk id="32" creationId="{1D4EE658-24F8-6B88-7A6C-3461A1A0B38D}"/>
          </ac:inkMkLst>
        </pc:inkChg>
        <pc:inkChg chg="add del">
          <ac:chgData name="Tea Boon Chian" userId="ab84e6a5-2079-4f96-af03-c8dde00dcc75" providerId="ADAL" clId="{813B9F2D-B893-413C-815F-475C26530143}" dt="2024-05-20T09:53:03.596" v="53" actId="478"/>
          <ac:inkMkLst>
            <pc:docMk/>
            <pc:sldMk cId="278316246" sldId="309"/>
            <ac:inkMk id="33" creationId="{9E360902-DE22-4941-2641-4C072F0703BB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34" creationId="{194B5CC1-75DB-434B-9E7F-5D33683B7979}"/>
          </ac:inkMkLst>
        </pc:inkChg>
        <pc:inkChg chg="add del">
          <ac:chgData name="Tea Boon Chian" userId="ab84e6a5-2079-4f96-af03-c8dde00dcc75" providerId="ADAL" clId="{813B9F2D-B893-413C-815F-475C26530143}" dt="2024-05-20T09:53:00.807" v="52" actId="478"/>
          <ac:inkMkLst>
            <pc:docMk/>
            <pc:sldMk cId="278316246" sldId="309"/>
            <ac:inkMk id="35" creationId="{B793E70A-CDF9-FB16-E0AB-1B9244C887D7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42.488" v="48" actId="478"/>
        <pc:sldMkLst>
          <pc:docMk/>
          <pc:sldMk cId="3234291128" sldId="310"/>
        </pc:sldMkLst>
        <pc:inkChg chg="add del">
          <ac:chgData name="Tea Boon Chian" userId="ab84e6a5-2079-4f96-af03-c8dde00dcc75" providerId="ADAL" clId="{813B9F2D-B893-413C-815F-475C26530143}" dt="2024-05-20T09:52:42.488" v="48" actId="478"/>
          <ac:inkMkLst>
            <pc:docMk/>
            <pc:sldMk cId="3234291128" sldId="310"/>
            <ac:inkMk id="5" creationId="{D8AAE47B-819E-813F-1473-6A77E9D2C77B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39.695" v="47" actId="478"/>
        <pc:sldMkLst>
          <pc:docMk/>
          <pc:sldMk cId="306906493" sldId="311"/>
        </pc:sldMkLst>
        <pc:inkChg chg="add del">
          <ac:chgData name="Tea Boon Chian" userId="ab84e6a5-2079-4f96-af03-c8dde00dcc75" providerId="ADAL" clId="{813B9F2D-B893-413C-815F-475C26530143}" dt="2024-05-20T09:52:39.695" v="47" actId="478"/>
          <ac:inkMkLst>
            <pc:docMk/>
            <pc:sldMk cId="306906493" sldId="311"/>
            <ac:inkMk id="4" creationId="{056FAF83-C2DD-66F9-13E1-A8AB348A04A4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37.496" v="46" actId="478"/>
        <pc:sldMkLst>
          <pc:docMk/>
          <pc:sldMk cId="1881525529" sldId="312"/>
        </pc:sldMkLst>
        <pc:picChg chg="add del">
          <ac:chgData name="Tea Boon Chian" userId="ab84e6a5-2079-4f96-af03-c8dde00dcc75" providerId="ADAL" clId="{813B9F2D-B893-413C-815F-475C26530143}" dt="2024-05-20T09:52:36.104" v="45" actId="478"/>
          <ac:picMkLst>
            <pc:docMk/>
            <pc:sldMk cId="1881525529" sldId="312"/>
            <ac:picMk id="5" creationId="{4CBE7302-31E2-EB58-96F6-DF07AA50AFC0}"/>
          </ac:picMkLst>
        </pc:picChg>
        <pc:inkChg chg="add del">
          <ac:chgData name="Tea Boon Chian" userId="ab84e6a5-2079-4f96-af03-c8dde00dcc75" providerId="ADAL" clId="{813B9F2D-B893-413C-815F-475C26530143}" dt="2024-05-20T09:52:37.496" v="46" actId="478"/>
          <ac:inkMkLst>
            <pc:docMk/>
            <pc:sldMk cId="1881525529" sldId="312"/>
            <ac:inkMk id="4" creationId="{D9E2F1E9-5BB4-CA2E-24B9-7311A05CD2B8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29.374" v="42" actId="478"/>
        <pc:sldMkLst>
          <pc:docMk/>
          <pc:sldMk cId="1756328621" sldId="313"/>
        </pc:sldMkLst>
        <pc:inkChg chg="add del">
          <ac:chgData name="Tea Boon Chian" userId="ab84e6a5-2079-4f96-af03-c8dde00dcc75" providerId="ADAL" clId="{813B9F2D-B893-413C-815F-475C26530143}" dt="2024-05-20T09:52:29.374" v="42" actId="478"/>
          <ac:inkMkLst>
            <pc:docMk/>
            <pc:sldMk cId="1756328621" sldId="313"/>
            <ac:inkMk id="5" creationId="{EE3D855D-0780-936D-3949-21E9ECAFDC5D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32.132" v="43" actId="478"/>
        <pc:sldMkLst>
          <pc:docMk/>
          <pc:sldMk cId="3295054354" sldId="314"/>
        </pc:sldMkLst>
        <pc:inkChg chg="add del">
          <ac:chgData name="Tea Boon Chian" userId="ab84e6a5-2079-4f96-af03-c8dde00dcc75" providerId="ADAL" clId="{813B9F2D-B893-413C-815F-475C26530143}" dt="2024-05-20T09:52:32.132" v="43" actId="478"/>
          <ac:inkMkLst>
            <pc:docMk/>
            <pc:sldMk cId="3295054354" sldId="314"/>
            <ac:inkMk id="4" creationId="{4C659C00-0885-2BB9-B93B-BA1C96EC0DF7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24.041" v="40" actId="478"/>
        <pc:sldMkLst>
          <pc:docMk/>
          <pc:sldMk cId="2857113956" sldId="315"/>
        </pc:sldMkLst>
        <pc:inkChg chg="add del">
          <ac:chgData name="Tea Boon Chian" userId="ab84e6a5-2079-4f96-af03-c8dde00dcc75" providerId="ADAL" clId="{813B9F2D-B893-413C-815F-475C26530143}" dt="2024-05-20T09:52:24.041" v="40" actId="478"/>
          <ac:inkMkLst>
            <pc:docMk/>
            <pc:sldMk cId="2857113956" sldId="315"/>
            <ac:inkMk id="5" creationId="{B425FD7A-BA84-6A4A-C0E6-BC472658B79C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26.856" v="41" actId="478"/>
        <pc:sldMkLst>
          <pc:docMk/>
          <pc:sldMk cId="2731869885" sldId="316"/>
        </pc:sldMkLst>
        <pc:inkChg chg="add del">
          <ac:chgData name="Tea Boon Chian" userId="ab84e6a5-2079-4f96-af03-c8dde00dcc75" providerId="ADAL" clId="{813B9F2D-B893-413C-815F-475C26530143}" dt="2024-05-20T09:52:26.856" v="41" actId="478"/>
          <ac:inkMkLst>
            <pc:docMk/>
            <pc:sldMk cId="2731869885" sldId="316"/>
            <ac:inkMk id="4" creationId="{7A3F9A1E-6855-AAC7-B1F8-91F38FDBE4F2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15.701" v="33" actId="478"/>
        <pc:sldMkLst>
          <pc:docMk/>
          <pc:sldMk cId="2418279866" sldId="317"/>
        </pc:sldMkLst>
        <pc:inkChg chg="add del">
          <ac:chgData name="Tea Boon Chian" userId="ab84e6a5-2079-4f96-af03-c8dde00dcc75" providerId="ADAL" clId="{813B9F2D-B893-413C-815F-475C26530143}" dt="2024-05-20T09:52:12.652" v="30" actId="478"/>
          <ac:inkMkLst>
            <pc:docMk/>
            <pc:sldMk cId="2418279866" sldId="317"/>
            <ac:inkMk id="4" creationId="{93A743BA-DB58-B871-A93D-A39481E3A2F8}"/>
          </ac:inkMkLst>
        </pc:inkChg>
        <pc:inkChg chg="add del">
          <ac:chgData name="Tea Boon Chian" userId="ab84e6a5-2079-4f96-af03-c8dde00dcc75" providerId="ADAL" clId="{813B9F2D-B893-413C-815F-475C26530143}" dt="2024-05-20T09:52:11.719" v="29" actId="478"/>
          <ac:inkMkLst>
            <pc:docMk/>
            <pc:sldMk cId="2418279866" sldId="317"/>
            <ac:inkMk id="5" creationId="{3CB517BA-E521-CAA4-ED82-FA326269534D}"/>
          </ac:inkMkLst>
        </pc:inkChg>
        <pc:inkChg chg="add del">
          <ac:chgData name="Tea Boon Chian" userId="ab84e6a5-2079-4f96-af03-c8dde00dcc75" providerId="ADAL" clId="{813B9F2D-B893-413C-815F-475C26530143}" dt="2024-05-20T09:52:15.169" v="32" actId="478"/>
          <ac:inkMkLst>
            <pc:docMk/>
            <pc:sldMk cId="2418279866" sldId="317"/>
            <ac:inkMk id="6" creationId="{F38BF9C4-9321-55D5-8F33-7A0AF70A1F1E}"/>
          </ac:inkMkLst>
        </pc:inkChg>
        <pc:inkChg chg="add del">
          <ac:chgData name="Tea Boon Chian" userId="ab84e6a5-2079-4f96-af03-c8dde00dcc75" providerId="ADAL" clId="{813B9F2D-B893-413C-815F-475C26530143}" dt="2024-05-20T09:52:13.629" v="31" actId="478"/>
          <ac:inkMkLst>
            <pc:docMk/>
            <pc:sldMk cId="2418279866" sldId="317"/>
            <ac:inkMk id="7" creationId="{ADD635CC-1B7F-0590-D290-15951CD06466}"/>
          </ac:inkMkLst>
        </pc:inkChg>
        <pc:inkChg chg="add del">
          <ac:chgData name="Tea Boon Chian" userId="ab84e6a5-2079-4f96-af03-c8dde00dcc75" providerId="ADAL" clId="{813B9F2D-B893-413C-815F-475C26530143}" dt="2024-05-20T09:52:15.701" v="33" actId="478"/>
          <ac:inkMkLst>
            <pc:docMk/>
            <pc:sldMk cId="2418279866" sldId="317"/>
            <ac:inkMk id="8" creationId="{D1563E42-D0E5-589B-A5AD-51616EEC48A3}"/>
          </ac:inkMkLst>
        </pc:inkChg>
        <pc:inkChg chg="add del">
          <ac:chgData name="Tea Boon Chian" userId="ab84e6a5-2079-4f96-af03-c8dde00dcc75" providerId="ADAL" clId="{813B9F2D-B893-413C-815F-475C26530143}" dt="2024-05-20T09:52:10.498" v="28" actId="478"/>
          <ac:inkMkLst>
            <pc:docMk/>
            <pc:sldMk cId="2418279866" sldId="317"/>
            <ac:inkMk id="9" creationId="{4EC7F948-9FEB-F8A8-AD61-E08D21DE8E64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21.482" v="39" actId="478"/>
        <pc:sldMkLst>
          <pc:docMk/>
          <pc:sldMk cId="1090323834" sldId="318"/>
        </pc:sldMkLst>
        <pc:inkChg chg="add del">
          <ac:chgData name="Tea Boon Chian" userId="ab84e6a5-2079-4f96-af03-c8dde00dcc75" providerId="ADAL" clId="{813B9F2D-B893-413C-815F-475C26530143}" dt="2024-05-20T09:52:20.350" v="37" actId="478"/>
          <ac:inkMkLst>
            <pc:docMk/>
            <pc:sldMk cId="1090323834" sldId="318"/>
            <ac:inkMk id="4" creationId="{DF8849FF-61DC-DA8E-4473-EC0063721E01}"/>
          </ac:inkMkLst>
        </pc:inkChg>
        <pc:inkChg chg="add del">
          <ac:chgData name="Tea Boon Chian" userId="ab84e6a5-2079-4f96-af03-c8dde00dcc75" providerId="ADAL" clId="{813B9F2D-B893-413C-815F-475C26530143}" dt="2024-05-20T09:52:18.794" v="35" actId="478"/>
          <ac:inkMkLst>
            <pc:docMk/>
            <pc:sldMk cId="1090323834" sldId="318"/>
            <ac:inkMk id="5" creationId="{74DABA86-A3DC-9A2D-CE50-588B4E85A6F4}"/>
          </ac:inkMkLst>
        </pc:inkChg>
        <pc:inkChg chg="add del">
          <ac:chgData name="Tea Boon Chian" userId="ab84e6a5-2079-4f96-af03-c8dde00dcc75" providerId="ADAL" clId="{813B9F2D-B893-413C-815F-475C26530143}" dt="2024-05-20T09:52:19.715" v="36" actId="478"/>
          <ac:inkMkLst>
            <pc:docMk/>
            <pc:sldMk cId="1090323834" sldId="318"/>
            <ac:inkMk id="7" creationId="{D6BA866B-ED3E-0BAF-810D-C6B76E468B91}"/>
          </ac:inkMkLst>
        </pc:inkChg>
        <pc:inkChg chg="add del">
          <ac:chgData name="Tea Boon Chian" userId="ab84e6a5-2079-4f96-af03-c8dde00dcc75" providerId="ADAL" clId="{813B9F2D-B893-413C-815F-475C26530143}" dt="2024-05-20T09:52:20.964" v="38" actId="478"/>
          <ac:inkMkLst>
            <pc:docMk/>
            <pc:sldMk cId="1090323834" sldId="318"/>
            <ac:inkMk id="8" creationId="{EBB882A6-BD67-8ECC-8920-CB157D753B4A}"/>
          </ac:inkMkLst>
        </pc:inkChg>
        <pc:inkChg chg="add del">
          <ac:chgData name="Tea Boon Chian" userId="ab84e6a5-2079-4f96-af03-c8dde00dcc75" providerId="ADAL" clId="{813B9F2D-B893-413C-815F-475C26530143}" dt="2024-05-20T09:52:21.482" v="39" actId="478"/>
          <ac:inkMkLst>
            <pc:docMk/>
            <pc:sldMk cId="1090323834" sldId="318"/>
            <ac:inkMk id="9" creationId="{F21E3B56-1D1B-EA53-6BE7-B31C0C7DD4AC}"/>
          </ac:inkMkLst>
        </pc:inkChg>
        <pc:inkChg chg="add del">
          <ac:chgData name="Tea Boon Chian" userId="ab84e6a5-2079-4f96-af03-c8dde00dcc75" providerId="ADAL" clId="{813B9F2D-B893-413C-815F-475C26530143}" dt="2024-05-20T09:52:17.733" v="34" actId="478"/>
          <ac:inkMkLst>
            <pc:docMk/>
            <pc:sldMk cId="1090323834" sldId="318"/>
            <ac:inkMk id="10" creationId="{250EB887-B859-F89E-0B34-9E089AFD2622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2:06.589" v="27" actId="478"/>
        <pc:sldMkLst>
          <pc:docMk/>
          <pc:sldMk cId="2305193107" sldId="319"/>
        </pc:sldMkLst>
        <pc:picChg chg="add del">
          <ac:chgData name="Tea Boon Chian" userId="ab84e6a5-2079-4f96-af03-c8dde00dcc75" providerId="ADAL" clId="{813B9F2D-B893-413C-815F-475C26530143}" dt="2024-05-20T09:52:03.489" v="24" actId="478"/>
          <ac:picMkLst>
            <pc:docMk/>
            <pc:sldMk cId="2305193107" sldId="319"/>
            <ac:picMk id="4" creationId="{D1CB3031-BB39-1BB7-98B8-C6B27548FBAA}"/>
          </ac:picMkLst>
        </pc:picChg>
        <pc:inkChg chg="add del">
          <ac:chgData name="Tea Boon Chian" userId="ab84e6a5-2079-4f96-af03-c8dde00dcc75" providerId="ADAL" clId="{813B9F2D-B893-413C-815F-475C26530143}" dt="2024-05-20T09:52:00.826" v="21" actId="478"/>
          <ac:inkMkLst>
            <pc:docMk/>
            <pc:sldMk cId="2305193107" sldId="319"/>
            <ac:inkMk id="3" creationId="{4E60E5BD-1026-58D4-7267-B5F5794C0BEB}"/>
          </ac:inkMkLst>
        </pc:inkChg>
        <pc:inkChg chg="add del">
          <ac:chgData name="Tea Boon Chian" userId="ab84e6a5-2079-4f96-af03-c8dde00dcc75" providerId="ADAL" clId="{813B9F2D-B893-413C-815F-475C26530143}" dt="2024-05-20T09:52:01.437" v="22" actId="478"/>
          <ac:inkMkLst>
            <pc:docMk/>
            <pc:sldMk cId="2305193107" sldId="319"/>
            <ac:inkMk id="5" creationId="{997CCA8C-3751-FD9F-4A18-56C90BB779FA}"/>
          </ac:inkMkLst>
        </pc:inkChg>
        <pc:inkChg chg="add del">
          <ac:chgData name="Tea Boon Chian" userId="ab84e6a5-2079-4f96-af03-c8dde00dcc75" providerId="ADAL" clId="{813B9F2D-B893-413C-815F-475C26530143}" dt="2024-05-20T09:52:06.063" v="26" actId="478"/>
          <ac:inkMkLst>
            <pc:docMk/>
            <pc:sldMk cId="2305193107" sldId="319"/>
            <ac:inkMk id="6" creationId="{7D33BEF8-81C6-D638-0E61-7F84ED74DBAA}"/>
          </ac:inkMkLst>
        </pc:inkChg>
        <pc:inkChg chg="add del">
          <ac:chgData name="Tea Boon Chian" userId="ab84e6a5-2079-4f96-af03-c8dde00dcc75" providerId="ADAL" clId="{813B9F2D-B893-413C-815F-475C26530143}" dt="2024-05-20T09:52:04.825" v="25" actId="478"/>
          <ac:inkMkLst>
            <pc:docMk/>
            <pc:sldMk cId="2305193107" sldId="319"/>
            <ac:inkMk id="7" creationId="{7ED59D14-0CAB-CAD6-1C48-3FE9F1994A3F}"/>
          </ac:inkMkLst>
        </pc:inkChg>
        <pc:inkChg chg="add del">
          <ac:chgData name="Tea Boon Chian" userId="ab84e6a5-2079-4f96-af03-c8dde00dcc75" providerId="ADAL" clId="{813B9F2D-B893-413C-815F-475C26530143}" dt="2024-05-20T09:52:06.589" v="27" actId="478"/>
          <ac:inkMkLst>
            <pc:docMk/>
            <pc:sldMk cId="2305193107" sldId="319"/>
            <ac:inkMk id="8" creationId="{287B3AD0-BFED-C1FE-0640-B054E8D3AE8C}"/>
          </ac:inkMkLst>
        </pc:inkChg>
        <pc:inkChg chg="add del">
          <ac:chgData name="Tea Boon Chian" userId="ab84e6a5-2079-4f96-af03-c8dde00dcc75" providerId="ADAL" clId="{813B9F2D-B893-413C-815F-475C26530143}" dt="2024-05-20T09:51:59.345" v="20" actId="478"/>
          <ac:inkMkLst>
            <pc:docMk/>
            <pc:sldMk cId="2305193107" sldId="319"/>
            <ac:inkMk id="9" creationId="{C87AF431-D6C8-E0C5-264B-A8B3033D5027}"/>
          </ac:inkMkLst>
        </pc:inkChg>
      </pc:sldChg>
      <pc:sldChg chg="addSp delSp mod">
        <pc:chgData name="Tea Boon Chian" userId="ab84e6a5-2079-4f96-af03-c8dde00dcc75" providerId="ADAL" clId="{813B9F2D-B893-413C-815F-475C26530143}" dt="2024-05-27T17:50:54.883" v="68" actId="478"/>
        <pc:sldMkLst>
          <pc:docMk/>
          <pc:sldMk cId="1444904220" sldId="320"/>
        </pc:sldMkLst>
        <pc:inkChg chg="add del">
          <ac:chgData name="Tea Boon Chian" userId="ab84e6a5-2079-4f96-af03-c8dde00dcc75" providerId="ADAL" clId="{813B9F2D-B893-413C-815F-475C26530143}" dt="2024-05-27T17:50:54.883" v="68" actId="478"/>
          <ac:inkMkLst>
            <pc:docMk/>
            <pc:sldMk cId="1444904220" sldId="320"/>
            <ac:inkMk id="5" creationId="{C3D641E1-5CCB-1802-136E-62EAF890CCCD}"/>
          </ac:inkMkLst>
        </pc:inkChg>
        <pc:inkChg chg="add del">
          <ac:chgData name="Tea Boon Chian" userId="ab84e6a5-2079-4f96-af03-c8dde00dcc75" providerId="ADAL" clId="{813B9F2D-B893-413C-815F-475C26530143}" dt="2024-05-20T09:51:54.247" v="19" actId="478"/>
          <ac:inkMkLst>
            <pc:docMk/>
            <pc:sldMk cId="1444904220" sldId="320"/>
            <ac:inkMk id="6" creationId="{4502CD28-A505-EEC4-3018-C733B870CD26}"/>
          </ac:inkMkLst>
        </pc:inkChg>
      </pc:sldChg>
      <pc:sldChg chg="addSp delSp mod">
        <pc:chgData name="Tea Boon Chian" userId="ab84e6a5-2079-4f96-af03-c8dde00dcc75" providerId="ADAL" clId="{813B9F2D-B893-413C-815F-475C26530143}" dt="2024-05-27T17:50:27.987" v="67" actId="478"/>
        <pc:sldMkLst>
          <pc:docMk/>
          <pc:sldMk cId="699729354" sldId="322"/>
        </pc:sldMkLst>
        <pc:inkChg chg="add del">
          <ac:chgData name="Tea Boon Chian" userId="ab84e6a5-2079-4f96-af03-c8dde00dcc75" providerId="ADAL" clId="{813B9F2D-B893-413C-815F-475C26530143}" dt="2024-05-27T17:50:27.987" v="67" actId="478"/>
          <ac:inkMkLst>
            <pc:docMk/>
            <pc:sldMk cId="699729354" sldId="322"/>
            <ac:inkMk id="4" creationId="{CC8F4408-25C4-2C52-0FDC-3D7F6E3C362A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7T17:52:19.204" v="91" actId="33524"/>
        <pc:sldMkLst>
          <pc:docMk/>
          <pc:sldMk cId="2380777763" sldId="323"/>
        </pc:sldMkLst>
        <pc:spChg chg="mod">
          <ac:chgData name="Tea Boon Chian" userId="ab84e6a5-2079-4f96-af03-c8dde00dcc75" providerId="ADAL" clId="{813B9F2D-B893-413C-815F-475C26530143}" dt="2024-05-27T17:52:19.204" v="91" actId="33524"/>
          <ac:spMkLst>
            <pc:docMk/>
            <pc:sldMk cId="2380777763" sldId="323"/>
            <ac:spMk id="3" creationId="{D98BA68B-BCC5-7E63-C411-CDDD0A92E2F6}"/>
          </ac:spMkLst>
        </pc:spChg>
        <pc:inkChg chg="add del">
          <ac:chgData name="Tea Boon Chian" userId="ab84e6a5-2079-4f96-af03-c8dde00dcc75" providerId="ADAL" clId="{813B9F2D-B893-413C-815F-475C26530143}" dt="2024-05-20T09:51:41.972" v="14" actId="478"/>
          <ac:inkMkLst>
            <pc:docMk/>
            <pc:sldMk cId="2380777763" sldId="323"/>
            <ac:inkMk id="4" creationId="{F1FDD36A-AA9F-207E-6DE2-CD28263AADC5}"/>
          </ac:inkMkLst>
        </pc:inkChg>
        <pc:inkChg chg="add del">
          <ac:chgData name="Tea Boon Chian" userId="ab84e6a5-2079-4f96-af03-c8dde00dcc75" providerId="ADAL" clId="{813B9F2D-B893-413C-815F-475C26530143}" dt="2024-05-20T09:51:42.711" v="15" actId="478"/>
          <ac:inkMkLst>
            <pc:docMk/>
            <pc:sldMk cId="2380777763" sldId="323"/>
            <ac:inkMk id="5" creationId="{EDAAB226-81E6-D6D8-0CD1-23CE0912E26B}"/>
          </ac:inkMkLst>
        </pc:inkChg>
        <pc:inkChg chg="add del">
          <ac:chgData name="Tea Boon Chian" userId="ab84e6a5-2079-4f96-af03-c8dde00dcc75" providerId="ADAL" clId="{813B9F2D-B893-413C-815F-475C26530143}" dt="2024-05-20T09:51:41.070" v="13" actId="478"/>
          <ac:inkMkLst>
            <pc:docMk/>
            <pc:sldMk cId="2380777763" sldId="323"/>
            <ac:inkMk id="6" creationId="{22E72CEF-A5F5-D911-227D-53D64E0EF876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7T04:34:39.602" v="66" actId="14734"/>
        <pc:sldMkLst>
          <pc:docMk/>
          <pc:sldMk cId="3187557830" sldId="324"/>
        </pc:sldMkLst>
        <pc:graphicFrameChg chg="mod modGraphic">
          <ac:chgData name="Tea Boon Chian" userId="ab84e6a5-2079-4f96-af03-c8dde00dcc75" providerId="ADAL" clId="{813B9F2D-B893-413C-815F-475C26530143}" dt="2024-05-27T04:34:39.602" v="66" actId="14734"/>
          <ac:graphicFrameMkLst>
            <pc:docMk/>
            <pc:sldMk cId="3187557830" sldId="324"/>
            <ac:graphicFrameMk id="5" creationId="{C9F7BA07-29A1-810F-503F-7A17A70DCB6D}"/>
          </ac:graphicFrameMkLst>
        </pc:graphicFrameChg>
        <pc:inkChg chg="add del">
          <ac:chgData name="Tea Boon Chian" userId="ab84e6a5-2079-4f96-af03-c8dde00dcc75" providerId="ADAL" clId="{813B9F2D-B893-413C-815F-475C26530143}" dt="2024-05-20T09:51:46.711" v="16" actId="478"/>
          <ac:inkMkLst>
            <pc:docMk/>
            <pc:sldMk cId="3187557830" sldId="324"/>
            <ac:inkMk id="6" creationId="{F5C8885E-5AC1-6C48-38F2-B00C5010F964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32.761" v="10" actId="478"/>
        <pc:sldMkLst>
          <pc:docMk/>
          <pc:sldMk cId="2157480283" sldId="326"/>
        </pc:sldMkLst>
        <pc:inkChg chg="add del">
          <ac:chgData name="Tea Boon Chian" userId="ab84e6a5-2079-4f96-af03-c8dde00dcc75" providerId="ADAL" clId="{813B9F2D-B893-413C-815F-475C26530143}" dt="2024-05-20T09:51:32.761" v="10" actId="478"/>
          <ac:inkMkLst>
            <pc:docMk/>
            <pc:sldMk cId="2157480283" sldId="326"/>
            <ac:inkMk id="4" creationId="{3800DE58-37F8-670E-85A8-34A5677209D9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27.035" v="8" actId="478"/>
        <pc:sldMkLst>
          <pc:docMk/>
          <pc:sldMk cId="1381981944" sldId="333"/>
        </pc:sldMkLst>
        <pc:inkChg chg="add del">
          <ac:chgData name="Tea Boon Chian" userId="ab84e6a5-2079-4f96-af03-c8dde00dcc75" providerId="ADAL" clId="{813B9F2D-B893-413C-815F-475C26530143}" dt="2024-05-20T09:51:27.035" v="8" actId="478"/>
          <ac:inkMkLst>
            <pc:docMk/>
            <pc:sldMk cId="1381981944" sldId="333"/>
            <ac:inkMk id="4" creationId="{4541610F-E199-6F19-D908-8DC0B37188C2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23.034" v="6" actId="478"/>
        <pc:sldMkLst>
          <pc:docMk/>
          <pc:sldMk cId="1943988559" sldId="336"/>
        </pc:sldMkLst>
        <pc:inkChg chg="add del">
          <ac:chgData name="Tea Boon Chian" userId="ab84e6a5-2079-4f96-af03-c8dde00dcc75" providerId="ADAL" clId="{813B9F2D-B893-413C-815F-475C26530143}" dt="2024-05-20T09:51:23.034" v="6" actId="478"/>
          <ac:inkMkLst>
            <pc:docMk/>
            <pc:sldMk cId="1943988559" sldId="336"/>
            <ac:inkMk id="3" creationId="{6D5CF5C3-F71C-2BC8-0CD4-6F9950FA7FE9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24.850" v="7" actId="478"/>
        <pc:sldMkLst>
          <pc:docMk/>
          <pc:sldMk cId="2747953828" sldId="337"/>
        </pc:sldMkLst>
        <pc:inkChg chg="add del">
          <ac:chgData name="Tea Boon Chian" userId="ab84e6a5-2079-4f96-af03-c8dde00dcc75" providerId="ADAL" clId="{813B9F2D-B893-413C-815F-475C26530143}" dt="2024-05-20T09:51:24.850" v="7" actId="478"/>
          <ac:inkMkLst>
            <pc:docMk/>
            <pc:sldMk cId="2747953828" sldId="337"/>
            <ac:inkMk id="4" creationId="{8DFAE90C-0C20-5369-34AB-172AD146D6BA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20.141" v="5" actId="478"/>
        <pc:sldMkLst>
          <pc:docMk/>
          <pc:sldMk cId="2661203543" sldId="338"/>
        </pc:sldMkLst>
        <pc:inkChg chg="add del">
          <ac:chgData name="Tea Boon Chian" userId="ab84e6a5-2079-4f96-af03-c8dde00dcc75" providerId="ADAL" clId="{813B9F2D-B893-413C-815F-475C26530143}" dt="2024-05-20T09:51:20.141" v="5" actId="478"/>
          <ac:inkMkLst>
            <pc:docMk/>
            <pc:sldMk cId="2661203543" sldId="338"/>
            <ac:inkMk id="4" creationId="{55C650DD-F1BA-BE14-4EF8-53CC44F2FF4F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17.735" v="4" actId="478"/>
        <pc:sldMkLst>
          <pc:docMk/>
          <pc:sldMk cId="1547050043" sldId="339"/>
        </pc:sldMkLst>
        <pc:inkChg chg="add del">
          <ac:chgData name="Tea Boon Chian" userId="ab84e6a5-2079-4f96-af03-c8dde00dcc75" providerId="ADAL" clId="{813B9F2D-B893-413C-815F-475C26530143}" dt="2024-05-20T09:51:17.735" v="4" actId="478"/>
          <ac:inkMkLst>
            <pc:docMk/>
            <pc:sldMk cId="1547050043" sldId="339"/>
            <ac:inkMk id="4" creationId="{F2D6B2AC-F049-1BD3-AA7A-E2EBBDBC6E91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7T17:51:03.473" v="73" actId="20577"/>
        <pc:sldMkLst>
          <pc:docMk/>
          <pc:sldMk cId="4118542285" sldId="353"/>
        </pc:sldMkLst>
        <pc:spChg chg="mod">
          <ac:chgData name="Tea Boon Chian" userId="ab84e6a5-2079-4f96-af03-c8dde00dcc75" providerId="ADAL" clId="{813B9F2D-B893-413C-815F-475C26530143}" dt="2024-05-27T17:51:03.473" v="73" actId="20577"/>
          <ac:spMkLst>
            <pc:docMk/>
            <pc:sldMk cId="4118542285" sldId="353"/>
            <ac:spMk id="3" creationId="{D98BA68B-BCC5-7E63-C411-CDDD0A92E2F6}"/>
          </ac:spMkLst>
        </pc:spChg>
        <pc:inkChg chg="add del">
          <ac:chgData name="Tea Boon Chian" userId="ab84e6a5-2079-4f96-af03-c8dde00dcc75" providerId="ADAL" clId="{813B9F2D-B893-413C-815F-475C26530143}" dt="2024-05-20T09:51:52.165" v="18" actId="478"/>
          <ac:inkMkLst>
            <pc:docMk/>
            <pc:sldMk cId="4118542285" sldId="353"/>
            <ac:inkMk id="5" creationId="{AFD445C2-9AAC-127A-1129-72C2E00DDE28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7T17:51:30.625" v="89" actId="20577"/>
        <pc:sldMkLst>
          <pc:docMk/>
          <pc:sldMk cId="1443269826" sldId="354"/>
        </pc:sldMkLst>
        <pc:spChg chg="mod">
          <ac:chgData name="Tea Boon Chian" userId="ab84e6a5-2079-4f96-af03-c8dde00dcc75" providerId="ADAL" clId="{813B9F2D-B893-413C-815F-475C26530143}" dt="2024-05-27T17:51:30.625" v="89" actId="20577"/>
          <ac:spMkLst>
            <pc:docMk/>
            <pc:sldMk cId="1443269826" sldId="354"/>
            <ac:spMk id="3" creationId="{D98BA68B-BCC5-7E63-C411-CDDD0A92E2F6}"/>
          </ac:spMkLst>
        </pc:spChg>
        <pc:inkChg chg="add del">
          <ac:chgData name="Tea Boon Chian" userId="ab84e6a5-2079-4f96-af03-c8dde00dcc75" providerId="ADAL" clId="{813B9F2D-B893-413C-815F-475C26530143}" dt="2024-05-20T09:51:49.381" v="17" actId="478"/>
          <ac:inkMkLst>
            <pc:docMk/>
            <pc:sldMk cId="1443269826" sldId="354"/>
            <ac:inkMk id="5" creationId="{DEB5E062-67D6-C9A3-8C0F-FFAE3E378667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37.335" v="12" actId="478"/>
        <pc:sldMkLst>
          <pc:docMk/>
          <pc:sldMk cId="3001191111" sldId="355"/>
        </pc:sldMkLst>
        <pc:inkChg chg="add del">
          <ac:chgData name="Tea Boon Chian" userId="ab84e6a5-2079-4f96-af03-c8dde00dcc75" providerId="ADAL" clId="{813B9F2D-B893-413C-815F-475C26530143}" dt="2024-05-20T09:51:37.335" v="12" actId="478"/>
          <ac:inkMkLst>
            <pc:docMk/>
            <pc:sldMk cId="3001191111" sldId="355"/>
            <ac:inkMk id="3" creationId="{3A80A4F9-3F7A-E65D-A8B4-F720866AB38E}"/>
          </ac:inkMkLst>
        </pc:inkChg>
      </pc:sldChg>
      <pc:sldChg chg="addSp delSp modSp mod">
        <pc:chgData name="Tea Boon Chian" userId="ab84e6a5-2079-4f96-af03-c8dde00dcc75" providerId="ADAL" clId="{813B9F2D-B893-413C-815F-475C26530143}" dt="2024-05-27T17:52:51.175" v="92" actId="20577"/>
        <pc:sldMkLst>
          <pc:docMk/>
          <pc:sldMk cId="3663418278" sldId="356"/>
        </pc:sldMkLst>
        <pc:spChg chg="mod">
          <ac:chgData name="Tea Boon Chian" userId="ab84e6a5-2079-4f96-af03-c8dde00dcc75" providerId="ADAL" clId="{813B9F2D-B893-413C-815F-475C26530143}" dt="2024-05-27T17:52:51.175" v="92" actId="20577"/>
          <ac:spMkLst>
            <pc:docMk/>
            <pc:sldMk cId="3663418278" sldId="356"/>
            <ac:spMk id="3" creationId="{5D27E70A-AF59-B46C-5054-B0B2A07251BE}"/>
          </ac:spMkLst>
        </pc:spChg>
        <pc:inkChg chg="add del">
          <ac:chgData name="Tea Boon Chian" userId="ab84e6a5-2079-4f96-af03-c8dde00dcc75" providerId="ADAL" clId="{813B9F2D-B893-413C-815F-475C26530143}" dt="2024-05-20T09:51:35.327" v="11" actId="478"/>
          <ac:inkMkLst>
            <pc:docMk/>
            <pc:sldMk cId="3663418278" sldId="356"/>
            <ac:inkMk id="5" creationId="{1C676F1B-1DC3-47EF-1D5D-0C1EE1A293F5}"/>
          </ac:inkMkLst>
        </pc:inkChg>
      </pc:sldChg>
      <pc:sldChg chg="addSp delSp mod">
        <pc:chgData name="Tea Boon Chian" userId="ab84e6a5-2079-4f96-af03-c8dde00dcc75" providerId="ADAL" clId="{813B9F2D-B893-413C-815F-475C26530143}" dt="2024-05-20T09:51:29.547" v="9" actId="478"/>
        <pc:sldMkLst>
          <pc:docMk/>
          <pc:sldMk cId="4180195064" sldId="357"/>
        </pc:sldMkLst>
        <pc:inkChg chg="add del">
          <ac:chgData name="Tea Boon Chian" userId="ab84e6a5-2079-4f96-af03-c8dde00dcc75" providerId="ADAL" clId="{813B9F2D-B893-413C-815F-475C26530143}" dt="2024-05-20T09:51:29.547" v="9" actId="478"/>
          <ac:inkMkLst>
            <pc:docMk/>
            <pc:sldMk cId="4180195064" sldId="357"/>
            <ac:inkMk id="3" creationId="{83F840F8-5260-2D8D-87A9-33600E2A1C91}"/>
          </ac:inkMkLst>
        </pc:inkChg>
      </pc:sldChg>
      <pc:sldChg chg="addSp">
        <pc:chgData name="Tea Boon Chian" userId="ab84e6a5-2079-4f96-af03-c8dde00dcc75" providerId="ADAL" clId="{813B9F2D-B893-413C-815F-475C26530143}" dt="2024-05-20T09:29:57.625" v="0"/>
        <pc:sldMkLst>
          <pc:docMk/>
          <pc:sldMk cId="1655176404" sldId="359"/>
        </pc:sldMkLst>
        <pc:inkChg chg="add">
          <ac:chgData name="Tea Boon Chian" userId="ab84e6a5-2079-4f96-af03-c8dde00dcc75" providerId="ADAL" clId="{813B9F2D-B893-413C-815F-475C26530143}" dt="2024-05-20T09:29:57.625" v="0"/>
          <ac:inkMkLst>
            <pc:docMk/>
            <pc:sldMk cId="1655176404" sldId="359"/>
            <ac:inkMk id="5" creationId="{DD0956B1-BD5F-F803-3955-896D769DFA70}"/>
          </ac:inkMkLst>
        </pc:inkChg>
      </pc:sldChg>
      <pc:sldChg chg="modSp del mod">
        <pc:chgData name="Tea Boon Chian" userId="ab84e6a5-2079-4f96-af03-c8dde00dcc75" providerId="ADAL" clId="{813B9F2D-B893-413C-815F-475C26530143}" dt="2024-05-27T17:53:19.450" v="93" actId="47"/>
        <pc:sldMkLst>
          <pc:docMk/>
          <pc:sldMk cId="1623329444" sldId="361"/>
        </pc:sldMkLst>
        <pc:spChg chg="mod">
          <ac:chgData name="Tea Boon Chian" userId="ab84e6a5-2079-4f96-af03-c8dde00dcc75" providerId="ADAL" clId="{813B9F2D-B893-413C-815F-475C26530143}" dt="2024-05-20T09:30:11.540" v="3" actId="6549"/>
          <ac:spMkLst>
            <pc:docMk/>
            <pc:sldMk cId="1623329444" sldId="361"/>
            <ac:spMk id="7" creationId="{966A9FC5-CCB3-FF94-5A53-8916B228DEC7}"/>
          </ac:spMkLst>
        </pc:spChg>
        <pc:graphicFrameChg chg="modGraphic">
          <ac:chgData name="Tea Boon Chian" userId="ab84e6a5-2079-4f96-af03-c8dde00dcc75" providerId="ADAL" clId="{813B9F2D-B893-413C-815F-475C26530143}" dt="2024-05-20T09:30:08.034" v="2" actId="6549"/>
          <ac:graphicFrameMkLst>
            <pc:docMk/>
            <pc:sldMk cId="1623329444" sldId="361"/>
            <ac:graphicFrameMk id="6" creationId="{CFA87BF7-ED22-7095-869A-B430705B74DB}"/>
          </ac:graphicFrameMkLst>
        </pc:graphicFrameChg>
      </pc:sldChg>
      <pc:sldChg chg="add">
        <pc:chgData name="Tea Boon Chian" userId="ab84e6a5-2079-4f96-af03-c8dde00dcc75" providerId="ADAL" clId="{813B9F2D-B893-413C-815F-475C26530143}" dt="2024-05-20T09:30:02.819" v="1"/>
        <pc:sldMkLst>
          <pc:docMk/>
          <pc:sldMk cId="1616150577" sldId="362"/>
        </pc:sldMkLst>
      </pc:sldChg>
    </pc:docChg>
  </pc:docChgLst>
  <pc:docChgLst>
    <pc:chgData name="Tea Boon Chian" userId="ab84e6a5-2079-4f96-af03-c8dde00dcc75" providerId="ADAL" clId="{67363D88-3603-435B-8649-CFC61FAC214E}"/>
    <pc:docChg chg="undo redo custSel addSld delSld modSld sldOrd">
      <pc:chgData name="Tea Boon Chian" userId="ab84e6a5-2079-4f96-af03-c8dde00dcc75" providerId="ADAL" clId="{67363D88-3603-435B-8649-CFC61FAC214E}" dt="2024-01-09T07:45:41.179" v="22121" actId="207"/>
      <pc:docMkLst>
        <pc:docMk/>
      </pc:docMkLst>
      <pc:sldChg chg="modSp mod">
        <pc:chgData name="Tea Boon Chian" userId="ab84e6a5-2079-4f96-af03-c8dde00dcc75" providerId="ADAL" clId="{67363D88-3603-435B-8649-CFC61FAC214E}" dt="2023-12-15T05:01:09.867" v="21334" actId="1076"/>
        <pc:sldMkLst>
          <pc:docMk/>
          <pc:sldMk cId="2003717996" sldId="256"/>
        </pc:sldMkLst>
        <pc:spChg chg="mod">
          <ac:chgData name="Tea Boon Chian" userId="ab84e6a5-2079-4f96-af03-c8dde00dcc75" providerId="ADAL" clId="{67363D88-3603-435B-8649-CFC61FAC214E}" dt="2023-12-15T05:01:09.867" v="21334" actId="1076"/>
          <ac:spMkLst>
            <pc:docMk/>
            <pc:sldMk cId="2003717996" sldId="256"/>
            <ac:spMk id="2" creationId="{EDBEC50C-5300-23E3-EB30-CD05F75391F2}"/>
          </ac:spMkLst>
        </pc:spChg>
        <pc:spChg chg="mod">
          <ac:chgData name="Tea Boon Chian" userId="ab84e6a5-2079-4f96-af03-c8dde00dcc75" providerId="ADAL" clId="{67363D88-3603-435B-8649-CFC61FAC214E}" dt="2023-12-15T05:01:04.238" v="21332" actId="403"/>
          <ac:spMkLst>
            <pc:docMk/>
            <pc:sldMk cId="2003717996" sldId="256"/>
            <ac:spMk id="3" creationId="{74E72DA5-C029-B66D-B16F-E8EDEB6F1730}"/>
          </ac:spMkLst>
        </pc:spChg>
      </pc:sldChg>
      <pc:sldChg chg="modSp mod">
        <pc:chgData name="Tea Boon Chian" userId="ab84e6a5-2079-4f96-af03-c8dde00dcc75" providerId="ADAL" clId="{67363D88-3603-435B-8649-CFC61FAC214E}" dt="2023-12-05T07:45:02.728" v="10347" actId="20577"/>
        <pc:sldMkLst>
          <pc:docMk/>
          <pc:sldMk cId="2342043841" sldId="257"/>
        </pc:sldMkLst>
        <pc:spChg chg="mod">
          <ac:chgData name="Tea Boon Chian" userId="ab84e6a5-2079-4f96-af03-c8dde00dcc75" providerId="ADAL" clId="{67363D88-3603-435B-8649-CFC61FAC214E}" dt="2023-12-04T02:46:28.333" v="235" actId="403"/>
          <ac:spMkLst>
            <pc:docMk/>
            <pc:sldMk cId="2342043841" sldId="257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45:02.728" v="10347" actId="20577"/>
          <ac:spMkLst>
            <pc:docMk/>
            <pc:sldMk cId="2342043841" sldId="257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26T00:51:49.813" v="21337" actId="113"/>
        <pc:sldMkLst>
          <pc:docMk/>
          <pc:sldMk cId="1573873954" sldId="258"/>
        </pc:sldMkLst>
        <pc:spChg chg="mod">
          <ac:chgData name="Tea Boon Chian" userId="ab84e6a5-2079-4f96-af03-c8dde00dcc75" providerId="ADAL" clId="{67363D88-3603-435B-8649-CFC61FAC214E}" dt="2023-12-04T02:48:02.413" v="328" actId="20577"/>
          <ac:spMkLst>
            <pc:docMk/>
            <pc:sldMk cId="1573873954" sldId="258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26T00:51:49.813" v="21337" actId="113"/>
          <ac:spMkLst>
            <pc:docMk/>
            <pc:sldMk cId="1573873954" sldId="258"/>
            <ac:spMk id="3" creationId="{D98BA68B-BCC5-7E63-C411-CDDD0A92E2F6}"/>
          </ac:spMkLst>
        </pc:spChg>
      </pc:sldChg>
      <pc:sldChg chg="delSp modSp add mod">
        <pc:chgData name="Tea Boon Chian" userId="ab84e6a5-2079-4f96-af03-c8dde00dcc75" providerId="ADAL" clId="{67363D88-3603-435B-8649-CFC61FAC214E}" dt="2023-12-04T02:52:43.976" v="1015" actId="207"/>
        <pc:sldMkLst>
          <pc:docMk/>
          <pc:sldMk cId="3992042621" sldId="259"/>
        </pc:sldMkLst>
        <pc:spChg chg="mod">
          <ac:chgData name="Tea Boon Chian" userId="ab84e6a5-2079-4f96-af03-c8dde00dcc75" providerId="ADAL" clId="{67363D88-3603-435B-8649-CFC61FAC214E}" dt="2023-12-04T02:52:43.976" v="1015" actId="207"/>
          <ac:spMkLst>
            <pc:docMk/>
            <pc:sldMk cId="3992042621" sldId="259"/>
            <ac:spMk id="2" creationId="{C8204D36-33FD-2F34-340F-D2CBFB950D2F}"/>
          </ac:spMkLst>
        </pc:spChg>
        <pc:spChg chg="del">
          <ac:chgData name="Tea Boon Chian" userId="ab84e6a5-2079-4f96-af03-c8dde00dcc75" providerId="ADAL" clId="{67363D88-3603-435B-8649-CFC61FAC214E}" dt="2023-12-04T02:51:54.972" v="967" actId="478"/>
          <ac:spMkLst>
            <pc:docMk/>
            <pc:sldMk cId="3992042621" sldId="259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3-12-27T05:51:58.955" v="21427" actId="20577"/>
        <pc:sldMkLst>
          <pc:docMk/>
          <pc:sldMk cId="2929952051" sldId="260"/>
        </pc:sldMkLst>
        <pc:spChg chg="mod">
          <ac:chgData name="Tea Boon Chian" userId="ab84e6a5-2079-4f96-af03-c8dde00dcc75" providerId="ADAL" clId="{67363D88-3603-435B-8649-CFC61FAC214E}" dt="2023-12-04T03:13:21.436" v="1399"/>
          <ac:spMkLst>
            <pc:docMk/>
            <pc:sldMk cId="2929952051" sldId="260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27T05:51:58.955" v="21427" actId="20577"/>
          <ac:spMkLst>
            <pc:docMk/>
            <pc:sldMk cId="2929952051" sldId="260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4T03:15:10.096" v="1586" actId="167"/>
          <ac:spMkLst>
            <pc:docMk/>
            <pc:sldMk cId="2929952051" sldId="260"/>
            <ac:spMk id="4" creationId="{BE24B716-BE00-F2D9-C42B-466843985638}"/>
          </ac:spMkLst>
        </pc:spChg>
        <pc:spChg chg="add mod ord">
          <ac:chgData name="Tea Boon Chian" userId="ab84e6a5-2079-4f96-af03-c8dde00dcc75" providerId="ADAL" clId="{67363D88-3603-435B-8649-CFC61FAC214E}" dt="2023-12-04T03:16:37.607" v="1673" actId="167"/>
          <ac:spMkLst>
            <pc:docMk/>
            <pc:sldMk cId="2929952051" sldId="260"/>
            <ac:spMk id="5" creationId="{6E08E328-AEB4-1564-5AA2-6B085551BB67}"/>
          </ac:spMkLst>
        </pc:spChg>
      </pc:sldChg>
      <pc:sldChg chg="addSp modSp add mod ord">
        <pc:chgData name="Tea Boon Chian" userId="ab84e6a5-2079-4f96-af03-c8dde00dcc75" providerId="ADAL" clId="{67363D88-3603-435B-8649-CFC61FAC214E}" dt="2023-12-05T01:26:00.148" v="4197" actId="14100"/>
        <pc:sldMkLst>
          <pc:docMk/>
          <pc:sldMk cId="975992681" sldId="261"/>
        </pc:sldMkLst>
        <pc:spChg chg="mod">
          <ac:chgData name="Tea Boon Chian" userId="ab84e6a5-2079-4f96-af03-c8dde00dcc75" providerId="ADAL" clId="{67363D88-3603-435B-8649-CFC61FAC214E}" dt="2023-12-04T02:53:25.340" v="1073" actId="207"/>
          <ac:spMkLst>
            <pc:docMk/>
            <pc:sldMk cId="975992681" sldId="261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1:26:00.148" v="4197" actId="14100"/>
          <ac:spMkLst>
            <pc:docMk/>
            <pc:sldMk cId="975992681" sldId="261"/>
            <ac:spMk id="3" creationId="{D98BA68B-BCC5-7E63-C411-CDDD0A92E2F6}"/>
          </ac:spMkLst>
        </pc:spChg>
        <pc:picChg chg="add mod">
          <ac:chgData name="Tea Boon Chian" userId="ab84e6a5-2079-4f96-af03-c8dde00dcc75" providerId="ADAL" clId="{67363D88-3603-435B-8649-CFC61FAC214E}" dt="2023-12-04T03:11:15.319" v="1222" actId="1076"/>
          <ac:picMkLst>
            <pc:docMk/>
            <pc:sldMk cId="975992681" sldId="261"/>
            <ac:picMk id="4" creationId="{A479AFD3-032F-00E5-0A2C-23435EFCE87D}"/>
          </ac:picMkLst>
        </pc:picChg>
      </pc:sldChg>
      <pc:sldChg chg="addSp delSp modSp add mod">
        <pc:chgData name="Tea Boon Chian" userId="ab84e6a5-2079-4f96-af03-c8dde00dcc75" providerId="ADAL" clId="{67363D88-3603-435B-8649-CFC61FAC214E}" dt="2023-12-05T01:25:52.475" v="4195" actId="14100"/>
        <pc:sldMkLst>
          <pc:docMk/>
          <pc:sldMk cId="1316970554" sldId="262"/>
        </pc:sldMkLst>
        <pc:spChg chg="mod">
          <ac:chgData name="Tea Boon Chian" userId="ab84e6a5-2079-4f96-af03-c8dde00dcc75" providerId="ADAL" clId="{67363D88-3603-435B-8649-CFC61FAC214E}" dt="2023-12-04T03:16:50.677" v="1675"/>
          <ac:spMkLst>
            <pc:docMk/>
            <pc:sldMk cId="1316970554" sldId="262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1:25:52.475" v="4195" actId="14100"/>
          <ac:spMkLst>
            <pc:docMk/>
            <pc:sldMk cId="1316970554" sldId="262"/>
            <ac:spMk id="3" creationId="{D98BA68B-BCC5-7E63-C411-CDDD0A92E2F6}"/>
          </ac:spMkLst>
        </pc:spChg>
        <pc:graphicFrameChg chg="add del mod">
          <ac:chgData name="Tea Boon Chian" userId="ab84e6a5-2079-4f96-af03-c8dde00dcc75" providerId="ADAL" clId="{67363D88-3603-435B-8649-CFC61FAC214E}" dt="2023-12-04T03:25:44.034" v="1721"/>
          <ac:graphicFrameMkLst>
            <pc:docMk/>
            <pc:sldMk cId="1316970554" sldId="262"/>
            <ac:graphicFrameMk id="4" creationId="{880F5D7C-D910-F10B-49AA-46555CAC847D}"/>
          </ac:graphicFrameMkLst>
        </pc:graphicFrameChg>
        <pc:picChg chg="add mod">
          <ac:chgData name="Tea Boon Chian" userId="ab84e6a5-2079-4f96-af03-c8dde00dcc75" providerId="ADAL" clId="{67363D88-3603-435B-8649-CFC61FAC214E}" dt="2023-12-04T03:26:07.857" v="1733" actId="14100"/>
          <ac:picMkLst>
            <pc:docMk/>
            <pc:sldMk cId="1316970554" sldId="262"/>
            <ac:picMk id="5" creationId="{7F588B5A-D685-85F1-E2AB-1AA277CEFF14}"/>
          </ac:picMkLst>
        </pc:picChg>
      </pc:sldChg>
      <pc:sldChg chg="addSp delSp modSp add mod">
        <pc:chgData name="Tea Boon Chian" userId="ab84e6a5-2079-4f96-af03-c8dde00dcc75" providerId="ADAL" clId="{67363D88-3603-435B-8649-CFC61FAC214E}" dt="2023-12-27T05:52:10.484" v="21434" actId="20577"/>
        <pc:sldMkLst>
          <pc:docMk/>
          <pc:sldMk cId="1950275983" sldId="263"/>
        </pc:sldMkLst>
        <pc:spChg chg="mod">
          <ac:chgData name="Tea Boon Chian" userId="ab84e6a5-2079-4f96-af03-c8dde00dcc75" providerId="ADAL" clId="{67363D88-3603-435B-8649-CFC61FAC214E}" dt="2023-12-04T03:29:33.762" v="2023" actId="207"/>
          <ac:spMkLst>
            <pc:docMk/>
            <pc:sldMk cId="1950275983" sldId="263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27T05:52:10.484" v="21434" actId="20577"/>
          <ac:spMkLst>
            <pc:docMk/>
            <pc:sldMk cId="1950275983" sldId="263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4T03:34:41.515" v="2387" actId="167"/>
          <ac:spMkLst>
            <pc:docMk/>
            <pc:sldMk cId="1950275983" sldId="263"/>
            <ac:spMk id="5" creationId="{F97E98C5-2E38-DA37-1592-DF27DD4D7E8F}"/>
          </ac:spMkLst>
        </pc:spChg>
        <pc:graphicFrameChg chg="add del mod">
          <ac:chgData name="Tea Boon Chian" userId="ab84e6a5-2079-4f96-af03-c8dde00dcc75" providerId="ADAL" clId="{67363D88-3603-435B-8649-CFC61FAC214E}" dt="2023-12-04T03:32:23.466" v="2237"/>
          <ac:graphicFrameMkLst>
            <pc:docMk/>
            <pc:sldMk cId="1950275983" sldId="263"/>
            <ac:graphicFrameMk id="4" creationId="{22E8E99D-7D8A-4597-DBA5-78BB68F9E2E8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3-12-27T03:57:40.202" v="21363" actId="207"/>
        <pc:sldMkLst>
          <pc:docMk/>
          <pc:sldMk cId="1056153999" sldId="264"/>
        </pc:sldMkLst>
        <pc:spChg chg="mod">
          <ac:chgData name="Tea Boon Chian" userId="ab84e6a5-2079-4f96-af03-c8dde00dcc75" providerId="ADAL" clId="{67363D88-3603-435B-8649-CFC61FAC214E}" dt="2023-12-04T03:34:54.032" v="2389"/>
          <ac:spMkLst>
            <pc:docMk/>
            <pc:sldMk cId="1056153999" sldId="264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27T03:57:40.202" v="21363" actId="207"/>
          <ac:spMkLst>
            <pc:docMk/>
            <pc:sldMk cId="1056153999" sldId="264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1:23:57.347" v="4168" actId="207"/>
        <pc:sldMkLst>
          <pc:docMk/>
          <pc:sldMk cId="3215780101" sldId="265"/>
        </pc:sldMkLst>
        <pc:spChg chg="mod">
          <ac:chgData name="Tea Boon Chian" userId="ab84e6a5-2079-4f96-af03-c8dde00dcc75" providerId="ADAL" clId="{67363D88-3603-435B-8649-CFC61FAC214E}" dt="2023-12-05T01:01:05.861" v="3049" actId="207"/>
          <ac:spMkLst>
            <pc:docMk/>
            <pc:sldMk cId="3215780101" sldId="265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1:23:57.347" v="4168" actId="207"/>
          <ac:spMkLst>
            <pc:docMk/>
            <pc:sldMk cId="3215780101" sldId="265"/>
            <ac:spMk id="3" creationId="{D98BA68B-BCC5-7E63-C411-CDDD0A92E2F6}"/>
          </ac:spMkLst>
        </pc:spChg>
      </pc:sldChg>
      <pc:sldChg chg="modSp add del mod">
        <pc:chgData name="Tea Boon Chian" userId="ab84e6a5-2079-4f96-af03-c8dde00dcc75" providerId="ADAL" clId="{67363D88-3603-435B-8649-CFC61FAC214E}" dt="2023-12-05T01:17:42.873" v="3744" actId="47"/>
        <pc:sldMkLst>
          <pc:docMk/>
          <pc:sldMk cId="449042261" sldId="266"/>
        </pc:sldMkLst>
        <pc:spChg chg="mod">
          <ac:chgData name="Tea Boon Chian" userId="ab84e6a5-2079-4f96-af03-c8dde00dcc75" providerId="ADAL" clId="{67363D88-3603-435B-8649-CFC61FAC214E}" dt="2023-12-05T01:17:28.201" v="3740" actId="21"/>
          <ac:spMkLst>
            <pc:docMk/>
            <pc:sldMk cId="449042261" sldId="266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1:17:40.857" v="3743" actId="21"/>
          <ac:spMkLst>
            <pc:docMk/>
            <pc:sldMk cId="449042261" sldId="266"/>
            <ac:spMk id="3" creationId="{D98BA68B-BCC5-7E63-C411-CDDD0A92E2F6}"/>
          </ac:spMkLst>
        </pc:spChg>
      </pc:sldChg>
      <pc:sldChg chg="add del">
        <pc:chgData name="Tea Boon Chian" userId="ab84e6a5-2079-4f96-af03-c8dde00dcc75" providerId="ADAL" clId="{67363D88-3603-435B-8649-CFC61FAC214E}" dt="2023-12-05T01:16:52.001" v="3658" actId="47"/>
        <pc:sldMkLst>
          <pc:docMk/>
          <pc:sldMk cId="830105698" sldId="267"/>
        </pc:sldMkLst>
      </pc:sldChg>
      <pc:sldChg chg="add del">
        <pc:chgData name="Tea Boon Chian" userId="ab84e6a5-2079-4f96-af03-c8dde00dcc75" providerId="ADAL" clId="{67363D88-3603-435B-8649-CFC61FAC214E}" dt="2023-12-05T01:16:52.126" v="3659" actId="47"/>
        <pc:sldMkLst>
          <pc:docMk/>
          <pc:sldMk cId="1054567905" sldId="268"/>
        </pc:sldMkLst>
      </pc:sldChg>
      <pc:sldChg chg="add del">
        <pc:chgData name="Tea Boon Chian" userId="ab84e6a5-2079-4f96-af03-c8dde00dcc75" providerId="ADAL" clId="{67363D88-3603-435B-8649-CFC61FAC214E}" dt="2023-12-05T01:16:52.220" v="3660" actId="47"/>
        <pc:sldMkLst>
          <pc:docMk/>
          <pc:sldMk cId="3757042577" sldId="269"/>
        </pc:sldMkLst>
      </pc:sldChg>
      <pc:sldChg chg="add del">
        <pc:chgData name="Tea Boon Chian" userId="ab84e6a5-2079-4f96-af03-c8dde00dcc75" providerId="ADAL" clId="{67363D88-3603-435B-8649-CFC61FAC214E}" dt="2023-12-05T01:16:52.360" v="3661" actId="47"/>
        <pc:sldMkLst>
          <pc:docMk/>
          <pc:sldMk cId="65065742" sldId="270"/>
        </pc:sldMkLst>
      </pc:sldChg>
      <pc:sldChg chg="add del">
        <pc:chgData name="Tea Boon Chian" userId="ab84e6a5-2079-4f96-af03-c8dde00dcc75" providerId="ADAL" clId="{67363D88-3603-435B-8649-CFC61FAC214E}" dt="2023-12-05T01:16:52.470" v="3662" actId="47"/>
        <pc:sldMkLst>
          <pc:docMk/>
          <pc:sldMk cId="3796494570" sldId="271"/>
        </pc:sldMkLst>
      </pc:sldChg>
      <pc:sldChg chg="add del">
        <pc:chgData name="Tea Boon Chian" userId="ab84e6a5-2079-4f96-af03-c8dde00dcc75" providerId="ADAL" clId="{67363D88-3603-435B-8649-CFC61FAC214E}" dt="2023-12-05T01:16:52.845" v="3663" actId="47"/>
        <pc:sldMkLst>
          <pc:docMk/>
          <pc:sldMk cId="3084150345" sldId="272"/>
        </pc:sldMkLst>
      </pc:sldChg>
      <pc:sldChg chg="add del">
        <pc:chgData name="Tea Boon Chian" userId="ab84e6a5-2079-4f96-af03-c8dde00dcc75" providerId="ADAL" clId="{67363D88-3603-435B-8649-CFC61FAC214E}" dt="2023-12-05T01:16:52.970" v="3664" actId="47"/>
        <pc:sldMkLst>
          <pc:docMk/>
          <pc:sldMk cId="39655729" sldId="273"/>
        </pc:sldMkLst>
      </pc:sldChg>
      <pc:sldChg chg="add del">
        <pc:chgData name="Tea Boon Chian" userId="ab84e6a5-2079-4f96-af03-c8dde00dcc75" providerId="ADAL" clId="{67363D88-3603-435B-8649-CFC61FAC214E}" dt="2023-12-05T01:16:53.110" v="3665" actId="47"/>
        <pc:sldMkLst>
          <pc:docMk/>
          <pc:sldMk cId="382699928" sldId="274"/>
        </pc:sldMkLst>
      </pc:sldChg>
      <pc:sldChg chg="add del">
        <pc:chgData name="Tea Boon Chian" userId="ab84e6a5-2079-4f96-af03-c8dde00dcc75" providerId="ADAL" clId="{67363D88-3603-435B-8649-CFC61FAC214E}" dt="2023-12-05T01:16:53.454" v="3666" actId="47"/>
        <pc:sldMkLst>
          <pc:docMk/>
          <pc:sldMk cId="4230137696" sldId="275"/>
        </pc:sldMkLst>
      </pc:sldChg>
      <pc:sldChg chg="add del">
        <pc:chgData name="Tea Boon Chian" userId="ab84e6a5-2079-4f96-af03-c8dde00dcc75" providerId="ADAL" clId="{67363D88-3603-435B-8649-CFC61FAC214E}" dt="2023-12-05T01:16:53.626" v="3667" actId="47"/>
        <pc:sldMkLst>
          <pc:docMk/>
          <pc:sldMk cId="298364402" sldId="276"/>
        </pc:sldMkLst>
      </pc:sldChg>
      <pc:sldChg chg="add del">
        <pc:chgData name="Tea Boon Chian" userId="ab84e6a5-2079-4f96-af03-c8dde00dcc75" providerId="ADAL" clId="{67363D88-3603-435B-8649-CFC61FAC214E}" dt="2023-12-05T01:16:53.813" v="3668" actId="47"/>
        <pc:sldMkLst>
          <pc:docMk/>
          <pc:sldMk cId="1238967786" sldId="277"/>
        </pc:sldMkLst>
      </pc:sldChg>
      <pc:sldChg chg="add del">
        <pc:chgData name="Tea Boon Chian" userId="ab84e6a5-2079-4f96-af03-c8dde00dcc75" providerId="ADAL" clId="{67363D88-3603-435B-8649-CFC61FAC214E}" dt="2023-12-05T01:16:53.985" v="3669" actId="47"/>
        <pc:sldMkLst>
          <pc:docMk/>
          <pc:sldMk cId="438533764" sldId="278"/>
        </pc:sldMkLst>
      </pc:sldChg>
      <pc:sldChg chg="add del">
        <pc:chgData name="Tea Boon Chian" userId="ab84e6a5-2079-4f96-af03-c8dde00dcc75" providerId="ADAL" clId="{67363D88-3603-435B-8649-CFC61FAC214E}" dt="2023-12-05T01:16:54.157" v="3670" actId="47"/>
        <pc:sldMkLst>
          <pc:docMk/>
          <pc:sldMk cId="2995198966" sldId="279"/>
        </pc:sldMkLst>
      </pc:sldChg>
      <pc:sldChg chg="add del">
        <pc:chgData name="Tea Boon Chian" userId="ab84e6a5-2079-4f96-af03-c8dde00dcc75" providerId="ADAL" clId="{67363D88-3603-435B-8649-CFC61FAC214E}" dt="2023-12-05T01:16:54.329" v="3671" actId="47"/>
        <pc:sldMkLst>
          <pc:docMk/>
          <pc:sldMk cId="2460528000" sldId="280"/>
        </pc:sldMkLst>
      </pc:sldChg>
      <pc:sldChg chg="add del">
        <pc:chgData name="Tea Boon Chian" userId="ab84e6a5-2079-4f96-af03-c8dde00dcc75" providerId="ADAL" clId="{67363D88-3603-435B-8649-CFC61FAC214E}" dt="2023-12-05T01:16:54.501" v="3672" actId="47"/>
        <pc:sldMkLst>
          <pc:docMk/>
          <pc:sldMk cId="2647518949" sldId="281"/>
        </pc:sldMkLst>
      </pc:sldChg>
      <pc:sldChg chg="add del">
        <pc:chgData name="Tea Boon Chian" userId="ab84e6a5-2079-4f96-af03-c8dde00dcc75" providerId="ADAL" clId="{67363D88-3603-435B-8649-CFC61FAC214E}" dt="2023-12-05T01:16:54.672" v="3673" actId="47"/>
        <pc:sldMkLst>
          <pc:docMk/>
          <pc:sldMk cId="2284375358" sldId="282"/>
        </pc:sldMkLst>
      </pc:sldChg>
      <pc:sldChg chg="add del">
        <pc:chgData name="Tea Boon Chian" userId="ab84e6a5-2079-4f96-af03-c8dde00dcc75" providerId="ADAL" clId="{67363D88-3603-435B-8649-CFC61FAC214E}" dt="2023-12-05T01:16:54.844" v="3674" actId="47"/>
        <pc:sldMkLst>
          <pc:docMk/>
          <pc:sldMk cId="3392319467" sldId="283"/>
        </pc:sldMkLst>
      </pc:sldChg>
      <pc:sldChg chg="add del">
        <pc:chgData name="Tea Boon Chian" userId="ab84e6a5-2079-4f96-af03-c8dde00dcc75" providerId="ADAL" clId="{67363D88-3603-435B-8649-CFC61FAC214E}" dt="2023-12-05T01:16:55.016" v="3675" actId="47"/>
        <pc:sldMkLst>
          <pc:docMk/>
          <pc:sldMk cId="373010018" sldId="284"/>
        </pc:sldMkLst>
      </pc:sldChg>
      <pc:sldChg chg="add del">
        <pc:chgData name="Tea Boon Chian" userId="ab84e6a5-2079-4f96-af03-c8dde00dcc75" providerId="ADAL" clId="{67363D88-3603-435B-8649-CFC61FAC214E}" dt="2023-12-05T01:16:55.172" v="3676" actId="47"/>
        <pc:sldMkLst>
          <pc:docMk/>
          <pc:sldMk cId="2553997679" sldId="285"/>
        </pc:sldMkLst>
      </pc:sldChg>
      <pc:sldChg chg="add del">
        <pc:chgData name="Tea Boon Chian" userId="ab84e6a5-2079-4f96-af03-c8dde00dcc75" providerId="ADAL" clId="{67363D88-3603-435B-8649-CFC61FAC214E}" dt="2023-12-05T01:16:55.360" v="3677" actId="47"/>
        <pc:sldMkLst>
          <pc:docMk/>
          <pc:sldMk cId="3412095632" sldId="286"/>
        </pc:sldMkLst>
      </pc:sldChg>
      <pc:sldChg chg="add del">
        <pc:chgData name="Tea Boon Chian" userId="ab84e6a5-2079-4f96-af03-c8dde00dcc75" providerId="ADAL" clId="{67363D88-3603-435B-8649-CFC61FAC214E}" dt="2023-12-05T01:16:55.672" v="3678" actId="47"/>
        <pc:sldMkLst>
          <pc:docMk/>
          <pc:sldMk cId="3147957033" sldId="287"/>
        </pc:sldMkLst>
      </pc:sldChg>
      <pc:sldChg chg="add del">
        <pc:chgData name="Tea Boon Chian" userId="ab84e6a5-2079-4f96-af03-c8dde00dcc75" providerId="ADAL" clId="{67363D88-3603-435B-8649-CFC61FAC214E}" dt="2023-12-05T01:16:55.922" v="3679" actId="47"/>
        <pc:sldMkLst>
          <pc:docMk/>
          <pc:sldMk cId="2549332141" sldId="288"/>
        </pc:sldMkLst>
      </pc:sldChg>
      <pc:sldChg chg="add del">
        <pc:chgData name="Tea Boon Chian" userId="ab84e6a5-2079-4f96-af03-c8dde00dcc75" providerId="ADAL" clId="{67363D88-3603-435B-8649-CFC61FAC214E}" dt="2023-12-05T01:16:56.282" v="3680" actId="47"/>
        <pc:sldMkLst>
          <pc:docMk/>
          <pc:sldMk cId="3201791487" sldId="289"/>
        </pc:sldMkLst>
      </pc:sldChg>
      <pc:sldChg chg="add del">
        <pc:chgData name="Tea Boon Chian" userId="ab84e6a5-2079-4f96-af03-c8dde00dcc75" providerId="ADAL" clId="{67363D88-3603-435B-8649-CFC61FAC214E}" dt="2023-12-05T01:16:56.813" v="3681" actId="47"/>
        <pc:sldMkLst>
          <pc:docMk/>
          <pc:sldMk cId="3042554837" sldId="290"/>
        </pc:sldMkLst>
      </pc:sldChg>
      <pc:sldChg chg="add del">
        <pc:chgData name="Tea Boon Chian" userId="ab84e6a5-2079-4f96-af03-c8dde00dcc75" providerId="ADAL" clId="{67363D88-3603-435B-8649-CFC61FAC214E}" dt="2023-12-05T01:16:57.391" v="3682" actId="47"/>
        <pc:sldMkLst>
          <pc:docMk/>
          <pc:sldMk cId="3814385249" sldId="291"/>
        </pc:sldMkLst>
      </pc:sldChg>
      <pc:sldChg chg="add del">
        <pc:chgData name="Tea Boon Chian" userId="ab84e6a5-2079-4f96-af03-c8dde00dcc75" providerId="ADAL" clId="{67363D88-3603-435B-8649-CFC61FAC214E}" dt="2023-12-05T01:16:59.128" v="3683" actId="47"/>
        <pc:sldMkLst>
          <pc:docMk/>
          <pc:sldMk cId="1254309748" sldId="292"/>
        </pc:sldMkLst>
      </pc:sldChg>
      <pc:sldChg chg="delSp modSp add mod ord">
        <pc:chgData name="Tea Boon Chian" userId="ab84e6a5-2079-4f96-af03-c8dde00dcc75" providerId="ADAL" clId="{67363D88-3603-435B-8649-CFC61FAC214E}" dt="2023-12-04T02:47:49.676" v="299" actId="20577"/>
        <pc:sldMkLst>
          <pc:docMk/>
          <pc:sldMk cId="3386432384" sldId="293"/>
        </pc:sldMkLst>
        <pc:spChg chg="mod">
          <ac:chgData name="Tea Boon Chian" userId="ab84e6a5-2079-4f96-af03-c8dde00dcc75" providerId="ADAL" clId="{67363D88-3603-435B-8649-CFC61FAC214E}" dt="2023-12-04T02:47:49.676" v="299" actId="20577"/>
          <ac:spMkLst>
            <pc:docMk/>
            <pc:sldMk cId="3386432384" sldId="293"/>
            <ac:spMk id="2" creationId="{C8204D36-33FD-2F34-340F-D2CBFB950D2F}"/>
          </ac:spMkLst>
        </pc:spChg>
        <pc:spChg chg="del">
          <ac:chgData name="Tea Boon Chian" userId="ab84e6a5-2079-4f96-af03-c8dde00dcc75" providerId="ADAL" clId="{67363D88-3603-435B-8649-CFC61FAC214E}" dt="2023-12-04T02:47:24.502" v="285" actId="478"/>
          <ac:spMkLst>
            <pc:docMk/>
            <pc:sldMk cId="3386432384" sldId="293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4T02:47:13.358" v="282" actId="20577"/>
        <pc:sldMkLst>
          <pc:docMk/>
          <pc:sldMk cId="4192428954" sldId="294"/>
        </pc:sldMkLst>
        <pc:spChg chg="mod">
          <ac:chgData name="Tea Boon Chian" userId="ab84e6a5-2079-4f96-af03-c8dde00dcc75" providerId="ADAL" clId="{67363D88-3603-435B-8649-CFC61FAC214E}" dt="2023-12-04T02:47:13.358" v="282" actId="20577"/>
          <ac:spMkLst>
            <pc:docMk/>
            <pc:sldMk cId="4192428954" sldId="294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4T02:47:05.187" v="278"/>
          <ac:spMkLst>
            <pc:docMk/>
            <pc:sldMk cId="4192428954" sldId="294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0:58:47.487" v="2974" actId="20577"/>
        <pc:sldMkLst>
          <pc:docMk/>
          <pc:sldMk cId="280631209" sldId="295"/>
        </pc:sldMkLst>
        <pc:spChg chg="mod">
          <ac:chgData name="Tea Boon Chian" userId="ab84e6a5-2079-4f96-af03-c8dde00dcc75" providerId="ADAL" clId="{67363D88-3603-435B-8649-CFC61FAC214E}" dt="2023-12-05T00:58:47.487" v="2974" actId="20577"/>
          <ac:spMkLst>
            <pc:docMk/>
            <pc:sldMk cId="280631209" sldId="295"/>
            <ac:spMk id="2" creationId="{C8204D36-33FD-2F34-340F-D2CBFB950D2F}"/>
          </ac:spMkLst>
        </pc:spChg>
      </pc:sldChg>
      <pc:sldChg chg="add del">
        <pc:chgData name="Tea Boon Chian" userId="ab84e6a5-2079-4f96-af03-c8dde00dcc75" providerId="ADAL" clId="{67363D88-3603-435B-8649-CFC61FAC214E}" dt="2023-12-04T03:30:32.419" v="2025" actId="47"/>
        <pc:sldMkLst>
          <pc:docMk/>
          <pc:sldMk cId="557853882" sldId="295"/>
        </pc:sldMkLst>
      </pc:sldChg>
      <pc:sldChg chg="add del">
        <pc:chgData name="Tea Boon Chian" userId="ab84e6a5-2079-4f96-af03-c8dde00dcc75" providerId="ADAL" clId="{67363D88-3603-435B-8649-CFC61FAC214E}" dt="2023-12-04T03:32:23.466" v="2237"/>
        <pc:sldMkLst>
          <pc:docMk/>
          <pc:sldMk cId="794411266" sldId="295"/>
        </pc:sldMkLst>
      </pc:sldChg>
      <pc:sldChg chg="modSp add mod">
        <pc:chgData name="Tea Boon Chian" userId="ab84e6a5-2079-4f96-af03-c8dde00dcc75" providerId="ADAL" clId="{67363D88-3603-435B-8649-CFC61FAC214E}" dt="2023-12-05T05:52:14.096" v="6584" actId="113"/>
        <pc:sldMkLst>
          <pc:docMk/>
          <pc:sldMk cId="3427389228" sldId="296"/>
        </pc:sldMkLst>
        <pc:spChg chg="mod">
          <ac:chgData name="Tea Boon Chian" userId="ab84e6a5-2079-4f96-af03-c8dde00dcc75" providerId="ADAL" clId="{67363D88-3603-435B-8649-CFC61FAC214E}" dt="2023-12-05T01:20:31.198" v="3931" actId="20577"/>
          <ac:spMkLst>
            <pc:docMk/>
            <pc:sldMk cId="3427389228" sldId="296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5:52:14.096" v="6584" actId="113"/>
          <ac:spMkLst>
            <pc:docMk/>
            <pc:sldMk cId="3427389228" sldId="296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5:42:51.587" v="5751" actId="5793"/>
        <pc:sldMkLst>
          <pc:docMk/>
          <pc:sldMk cId="3568692971" sldId="297"/>
        </pc:sldMkLst>
        <pc:spChg chg="mod">
          <ac:chgData name="Tea Boon Chian" userId="ab84e6a5-2079-4f96-af03-c8dde00dcc75" providerId="ADAL" clId="{67363D88-3603-435B-8649-CFC61FAC214E}" dt="2023-12-05T01:37:48.743" v="4862"/>
          <ac:spMkLst>
            <pc:docMk/>
            <pc:sldMk cId="3568692971" sldId="297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5:42:51.587" v="5751" actId="5793"/>
          <ac:spMkLst>
            <pc:docMk/>
            <pc:sldMk cId="3568692971" sldId="297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5:49:33.648" v="6410" actId="207"/>
        <pc:sldMkLst>
          <pc:docMk/>
          <pc:sldMk cId="3124341209" sldId="298"/>
        </pc:sldMkLst>
        <pc:spChg chg="mod">
          <ac:chgData name="Tea Boon Chian" userId="ab84e6a5-2079-4f96-af03-c8dde00dcc75" providerId="ADAL" clId="{67363D88-3603-435B-8649-CFC61FAC214E}" dt="2023-12-05T05:43:09.707" v="5753"/>
          <ac:spMkLst>
            <pc:docMk/>
            <pc:sldMk cId="3124341209" sldId="298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5:49:33.648" v="6410" actId="207"/>
          <ac:spMkLst>
            <pc:docMk/>
            <pc:sldMk cId="3124341209" sldId="298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5:54:24.147" v="6738" actId="20577"/>
        <pc:sldMkLst>
          <pc:docMk/>
          <pc:sldMk cId="1599344727" sldId="299"/>
        </pc:sldMkLst>
        <pc:spChg chg="mod">
          <ac:chgData name="Tea Boon Chian" userId="ab84e6a5-2079-4f96-af03-c8dde00dcc75" providerId="ADAL" clId="{67363D88-3603-435B-8649-CFC61FAC214E}" dt="2023-12-05T05:50:24.917" v="6412"/>
          <ac:spMkLst>
            <pc:docMk/>
            <pc:sldMk cId="1599344727" sldId="299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5:54:24.147" v="6738" actId="20577"/>
          <ac:spMkLst>
            <pc:docMk/>
            <pc:sldMk cId="1599344727" sldId="299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3-12-05T06:26:56.556" v="7002" actId="1076"/>
        <pc:sldMkLst>
          <pc:docMk/>
          <pc:sldMk cId="2924775762" sldId="300"/>
        </pc:sldMkLst>
        <pc:spChg chg="mod">
          <ac:chgData name="Tea Boon Chian" userId="ab84e6a5-2079-4f96-af03-c8dde00dcc75" providerId="ADAL" clId="{67363D88-3603-435B-8649-CFC61FAC214E}" dt="2023-12-05T05:55:32.459" v="6785" actId="207"/>
          <ac:spMkLst>
            <pc:docMk/>
            <pc:sldMk cId="2924775762" sldId="300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6:26:31.336" v="6996" actId="20577"/>
          <ac:spMkLst>
            <pc:docMk/>
            <pc:sldMk cId="2924775762" sldId="300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5T05:58:28.782" v="6942" actId="14100"/>
          <ac:spMkLst>
            <pc:docMk/>
            <pc:sldMk cId="2924775762" sldId="300"/>
            <ac:spMk id="4" creationId="{B4F4E706-FFEF-C45A-3C62-C6FDD7EC5791}"/>
          </ac:spMkLst>
        </pc:spChg>
        <pc:spChg chg="add mod ord">
          <ac:chgData name="Tea Boon Chian" userId="ab84e6a5-2079-4f96-af03-c8dde00dcc75" providerId="ADAL" clId="{67363D88-3603-435B-8649-CFC61FAC214E}" dt="2023-12-05T06:26:56.556" v="7002" actId="1076"/>
          <ac:spMkLst>
            <pc:docMk/>
            <pc:sldMk cId="2924775762" sldId="300"/>
            <ac:spMk id="5" creationId="{349C128E-736D-2E1A-1A36-6A9B1BF8E33E}"/>
          </ac:spMkLst>
        </pc:spChg>
      </pc:sldChg>
      <pc:sldChg chg="modSp add mod">
        <pc:chgData name="Tea Boon Chian" userId="ab84e6a5-2079-4f96-af03-c8dde00dcc75" providerId="ADAL" clId="{67363D88-3603-435B-8649-CFC61FAC214E}" dt="2023-12-05T07:09:40.203" v="9271" actId="20578"/>
        <pc:sldMkLst>
          <pc:docMk/>
          <pc:sldMk cId="3222389376" sldId="301"/>
        </pc:sldMkLst>
        <pc:spChg chg="mod">
          <ac:chgData name="Tea Boon Chian" userId="ab84e6a5-2079-4f96-af03-c8dde00dcc75" providerId="ADAL" clId="{67363D88-3603-435B-8649-CFC61FAC214E}" dt="2023-12-05T06:27:27.573" v="7004"/>
          <ac:spMkLst>
            <pc:docMk/>
            <pc:sldMk cId="3222389376" sldId="301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09:40.203" v="9271" actId="20578"/>
          <ac:spMkLst>
            <pc:docMk/>
            <pc:sldMk cId="3222389376" sldId="301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3-12-05T07:06:14.693" v="8972" actId="167"/>
        <pc:sldMkLst>
          <pc:docMk/>
          <pc:sldMk cId="474100854" sldId="302"/>
        </pc:sldMkLst>
        <pc:spChg chg="mod">
          <ac:chgData name="Tea Boon Chian" userId="ab84e6a5-2079-4f96-af03-c8dde00dcc75" providerId="ADAL" clId="{67363D88-3603-435B-8649-CFC61FAC214E}" dt="2023-12-05T06:34:42.150" v="7538" actId="207"/>
          <ac:spMkLst>
            <pc:docMk/>
            <pc:sldMk cId="474100854" sldId="302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05:58.782" v="8969" actId="207"/>
          <ac:spMkLst>
            <pc:docMk/>
            <pc:sldMk cId="474100854" sldId="302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5T07:06:14.693" v="8972" actId="167"/>
          <ac:spMkLst>
            <pc:docMk/>
            <pc:sldMk cId="474100854" sldId="302"/>
            <ac:spMk id="4" creationId="{3E8CF163-1AF3-6FED-DDE8-6FB4834D0101}"/>
          </ac:spMkLst>
        </pc:spChg>
      </pc:sldChg>
      <pc:sldChg chg="modSp add mod">
        <pc:chgData name="Tea Boon Chian" userId="ab84e6a5-2079-4f96-af03-c8dde00dcc75" providerId="ADAL" clId="{67363D88-3603-435B-8649-CFC61FAC214E}" dt="2023-12-05T07:15:25.262" v="9405" actId="12"/>
        <pc:sldMkLst>
          <pc:docMk/>
          <pc:sldMk cId="724252832" sldId="303"/>
        </pc:sldMkLst>
        <pc:spChg chg="mod">
          <ac:chgData name="Tea Boon Chian" userId="ab84e6a5-2079-4f96-af03-c8dde00dcc75" providerId="ADAL" clId="{67363D88-3603-435B-8649-CFC61FAC214E}" dt="2023-12-05T07:07:22.886" v="8974"/>
          <ac:spMkLst>
            <pc:docMk/>
            <pc:sldMk cId="724252832" sldId="303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15:25.262" v="9405" actId="12"/>
          <ac:spMkLst>
            <pc:docMk/>
            <pc:sldMk cId="724252832" sldId="303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3-12-05T07:17:01.519" v="9509" actId="1035"/>
        <pc:sldMkLst>
          <pc:docMk/>
          <pc:sldMk cId="4105665641" sldId="304"/>
        </pc:sldMkLst>
        <pc:spChg chg="mod">
          <ac:chgData name="Tea Boon Chian" userId="ab84e6a5-2079-4f96-af03-c8dde00dcc75" providerId="ADAL" clId="{67363D88-3603-435B-8649-CFC61FAC214E}" dt="2023-12-05T07:15:47.947" v="9441"/>
          <ac:spMkLst>
            <pc:docMk/>
            <pc:sldMk cId="4105665641" sldId="304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16:43.602" v="9504" actId="20577"/>
          <ac:spMkLst>
            <pc:docMk/>
            <pc:sldMk cId="4105665641" sldId="304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5T07:17:01.519" v="9509" actId="1035"/>
          <ac:spMkLst>
            <pc:docMk/>
            <pc:sldMk cId="4105665641" sldId="304"/>
            <ac:spMk id="4" creationId="{729E96F9-E50A-54D9-358A-2A6DA7CDC60E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07T10:55:21.355" v="11012" actId="207"/>
        <pc:sldMkLst>
          <pc:docMk/>
          <pc:sldMk cId="2029698473" sldId="305"/>
        </pc:sldMkLst>
        <pc:spChg chg="mod">
          <ac:chgData name="Tea Boon Chian" userId="ab84e6a5-2079-4f96-af03-c8dde00dcc75" providerId="ADAL" clId="{67363D88-3603-435B-8649-CFC61FAC214E}" dt="2023-12-05T07:45:13.787" v="10349" actId="20577"/>
          <ac:spMkLst>
            <pc:docMk/>
            <pc:sldMk cId="2029698473" sldId="305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7T10:55:21.355" v="11012" actId="207"/>
          <ac:spMkLst>
            <pc:docMk/>
            <pc:sldMk cId="2029698473" sldId="305"/>
            <ac:spMk id="3" creationId="{D98BA68B-BCC5-7E63-C411-CDDD0A92E2F6}"/>
          </ac:spMkLst>
        </pc:spChg>
        <pc:graphicFrameChg chg="add del mod">
          <ac:chgData name="Tea Boon Chian" userId="ab84e6a5-2079-4f96-af03-c8dde00dcc75" providerId="ADAL" clId="{67363D88-3603-435B-8649-CFC61FAC214E}" dt="2023-12-05T07:43:17.767" v="10227"/>
          <ac:graphicFrameMkLst>
            <pc:docMk/>
            <pc:sldMk cId="2029698473" sldId="305"/>
            <ac:graphicFrameMk id="4" creationId="{098D591A-DD49-8518-9B34-F3B5FE3504B0}"/>
          </ac:graphicFrameMkLst>
        </pc:graphicFrameChg>
      </pc:sldChg>
      <pc:sldChg chg="addSp delSp modSp add mod">
        <pc:chgData name="Tea Boon Chian" userId="ab84e6a5-2079-4f96-af03-c8dde00dcc75" providerId="ADAL" clId="{67363D88-3603-435B-8649-CFC61FAC214E}" dt="2023-12-05T07:57:32.018" v="10805" actId="20577"/>
        <pc:sldMkLst>
          <pc:docMk/>
          <pc:sldMk cId="774855491" sldId="306"/>
        </pc:sldMkLst>
        <pc:spChg chg="mod">
          <ac:chgData name="Tea Boon Chian" userId="ab84e6a5-2079-4f96-af03-c8dde00dcc75" providerId="ADAL" clId="{67363D88-3603-435B-8649-CFC61FAC214E}" dt="2023-12-05T07:54:23.675" v="10731" actId="207"/>
          <ac:spMkLst>
            <pc:docMk/>
            <pc:sldMk cId="774855491" sldId="306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57:32.018" v="10805" actId="20577"/>
          <ac:spMkLst>
            <pc:docMk/>
            <pc:sldMk cId="774855491" sldId="306"/>
            <ac:spMk id="3" creationId="{D98BA68B-BCC5-7E63-C411-CDDD0A92E2F6}"/>
          </ac:spMkLst>
        </pc:spChg>
        <pc:graphicFrameChg chg="add del mod">
          <ac:chgData name="Tea Boon Chian" userId="ab84e6a5-2079-4f96-af03-c8dde00dcc75" providerId="ADAL" clId="{67363D88-3603-435B-8649-CFC61FAC214E}" dt="2023-12-05T07:51:20.636" v="10659"/>
          <ac:graphicFrameMkLst>
            <pc:docMk/>
            <pc:sldMk cId="774855491" sldId="306"/>
            <ac:graphicFrameMk id="4" creationId="{F20B9379-864C-1C07-D8DA-9A6C6B123F62}"/>
          </ac:graphicFrameMkLst>
        </pc:graphicFrameChg>
        <pc:graphicFrameChg chg="add del mod">
          <ac:chgData name="Tea Boon Chian" userId="ab84e6a5-2079-4f96-af03-c8dde00dcc75" providerId="ADAL" clId="{67363D88-3603-435B-8649-CFC61FAC214E}" dt="2023-12-05T07:52:05.896" v="10675"/>
          <ac:graphicFrameMkLst>
            <pc:docMk/>
            <pc:sldMk cId="774855491" sldId="306"/>
            <ac:graphicFrameMk id="10" creationId="{F8C000E8-8A56-336B-710D-2C8DF975488B}"/>
          </ac:graphicFrameMkLst>
        </pc:graphicFrameChg>
        <pc:graphicFrameChg chg="add del mod">
          <ac:chgData name="Tea Boon Chian" userId="ab84e6a5-2079-4f96-af03-c8dde00dcc75" providerId="ADAL" clId="{67363D88-3603-435B-8649-CFC61FAC214E}" dt="2023-12-05T07:53:02.635" v="10696"/>
          <ac:graphicFrameMkLst>
            <pc:docMk/>
            <pc:sldMk cId="774855491" sldId="306"/>
            <ac:graphicFrameMk id="12" creationId="{2F872B00-9F40-95EF-58A5-AD93DCDB79DB}"/>
          </ac:graphicFrameMkLst>
        </pc:graphicFrameChg>
        <pc:picChg chg="add mod">
          <ac:chgData name="Tea Boon Chian" userId="ab84e6a5-2079-4f96-af03-c8dde00dcc75" providerId="ADAL" clId="{67363D88-3603-435B-8649-CFC61FAC214E}" dt="2023-12-05T07:51:28.055" v="10663" actId="1076"/>
          <ac:picMkLst>
            <pc:docMk/>
            <pc:sldMk cId="774855491" sldId="306"/>
            <ac:picMk id="5" creationId="{FD0F91AA-994A-EE2B-CCD6-A0E4C91978B3}"/>
          </ac:picMkLst>
        </pc:picChg>
        <pc:picChg chg="add mod">
          <ac:chgData name="Tea Boon Chian" userId="ab84e6a5-2079-4f96-af03-c8dde00dcc75" providerId="ADAL" clId="{67363D88-3603-435B-8649-CFC61FAC214E}" dt="2023-12-05T07:51:41.971" v="10668" actId="1076"/>
          <ac:picMkLst>
            <pc:docMk/>
            <pc:sldMk cId="774855491" sldId="306"/>
            <ac:picMk id="6" creationId="{A7A63B9E-2696-BE53-F2DA-787021DED8C2}"/>
          </ac:picMkLst>
        </pc:picChg>
        <pc:picChg chg="add mod">
          <ac:chgData name="Tea Boon Chian" userId="ab84e6a5-2079-4f96-af03-c8dde00dcc75" providerId="ADAL" clId="{67363D88-3603-435B-8649-CFC61FAC214E}" dt="2023-12-05T07:51:35.422" v="10667" actId="1076"/>
          <ac:picMkLst>
            <pc:docMk/>
            <pc:sldMk cId="774855491" sldId="306"/>
            <ac:picMk id="7" creationId="{44B88B67-4C8C-37DB-2599-6AF3E175E496}"/>
          </ac:picMkLst>
        </pc:picChg>
        <pc:picChg chg="add mod">
          <ac:chgData name="Tea Boon Chian" userId="ab84e6a5-2079-4f96-af03-c8dde00dcc75" providerId="ADAL" clId="{67363D88-3603-435B-8649-CFC61FAC214E}" dt="2023-12-05T07:51:48.007" v="10670" actId="1076"/>
          <ac:picMkLst>
            <pc:docMk/>
            <pc:sldMk cId="774855491" sldId="306"/>
            <ac:picMk id="8" creationId="{D00A2557-431F-6B0C-C3A1-6B9A26433EF9}"/>
          </ac:picMkLst>
        </pc:picChg>
        <pc:picChg chg="add mod">
          <ac:chgData name="Tea Boon Chian" userId="ab84e6a5-2079-4f96-af03-c8dde00dcc75" providerId="ADAL" clId="{67363D88-3603-435B-8649-CFC61FAC214E}" dt="2023-12-05T07:51:57.001" v="10672" actId="1076"/>
          <ac:picMkLst>
            <pc:docMk/>
            <pc:sldMk cId="774855491" sldId="306"/>
            <ac:picMk id="9" creationId="{6E94166A-1623-392D-CDA8-2B322EBA1727}"/>
          </ac:picMkLst>
        </pc:picChg>
        <pc:picChg chg="add mod">
          <ac:chgData name="Tea Boon Chian" userId="ab84e6a5-2079-4f96-af03-c8dde00dcc75" providerId="ADAL" clId="{67363D88-3603-435B-8649-CFC61FAC214E}" dt="2023-12-05T07:53:54.807" v="10718" actId="1038"/>
          <ac:picMkLst>
            <pc:docMk/>
            <pc:sldMk cId="774855491" sldId="306"/>
            <ac:picMk id="11" creationId="{876D5DF9-85B5-06AF-D3B6-E9F25A64C2B4}"/>
          </ac:picMkLst>
        </pc:picChg>
        <pc:picChg chg="add mod">
          <ac:chgData name="Tea Boon Chian" userId="ab84e6a5-2079-4f96-af03-c8dde00dcc75" providerId="ADAL" clId="{67363D88-3603-435B-8649-CFC61FAC214E}" dt="2023-12-05T07:53:54.807" v="10718" actId="1038"/>
          <ac:picMkLst>
            <pc:docMk/>
            <pc:sldMk cId="774855491" sldId="306"/>
            <ac:picMk id="13" creationId="{6E9834EC-F286-132F-7BEF-370400C73011}"/>
          </ac:picMkLst>
        </pc:picChg>
      </pc:sldChg>
      <pc:sldChg chg="modSp add mod">
        <pc:chgData name="Tea Boon Chian" userId="ab84e6a5-2079-4f96-af03-c8dde00dcc75" providerId="ADAL" clId="{67363D88-3603-435B-8649-CFC61FAC214E}" dt="2023-12-11T07:50:37.281" v="15481" actId="20577"/>
        <pc:sldMkLst>
          <pc:docMk/>
          <pc:sldMk cId="2653227119" sldId="307"/>
        </pc:sldMkLst>
        <pc:spChg chg="mod">
          <ac:chgData name="Tea Boon Chian" userId="ab84e6a5-2079-4f96-af03-c8dde00dcc75" providerId="ADAL" clId="{67363D88-3603-435B-8649-CFC61FAC214E}" dt="2023-12-05T08:28:10.146" v="11009" actId="207"/>
          <ac:spMkLst>
            <pc:docMk/>
            <pc:sldMk cId="2653227119" sldId="307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7:50:37.281" v="15481" actId="20577"/>
          <ac:spMkLst>
            <pc:docMk/>
            <pc:sldMk cId="2653227119" sldId="307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11T05:41:16.112" v="12189" actId="403"/>
        <pc:sldMkLst>
          <pc:docMk/>
          <pc:sldMk cId="382501770" sldId="308"/>
        </pc:sldMkLst>
        <pc:spChg chg="mod">
          <ac:chgData name="Tea Boon Chian" userId="ab84e6a5-2079-4f96-af03-c8dde00dcc75" providerId="ADAL" clId="{67363D88-3603-435B-8649-CFC61FAC214E}" dt="2023-12-11T05:41:16.112" v="12189" actId="403"/>
          <ac:spMkLst>
            <pc:docMk/>
            <pc:sldMk cId="382501770" sldId="308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7T11:07:48.899" v="11758" actId="207"/>
          <ac:spMkLst>
            <pc:docMk/>
            <pc:sldMk cId="382501770" sldId="308"/>
            <ac:spMk id="3" creationId="{D98BA68B-BCC5-7E63-C411-CDDD0A92E2F6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29T06:58:15.513" v="21446" actId="2084"/>
        <pc:sldMkLst>
          <pc:docMk/>
          <pc:sldMk cId="278316246" sldId="309"/>
        </pc:sldMkLst>
        <pc:spChg chg="mod">
          <ac:chgData name="Tea Boon Chian" userId="ab84e6a5-2079-4f96-af03-c8dde00dcc75" providerId="ADAL" clId="{67363D88-3603-435B-8649-CFC61FAC214E}" dt="2023-12-11T05:41:33.146" v="12193" actId="404"/>
          <ac:spMkLst>
            <pc:docMk/>
            <pc:sldMk cId="278316246" sldId="309"/>
            <ac:spMk id="2" creationId="{C8204D36-33FD-2F34-340F-D2CBFB950D2F}"/>
          </ac:spMkLst>
        </pc:spChg>
        <pc:spChg chg="add mod">
          <ac:chgData name="Tea Boon Chian" userId="ab84e6a5-2079-4f96-af03-c8dde00dcc75" providerId="ADAL" clId="{67363D88-3603-435B-8649-CFC61FAC214E}" dt="2023-12-11T06:17:50.392" v="13436" actId="12"/>
          <ac:spMkLst>
            <pc:docMk/>
            <pc:sldMk cId="278316246" sldId="309"/>
            <ac:spMk id="3" creationId="{5DAD7DD5-6C1E-5596-A0CD-98EF6EC4404F}"/>
          </ac:spMkLst>
        </pc:spChg>
        <pc:spChg chg="del">
          <ac:chgData name="Tea Boon Chian" userId="ab84e6a5-2079-4f96-af03-c8dde00dcc75" providerId="ADAL" clId="{67363D88-3603-435B-8649-CFC61FAC214E}" dt="2023-12-07T11:08:11.115" v="11761" actId="3680"/>
          <ac:spMkLst>
            <pc:docMk/>
            <pc:sldMk cId="278316246" sldId="309"/>
            <ac:spMk id="3" creationId="{D98BA68B-BCC5-7E63-C411-CDDD0A92E2F6}"/>
          </ac:spMkLst>
        </pc:spChg>
        <pc:graphicFrameChg chg="add mod ord modGraphic">
          <ac:chgData name="Tea Boon Chian" userId="ab84e6a5-2079-4f96-af03-c8dde00dcc75" providerId="ADAL" clId="{67363D88-3603-435B-8649-CFC61FAC214E}" dt="2023-12-29T06:58:15.513" v="21446" actId="2084"/>
          <ac:graphicFrameMkLst>
            <pc:docMk/>
            <pc:sldMk cId="278316246" sldId="309"/>
            <ac:graphicFrameMk id="4" creationId="{4F441F10-FCDD-8754-92E5-5F7A4BD8847D}"/>
          </ac:graphicFrameMkLst>
        </pc:graphicFrameChg>
      </pc:sldChg>
      <pc:sldChg chg="addSp modSp add mod modAnim">
        <pc:chgData name="Tea Boon Chian" userId="ab84e6a5-2079-4f96-af03-c8dde00dcc75" providerId="ADAL" clId="{67363D88-3603-435B-8649-CFC61FAC214E}" dt="2023-12-29T06:58:08.983" v="21445" actId="2084"/>
        <pc:sldMkLst>
          <pc:docMk/>
          <pc:sldMk cId="3234291128" sldId="310"/>
        </pc:sldMkLst>
        <pc:spChg chg="mod">
          <ac:chgData name="Tea Boon Chian" userId="ab84e6a5-2079-4f96-af03-c8dde00dcc75" providerId="ADAL" clId="{67363D88-3603-435B-8649-CFC61FAC214E}" dt="2023-12-11T05:41:52.026" v="12197" actId="404"/>
          <ac:spMkLst>
            <pc:docMk/>
            <pc:sldMk cId="3234291128" sldId="310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6:05:28.195" v="12536" actId="207"/>
          <ac:spMkLst>
            <pc:docMk/>
            <pc:sldMk cId="3234291128" sldId="310"/>
            <ac:spMk id="3" creationId="{D98BA68B-BCC5-7E63-C411-CDDD0A92E2F6}"/>
          </ac:spMkLst>
        </pc:spChg>
        <pc:graphicFrameChg chg="add mod modGraphic">
          <ac:chgData name="Tea Boon Chian" userId="ab84e6a5-2079-4f96-af03-c8dde00dcc75" providerId="ADAL" clId="{67363D88-3603-435B-8649-CFC61FAC214E}" dt="2023-12-29T06:58:08.983" v="21445" actId="2084"/>
          <ac:graphicFrameMkLst>
            <pc:docMk/>
            <pc:sldMk cId="3234291128" sldId="310"/>
            <ac:graphicFrameMk id="4" creationId="{1A5753D3-2AC6-9D16-ACE4-99181350EF2B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3-12-11T06:11:01.804" v="13173" actId="207"/>
        <pc:sldMkLst>
          <pc:docMk/>
          <pc:sldMk cId="306906493" sldId="311"/>
        </pc:sldMkLst>
        <pc:spChg chg="mod">
          <ac:chgData name="Tea Boon Chian" userId="ab84e6a5-2079-4f96-af03-c8dde00dcc75" providerId="ADAL" clId="{67363D88-3603-435B-8649-CFC61FAC214E}" dt="2023-12-11T05:43:01.417" v="12332" actId="404"/>
          <ac:spMkLst>
            <pc:docMk/>
            <pc:sldMk cId="306906493" sldId="311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6:11:01.804" v="13173" actId="207"/>
          <ac:spMkLst>
            <pc:docMk/>
            <pc:sldMk cId="306906493" sldId="311"/>
            <ac:spMk id="3" creationId="{D98BA68B-BCC5-7E63-C411-CDDD0A92E2F6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11T06:28:59.914" v="14320" actId="20577"/>
        <pc:sldMkLst>
          <pc:docMk/>
          <pc:sldMk cId="1881525529" sldId="312"/>
        </pc:sldMkLst>
        <pc:spChg chg="mod">
          <ac:chgData name="Tea Boon Chian" userId="ab84e6a5-2079-4f96-af03-c8dde00dcc75" providerId="ADAL" clId="{67363D88-3603-435B-8649-CFC61FAC214E}" dt="2023-12-11T06:11:16.588" v="13177" actId="404"/>
          <ac:spMkLst>
            <pc:docMk/>
            <pc:sldMk cId="1881525529" sldId="312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6:28:59.914" v="14320" actId="20577"/>
          <ac:spMkLst>
            <pc:docMk/>
            <pc:sldMk cId="1881525529" sldId="312"/>
            <ac:spMk id="3" creationId="{D98BA68B-BCC5-7E63-C411-CDDD0A92E2F6}"/>
          </ac:spMkLst>
        </pc:spChg>
        <pc:spChg chg="add del">
          <ac:chgData name="Tea Boon Chian" userId="ab84e6a5-2079-4f96-af03-c8dde00dcc75" providerId="ADAL" clId="{67363D88-3603-435B-8649-CFC61FAC214E}" dt="2023-12-11T06:13:39.493" v="13303"/>
          <ac:spMkLst>
            <pc:docMk/>
            <pc:sldMk cId="1881525529" sldId="312"/>
            <ac:spMk id="7" creationId="{2F405048-38E4-BD19-FE8D-0BE21851B14D}"/>
          </ac:spMkLst>
        </pc:spChg>
        <pc:picChg chg="add del">
          <ac:chgData name="Tea Boon Chian" userId="ab84e6a5-2079-4f96-af03-c8dde00dcc75" providerId="ADAL" clId="{67363D88-3603-435B-8649-CFC61FAC214E}" dt="2023-12-11T06:13:29.197" v="13297"/>
          <ac:picMkLst>
            <pc:docMk/>
            <pc:sldMk cId="1881525529" sldId="312"/>
            <ac:picMk id="4" creationId="{A7DFCC69-1AD6-ECEF-E75B-8E6104136761}"/>
          </ac:picMkLst>
        </pc:picChg>
        <pc:picChg chg="add mod">
          <ac:chgData name="Tea Boon Chian" userId="ab84e6a5-2079-4f96-af03-c8dde00dcc75" providerId="ADAL" clId="{67363D88-3603-435B-8649-CFC61FAC214E}" dt="2023-12-11T06:15:11.539" v="13386" actId="1076"/>
          <ac:picMkLst>
            <pc:docMk/>
            <pc:sldMk cId="1881525529" sldId="312"/>
            <ac:picMk id="5" creationId="{4CBE7302-31E2-EB58-96F6-DF07AA50AFC0}"/>
          </ac:picMkLst>
        </pc:picChg>
      </pc:sldChg>
      <pc:sldChg chg="addSp modSp add mod">
        <pc:chgData name="Tea Boon Chian" userId="ab84e6a5-2079-4f96-af03-c8dde00dcc75" providerId="ADAL" clId="{67363D88-3603-435B-8649-CFC61FAC214E}" dt="2023-12-11T06:23:48.950" v="13867" actId="113"/>
        <pc:sldMkLst>
          <pc:docMk/>
          <pc:sldMk cId="1756328621" sldId="313"/>
        </pc:sldMkLst>
        <pc:spChg chg="mod">
          <ac:chgData name="Tea Boon Chian" userId="ab84e6a5-2079-4f96-af03-c8dde00dcc75" providerId="ADAL" clId="{67363D88-3603-435B-8649-CFC61FAC214E}" dt="2023-12-11T06:15:58.297" v="13390" actId="404"/>
          <ac:spMkLst>
            <pc:docMk/>
            <pc:sldMk cId="1756328621" sldId="313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6:23:48.950" v="13867" actId="113"/>
          <ac:spMkLst>
            <pc:docMk/>
            <pc:sldMk cId="1756328621" sldId="313"/>
            <ac:spMk id="3" creationId="{D98BA68B-BCC5-7E63-C411-CDDD0A92E2F6}"/>
          </ac:spMkLst>
        </pc:spChg>
        <pc:graphicFrameChg chg="add mod modGraphic">
          <ac:chgData name="Tea Boon Chian" userId="ab84e6a5-2079-4f96-af03-c8dde00dcc75" providerId="ADAL" clId="{67363D88-3603-435B-8649-CFC61FAC214E}" dt="2023-12-11T06:22:58.166" v="13774" actId="1076"/>
          <ac:graphicFrameMkLst>
            <pc:docMk/>
            <pc:sldMk cId="1756328621" sldId="313"/>
            <ac:graphicFrameMk id="4" creationId="{782E61A9-3DD2-E254-EFD5-75F8FD5711E8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3-12-11T06:31:29.499" v="14594" actId="207"/>
        <pc:sldMkLst>
          <pc:docMk/>
          <pc:sldMk cId="3295054354" sldId="314"/>
        </pc:sldMkLst>
        <pc:spChg chg="mod">
          <ac:chgData name="Tea Boon Chian" userId="ab84e6a5-2079-4f96-af03-c8dde00dcc75" providerId="ADAL" clId="{67363D88-3603-435B-8649-CFC61FAC214E}" dt="2023-12-11T06:24:09.528" v="13886" actId="20577"/>
          <ac:spMkLst>
            <pc:docMk/>
            <pc:sldMk cId="3295054354" sldId="314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6:31:29.499" v="14594" actId="207"/>
          <ac:spMkLst>
            <pc:docMk/>
            <pc:sldMk cId="3295054354" sldId="314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3-12-11T08:11:39.619" v="16766" actId="207"/>
        <pc:sldMkLst>
          <pc:docMk/>
          <pc:sldMk cId="2857113956" sldId="315"/>
        </pc:sldMkLst>
        <pc:spChg chg="mod">
          <ac:chgData name="Tea Boon Chian" userId="ab84e6a5-2079-4f96-af03-c8dde00dcc75" providerId="ADAL" clId="{67363D88-3603-435B-8649-CFC61FAC214E}" dt="2023-12-11T08:11:39.619" v="16766" actId="207"/>
          <ac:spMkLst>
            <pc:docMk/>
            <pc:sldMk cId="2857113956" sldId="315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7:47:16.912" v="15450" actId="113"/>
          <ac:spMkLst>
            <pc:docMk/>
            <pc:sldMk cId="2857113956" sldId="315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11T07:46:29.510" v="15441" actId="167"/>
          <ac:spMkLst>
            <pc:docMk/>
            <pc:sldMk cId="2857113956" sldId="315"/>
            <ac:spMk id="4" creationId="{D02E98BD-81FD-2F2F-00AB-2AB4AF20B596}"/>
          </ac:spMkLst>
        </pc:spChg>
      </pc:sldChg>
      <pc:sldChg chg="modSp add mod">
        <pc:chgData name="Tea Boon Chian" userId="ab84e6a5-2079-4f96-af03-c8dde00dcc75" providerId="ADAL" clId="{67363D88-3603-435B-8649-CFC61FAC214E}" dt="2023-12-11T15:38:36.233" v="18450" actId="20577"/>
        <pc:sldMkLst>
          <pc:docMk/>
          <pc:sldMk cId="2731869885" sldId="316"/>
        </pc:sldMkLst>
        <pc:spChg chg="mod">
          <ac:chgData name="Tea Boon Chian" userId="ab84e6a5-2079-4f96-af03-c8dde00dcc75" providerId="ADAL" clId="{67363D88-3603-435B-8649-CFC61FAC214E}" dt="2023-12-11T15:38:36.233" v="18450" actId="20577"/>
          <ac:spMkLst>
            <pc:docMk/>
            <pc:sldMk cId="2731869885" sldId="316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5:17:25.193" v="17366" actId="20577"/>
          <ac:spMkLst>
            <pc:docMk/>
            <pc:sldMk cId="2731869885" sldId="316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11T15:38:36.608" v="18451" actId="403"/>
        <pc:sldMkLst>
          <pc:docMk/>
          <pc:sldMk cId="2418279866" sldId="317"/>
        </pc:sldMkLst>
        <pc:spChg chg="mod">
          <ac:chgData name="Tea Boon Chian" userId="ab84e6a5-2079-4f96-af03-c8dde00dcc75" providerId="ADAL" clId="{67363D88-3603-435B-8649-CFC61FAC214E}" dt="2023-12-11T15:38:36.608" v="18451" actId="403"/>
          <ac:spMkLst>
            <pc:docMk/>
            <pc:sldMk cId="2418279866" sldId="317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8:17:20.185" v="17083" actId="20577"/>
          <ac:spMkLst>
            <pc:docMk/>
            <pc:sldMk cId="2418279866" sldId="317"/>
            <ac:spMk id="3" creationId="{D98BA68B-BCC5-7E63-C411-CDDD0A92E2F6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11T08:21:14.398" v="17325" actId="20577"/>
        <pc:sldMkLst>
          <pc:docMk/>
          <pc:sldMk cId="1090323834" sldId="318"/>
        </pc:sldMkLst>
        <pc:spChg chg="mod">
          <ac:chgData name="Tea Boon Chian" userId="ab84e6a5-2079-4f96-af03-c8dde00dcc75" providerId="ADAL" clId="{67363D88-3603-435B-8649-CFC61FAC214E}" dt="2023-12-11T08:11:50.682" v="16769" actId="207"/>
          <ac:spMkLst>
            <pc:docMk/>
            <pc:sldMk cId="1090323834" sldId="318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08:21:14.398" v="17325" actId="20577"/>
          <ac:spMkLst>
            <pc:docMk/>
            <pc:sldMk cId="1090323834" sldId="318"/>
            <ac:spMk id="3" creationId="{D98BA68B-BCC5-7E63-C411-CDDD0A92E2F6}"/>
          </ac:spMkLst>
        </pc:spChg>
        <pc:spChg chg="add del">
          <ac:chgData name="Tea Boon Chian" userId="ab84e6a5-2079-4f96-af03-c8dde00dcc75" providerId="ADAL" clId="{67363D88-3603-435B-8649-CFC61FAC214E}" dt="2023-12-11T08:11:03.388" v="16750"/>
          <ac:spMkLst>
            <pc:docMk/>
            <pc:sldMk cId="1090323834" sldId="318"/>
            <ac:spMk id="5" creationId="{C7660220-876C-BE26-9EF9-B0B4401016B1}"/>
          </ac:spMkLst>
        </pc:spChg>
        <pc:picChg chg="add mod">
          <ac:chgData name="Tea Boon Chian" userId="ab84e6a5-2079-4f96-af03-c8dde00dcc75" providerId="ADAL" clId="{67363D88-3603-435B-8649-CFC61FAC214E}" dt="2023-12-11T08:18:02.456" v="17103" actId="1076"/>
          <ac:picMkLst>
            <pc:docMk/>
            <pc:sldMk cId="1090323834" sldId="318"/>
            <ac:picMk id="6" creationId="{E0CEA113-3969-8B57-9238-26989595D758}"/>
          </ac:picMkLst>
        </pc:picChg>
        <pc:picChg chg="add del">
          <ac:chgData name="Tea Boon Chian" userId="ab84e6a5-2079-4f96-af03-c8dde00dcc75" providerId="ADAL" clId="{67363D88-3603-435B-8649-CFC61FAC214E}" dt="2023-12-11T08:18:48.565" v="17155"/>
          <ac:picMkLst>
            <pc:docMk/>
            <pc:sldMk cId="1090323834" sldId="318"/>
            <ac:picMk id="7" creationId="{193A7D00-BF33-8B29-0763-13151674C8EB}"/>
          </ac:picMkLst>
        </pc:picChg>
      </pc:sldChg>
      <pc:sldChg chg="addSp delSp modSp add mod">
        <pc:chgData name="Tea Boon Chian" userId="ab84e6a5-2079-4f96-af03-c8dde00dcc75" providerId="ADAL" clId="{67363D88-3603-435B-8649-CFC61FAC214E}" dt="2023-12-11T08:22:24.489" v="17336" actId="1076"/>
        <pc:sldMkLst>
          <pc:docMk/>
          <pc:sldMk cId="2305193107" sldId="319"/>
        </pc:sldMkLst>
        <pc:spChg chg="mod">
          <ac:chgData name="Tea Boon Chian" userId="ab84e6a5-2079-4f96-af03-c8dde00dcc75" providerId="ADAL" clId="{67363D88-3603-435B-8649-CFC61FAC214E}" dt="2023-12-11T08:22:12.122" v="17332" actId="27636"/>
          <ac:spMkLst>
            <pc:docMk/>
            <pc:sldMk cId="2305193107" sldId="319"/>
            <ac:spMk id="2" creationId="{C8204D36-33FD-2F34-340F-D2CBFB950D2F}"/>
          </ac:spMkLst>
        </pc:spChg>
        <pc:spChg chg="del">
          <ac:chgData name="Tea Boon Chian" userId="ab84e6a5-2079-4f96-af03-c8dde00dcc75" providerId="ADAL" clId="{67363D88-3603-435B-8649-CFC61FAC214E}" dt="2023-12-11T08:22:15.891" v="17333" actId="478"/>
          <ac:spMkLst>
            <pc:docMk/>
            <pc:sldMk cId="2305193107" sldId="319"/>
            <ac:spMk id="3" creationId="{D98BA68B-BCC5-7E63-C411-CDDD0A92E2F6}"/>
          </ac:spMkLst>
        </pc:spChg>
        <pc:picChg chg="add mod">
          <ac:chgData name="Tea Boon Chian" userId="ab84e6a5-2079-4f96-af03-c8dde00dcc75" providerId="ADAL" clId="{67363D88-3603-435B-8649-CFC61FAC214E}" dt="2023-12-11T08:22:24.489" v="17336" actId="1076"/>
          <ac:picMkLst>
            <pc:docMk/>
            <pc:sldMk cId="2305193107" sldId="319"/>
            <ac:picMk id="4" creationId="{D1CB3031-BB39-1BB7-98B8-C6B27548FBAA}"/>
          </ac:picMkLst>
        </pc:picChg>
      </pc:sldChg>
      <pc:sldChg chg="addSp modSp add mod">
        <pc:chgData name="Tea Boon Chian" userId="ab84e6a5-2079-4f96-af03-c8dde00dcc75" providerId="ADAL" clId="{67363D88-3603-435B-8649-CFC61FAC214E}" dt="2023-12-11T15:45:21.710" v="19074" actId="20577"/>
        <pc:sldMkLst>
          <pc:docMk/>
          <pc:sldMk cId="1444904220" sldId="320"/>
        </pc:sldMkLst>
        <pc:spChg chg="mod">
          <ac:chgData name="Tea Boon Chian" userId="ab84e6a5-2079-4f96-af03-c8dde00dcc75" providerId="ADAL" clId="{67363D88-3603-435B-8649-CFC61FAC214E}" dt="2023-12-11T08:22:36.768" v="17341" actId="27636"/>
          <ac:spMkLst>
            <pc:docMk/>
            <pc:sldMk cId="1444904220" sldId="320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5:45:21.710" v="19074" actId="20577"/>
          <ac:spMkLst>
            <pc:docMk/>
            <pc:sldMk cId="1444904220" sldId="320"/>
            <ac:spMk id="3" creationId="{D98BA68B-BCC5-7E63-C411-CDDD0A92E2F6}"/>
          </ac:spMkLst>
        </pc:spChg>
        <pc:graphicFrameChg chg="add mod modGraphic">
          <ac:chgData name="Tea Boon Chian" userId="ab84e6a5-2079-4f96-af03-c8dde00dcc75" providerId="ADAL" clId="{67363D88-3603-435B-8649-CFC61FAC214E}" dt="2023-12-11T15:37:23.441" v="18431" actId="20577"/>
          <ac:graphicFrameMkLst>
            <pc:docMk/>
            <pc:sldMk cId="1444904220" sldId="320"/>
            <ac:graphicFrameMk id="4" creationId="{3FA6976D-9A3C-DA85-D4AA-2681994C09AD}"/>
          </ac:graphicFrameMkLst>
        </pc:graphicFrameChg>
      </pc:sldChg>
      <pc:sldChg chg="modSp add del mod">
        <pc:chgData name="Tea Boon Chian" userId="ab84e6a5-2079-4f96-af03-c8dde00dcc75" providerId="ADAL" clId="{67363D88-3603-435B-8649-CFC61FAC214E}" dt="2023-12-11T15:30:08.200" v="18151" actId="47"/>
        <pc:sldMkLst>
          <pc:docMk/>
          <pc:sldMk cId="3493500609" sldId="321"/>
        </pc:sldMkLst>
        <pc:spChg chg="mod">
          <ac:chgData name="Tea Boon Chian" userId="ab84e6a5-2079-4f96-af03-c8dde00dcc75" providerId="ADAL" clId="{67363D88-3603-435B-8649-CFC61FAC214E}" dt="2023-12-11T15:29:18.697" v="18131" actId="27636"/>
          <ac:spMkLst>
            <pc:docMk/>
            <pc:sldMk cId="3493500609" sldId="321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5:30:01.280" v="18149" actId="20577"/>
          <ac:spMkLst>
            <pc:docMk/>
            <pc:sldMk cId="3493500609" sldId="321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11T15:47:46.037" v="19368" actId="113"/>
        <pc:sldMkLst>
          <pc:docMk/>
          <pc:sldMk cId="699729354" sldId="322"/>
        </pc:sldMkLst>
        <pc:spChg chg="mod">
          <ac:chgData name="Tea Boon Chian" userId="ab84e6a5-2079-4f96-af03-c8dde00dcc75" providerId="ADAL" clId="{67363D88-3603-435B-8649-CFC61FAC214E}" dt="2023-12-11T15:39:44.342" v="18500" actId="207"/>
          <ac:spMkLst>
            <pc:docMk/>
            <pc:sldMk cId="699729354" sldId="322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5:47:46.037" v="19368" actId="113"/>
          <ac:spMkLst>
            <pc:docMk/>
            <pc:sldMk cId="699729354" sldId="322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11T15:56:27.710" v="20192" actId="20577"/>
        <pc:sldMkLst>
          <pc:docMk/>
          <pc:sldMk cId="2380777763" sldId="323"/>
        </pc:sldMkLst>
        <pc:spChg chg="mod">
          <ac:chgData name="Tea Boon Chian" userId="ab84e6a5-2079-4f96-af03-c8dde00dcc75" providerId="ADAL" clId="{67363D88-3603-435B-8649-CFC61FAC214E}" dt="2023-12-11T15:47:58.799" v="19372" actId="404"/>
          <ac:spMkLst>
            <pc:docMk/>
            <pc:sldMk cId="2380777763" sldId="323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5:56:27.710" v="20192" actId="20577"/>
          <ac:spMkLst>
            <pc:docMk/>
            <pc:sldMk cId="2380777763" sldId="323"/>
            <ac:spMk id="3" creationId="{D98BA68B-BCC5-7E63-C411-CDDD0A92E2F6}"/>
          </ac:spMkLst>
        </pc:spChg>
      </pc:sldChg>
      <pc:sldChg chg="addSp modSp add mod">
        <pc:chgData name="Tea Boon Chian" userId="ab84e6a5-2079-4f96-af03-c8dde00dcc75" providerId="ADAL" clId="{67363D88-3603-435B-8649-CFC61FAC214E}" dt="2024-01-09T07:35:45.245" v="21498" actId="14734"/>
        <pc:sldMkLst>
          <pc:docMk/>
          <pc:sldMk cId="3187557830" sldId="324"/>
        </pc:sldMkLst>
        <pc:spChg chg="mod">
          <ac:chgData name="Tea Boon Chian" userId="ab84e6a5-2079-4f96-af03-c8dde00dcc75" providerId="ADAL" clId="{67363D88-3603-435B-8649-CFC61FAC214E}" dt="2023-12-11T15:56:36.114" v="20196" actId="404"/>
          <ac:spMkLst>
            <pc:docMk/>
            <pc:sldMk cId="3187557830" sldId="324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11T16:00:23.429" v="20498"/>
          <ac:spMkLst>
            <pc:docMk/>
            <pc:sldMk cId="3187557830" sldId="324"/>
            <ac:spMk id="3" creationId="{D98BA68B-BCC5-7E63-C411-CDDD0A92E2F6}"/>
          </ac:spMkLst>
        </pc:spChg>
        <pc:graphicFrameChg chg="add mod modGraphic">
          <ac:chgData name="Tea Boon Chian" userId="ab84e6a5-2079-4f96-af03-c8dde00dcc75" providerId="ADAL" clId="{67363D88-3603-435B-8649-CFC61FAC214E}" dt="2023-12-11T15:59:19.210" v="20288" actId="1076"/>
          <ac:graphicFrameMkLst>
            <pc:docMk/>
            <pc:sldMk cId="3187557830" sldId="324"/>
            <ac:graphicFrameMk id="4" creationId="{281F5C47-CA99-F94E-CD69-8BED117E4970}"/>
          </ac:graphicFrameMkLst>
        </pc:graphicFrameChg>
        <pc:graphicFrameChg chg="add mod modGraphic">
          <ac:chgData name="Tea Boon Chian" userId="ab84e6a5-2079-4f96-af03-c8dde00dcc75" providerId="ADAL" clId="{67363D88-3603-435B-8649-CFC61FAC214E}" dt="2024-01-09T07:35:45.245" v="21498" actId="14734"/>
          <ac:graphicFrameMkLst>
            <pc:docMk/>
            <pc:sldMk cId="3187557830" sldId="324"/>
            <ac:graphicFrameMk id="5" creationId="{C9F7BA07-29A1-810F-503F-7A17A70DCB6D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4-01-03T05:32:56.252" v="21469" actId="207"/>
        <pc:sldMkLst>
          <pc:docMk/>
          <pc:sldMk cId="3459762668" sldId="325"/>
        </pc:sldMkLst>
        <pc:spChg chg="mod">
          <ac:chgData name="Tea Boon Chian" userId="ab84e6a5-2079-4f96-af03-c8dde00dcc75" providerId="ADAL" clId="{67363D88-3603-435B-8649-CFC61FAC214E}" dt="2023-12-11T16:02:51.863" v="20631" actId="404"/>
          <ac:spMkLst>
            <pc:docMk/>
            <pc:sldMk cId="3459762668" sldId="325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4-01-03T05:32:56.252" v="21469" actId="207"/>
          <ac:spMkLst>
            <pc:docMk/>
            <pc:sldMk cId="3459762668" sldId="325"/>
            <ac:spMk id="3" creationId="{D98BA68B-BCC5-7E63-C411-CDDD0A92E2F6}"/>
          </ac:spMkLst>
        </pc:spChg>
      </pc:sldChg>
      <pc:sldChg chg="add">
        <pc:chgData name="Tea Boon Chian" userId="ab84e6a5-2079-4f96-af03-c8dde00dcc75" providerId="ADAL" clId="{67363D88-3603-435B-8649-CFC61FAC214E}" dt="2023-12-05T01:17:23.781" v="3720"/>
        <pc:sldMkLst>
          <pc:docMk/>
          <pc:sldMk cId="2157480283" sldId="326"/>
        </pc:sldMkLst>
      </pc:sldChg>
      <pc:sldChg chg="add">
        <pc:chgData name="Tea Boon Chian" userId="ab84e6a5-2079-4f96-af03-c8dde00dcc75" providerId="ADAL" clId="{67363D88-3603-435B-8649-CFC61FAC214E}" dt="2023-12-05T01:17:23.812" v="3721"/>
        <pc:sldMkLst>
          <pc:docMk/>
          <pc:sldMk cId="1258204943" sldId="327"/>
        </pc:sldMkLst>
      </pc:sldChg>
      <pc:sldChg chg="add">
        <pc:chgData name="Tea Boon Chian" userId="ab84e6a5-2079-4f96-af03-c8dde00dcc75" providerId="ADAL" clId="{67363D88-3603-435B-8649-CFC61FAC214E}" dt="2023-12-05T01:17:23.843" v="3722"/>
        <pc:sldMkLst>
          <pc:docMk/>
          <pc:sldMk cId="3057537441" sldId="328"/>
        </pc:sldMkLst>
      </pc:sldChg>
      <pc:sldChg chg="add">
        <pc:chgData name="Tea Boon Chian" userId="ab84e6a5-2079-4f96-af03-c8dde00dcc75" providerId="ADAL" clId="{67363D88-3603-435B-8649-CFC61FAC214E}" dt="2023-12-05T01:17:23.874" v="3723"/>
        <pc:sldMkLst>
          <pc:docMk/>
          <pc:sldMk cId="3293049601" sldId="329"/>
        </pc:sldMkLst>
      </pc:sldChg>
      <pc:sldChg chg="add">
        <pc:chgData name="Tea Boon Chian" userId="ab84e6a5-2079-4f96-af03-c8dde00dcc75" providerId="ADAL" clId="{67363D88-3603-435B-8649-CFC61FAC214E}" dt="2023-12-05T01:17:23.905" v="3724"/>
        <pc:sldMkLst>
          <pc:docMk/>
          <pc:sldMk cId="3957342907" sldId="330"/>
        </pc:sldMkLst>
      </pc:sldChg>
      <pc:sldChg chg="add">
        <pc:chgData name="Tea Boon Chian" userId="ab84e6a5-2079-4f96-af03-c8dde00dcc75" providerId="ADAL" clId="{67363D88-3603-435B-8649-CFC61FAC214E}" dt="2023-12-05T01:17:23.937" v="3725"/>
        <pc:sldMkLst>
          <pc:docMk/>
          <pc:sldMk cId="3142506942" sldId="331"/>
        </pc:sldMkLst>
      </pc:sldChg>
      <pc:sldChg chg="add">
        <pc:chgData name="Tea Boon Chian" userId="ab84e6a5-2079-4f96-af03-c8dde00dcc75" providerId="ADAL" clId="{67363D88-3603-435B-8649-CFC61FAC214E}" dt="2023-12-05T01:17:23.984" v="3726"/>
        <pc:sldMkLst>
          <pc:docMk/>
          <pc:sldMk cId="3944392234" sldId="332"/>
        </pc:sldMkLst>
      </pc:sldChg>
      <pc:sldChg chg="modSp add mod">
        <pc:chgData name="Tea Boon Chian" userId="ab84e6a5-2079-4f96-af03-c8dde00dcc75" providerId="ADAL" clId="{67363D88-3603-435B-8649-CFC61FAC214E}" dt="2024-01-03T05:18:00.054" v="21467" actId="20577"/>
        <pc:sldMkLst>
          <pc:docMk/>
          <pc:sldMk cId="1381981944" sldId="333"/>
        </pc:sldMkLst>
        <pc:spChg chg="mod">
          <ac:chgData name="Tea Boon Chian" userId="ab84e6a5-2079-4f96-af03-c8dde00dcc75" providerId="ADAL" clId="{67363D88-3603-435B-8649-CFC61FAC214E}" dt="2024-01-03T05:18:00.054" v="21467" actId="20577"/>
          <ac:spMkLst>
            <pc:docMk/>
            <pc:sldMk cId="1381981944" sldId="333"/>
            <ac:spMk id="3" creationId="{D98BA68B-BCC5-7E63-C411-CDDD0A92E2F6}"/>
          </ac:spMkLst>
        </pc:spChg>
      </pc:sldChg>
      <pc:sldChg chg="add">
        <pc:chgData name="Tea Boon Chian" userId="ab84e6a5-2079-4f96-af03-c8dde00dcc75" providerId="ADAL" clId="{67363D88-3603-435B-8649-CFC61FAC214E}" dt="2023-12-05T01:17:24.046" v="3728"/>
        <pc:sldMkLst>
          <pc:docMk/>
          <pc:sldMk cId="1131795372" sldId="334"/>
        </pc:sldMkLst>
      </pc:sldChg>
      <pc:sldChg chg="add">
        <pc:chgData name="Tea Boon Chian" userId="ab84e6a5-2079-4f96-af03-c8dde00dcc75" providerId="ADAL" clId="{67363D88-3603-435B-8649-CFC61FAC214E}" dt="2023-12-05T01:17:24.062" v="3729"/>
        <pc:sldMkLst>
          <pc:docMk/>
          <pc:sldMk cId="455484833" sldId="335"/>
        </pc:sldMkLst>
      </pc:sldChg>
      <pc:sldChg chg="add">
        <pc:chgData name="Tea Boon Chian" userId="ab84e6a5-2079-4f96-af03-c8dde00dcc75" providerId="ADAL" clId="{67363D88-3603-435B-8649-CFC61FAC214E}" dt="2023-12-05T01:17:24.093" v="3730"/>
        <pc:sldMkLst>
          <pc:docMk/>
          <pc:sldMk cId="1943988559" sldId="336"/>
        </pc:sldMkLst>
      </pc:sldChg>
      <pc:sldChg chg="add">
        <pc:chgData name="Tea Boon Chian" userId="ab84e6a5-2079-4f96-af03-c8dde00dcc75" providerId="ADAL" clId="{67363D88-3603-435B-8649-CFC61FAC214E}" dt="2023-12-05T01:17:24.140" v="3731"/>
        <pc:sldMkLst>
          <pc:docMk/>
          <pc:sldMk cId="2747953828" sldId="337"/>
        </pc:sldMkLst>
      </pc:sldChg>
      <pc:sldChg chg="add">
        <pc:chgData name="Tea Boon Chian" userId="ab84e6a5-2079-4f96-af03-c8dde00dcc75" providerId="ADAL" clId="{67363D88-3603-435B-8649-CFC61FAC214E}" dt="2023-12-05T01:17:24.171" v="3732"/>
        <pc:sldMkLst>
          <pc:docMk/>
          <pc:sldMk cId="2661203543" sldId="338"/>
        </pc:sldMkLst>
      </pc:sldChg>
      <pc:sldChg chg="add">
        <pc:chgData name="Tea Boon Chian" userId="ab84e6a5-2079-4f96-af03-c8dde00dcc75" providerId="ADAL" clId="{67363D88-3603-435B-8649-CFC61FAC214E}" dt="2023-12-05T01:17:24.202" v="3733"/>
        <pc:sldMkLst>
          <pc:docMk/>
          <pc:sldMk cId="1547050043" sldId="339"/>
        </pc:sldMkLst>
      </pc:sldChg>
      <pc:sldChg chg="modSp add del mod">
        <pc:chgData name="Tea Boon Chian" userId="ab84e6a5-2079-4f96-af03-c8dde00dcc75" providerId="ADAL" clId="{67363D88-3603-435B-8649-CFC61FAC214E}" dt="2024-01-09T07:35:22.304" v="21496" actId="47"/>
        <pc:sldMkLst>
          <pc:docMk/>
          <pc:sldMk cId="930918257" sldId="340"/>
        </pc:sldMkLst>
        <pc:spChg chg="mod">
          <ac:chgData name="Tea Boon Chian" userId="ab84e6a5-2079-4f96-af03-c8dde00dcc75" providerId="ADAL" clId="{67363D88-3603-435B-8649-CFC61FAC214E}" dt="2024-01-03T05:35:12.368" v="21495" actId="207"/>
          <ac:spMkLst>
            <pc:docMk/>
            <pc:sldMk cId="930918257" sldId="340"/>
            <ac:spMk id="7" creationId="{966A9FC5-CCB3-FF94-5A53-8916B228DEC7}"/>
          </ac:spMkLst>
        </pc:spChg>
        <pc:graphicFrameChg chg="modGraphic">
          <ac:chgData name="Tea Boon Chian" userId="ab84e6a5-2079-4f96-af03-c8dde00dcc75" providerId="ADAL" clId="{67363D88-3603-435B-8649-CFC61FAC214E}" dt="2024-01-03T05:35:02.139" v="21492" actId="6549"/>
          <ac:graphicFrameMkLst>
            <pc:docMk/>
            <pc:sldMk cId="930918257" sldId="340"/>
            <ac:graphicFrameMk id="6" creationId="{CFA87BF7-ED22-7095-869A-B430705B74DB}"/>
          </ac:graphicFrameMkLst>
        </pc:graphicFrameChg>
      </pc:sldChg>
      <pc:sldChg chg="add">
        <pc:chgData name="Tea Boon Chian" userId="ab84e6a5-2079-4f96-af03-c8dde00dcc75" providerId="ADAL" clId="{67363D88-3603-435B-8649-CFC61FAC214E}" dt="2023-12-05T01:17:24.265" v="3735"/>
        <pc:sldMkLst>
          <pc:docMk/>
          <pc:sldMk cId="1560590247" sldId="341"/>
        </pc:sldMkLst>
      </pc:sldChg>
      <pc:sldChg chg="add">
        <pc:chgData name="Tea Boon Chian" userId="ab84e6a5-2079-4f96-af03-c8dde00dcc75" providerId="ADAL" clId="{67363D88-3603-435B-8649-CFC61FAC214E}" dt="2023-12-05T01:17:24.296" v="3736"/>
        <pc:sldMkLst>
          <pc:docMk/>
          <pc:sldMk cId="3983582219" sldId="342"/>
        </pc:sldMkLst>
      </pc:sldChg>
      <pc:sldChg chg="add">
        <pc:chgData name="Tea Boon Chian" userId="ab84e6a5-2079-4f96-af03-c8dde00dcc75" providerId="ADAL" clId="{67363D88-3603-435B-8649-CFC61FAC214E}" dt="2023-12-05T01:17:24.327" v="3737"/>
        <pc:sldMkLst>
          <pc:docMk/>
          <pc:sldMk cId="2386208833" sldId="343"/>
        </pc:sldMkLst>
      </pc:sldChg>
      <pc:sldChg chg="add">
        <pc:chgData name="Tea Boon Chian" userId="ab84e6a5-2079-4f96-af03-c8dde00dcc75" providerId="ADAL" clId="{67363D88-3603-435B-8649-CFC61FAC214E}" dt="2023-12-05T01:17:24.374" v="3738"/>
        <pc:sldMkLst>
          <pc:docMk/>
          <pc:sldMk cId="2391098350" sldId="344"/>
        </pc:sldMkLst>
      </pc:sldChg>
      <pc:sldChg chg="add">
        <pc:chgData name="Tea Boon Chian" userId="ab84e6a5-2079-4f96-af03-c8dde00dcc75" providerId="ADAL" clId="{67363D88-3603-435B-8649-CFC61FAC214E}" dt="2023-12-05T01:17:24.405" v="3739"/>
        <pc:sldMkLst>
          <pc:docMk/>
          <pc:sldMk cId="525002452" sldId="345"/>
        </pc:sldMkLst>
      </pc:sldChg>
      <pc:sldChg chg="modSp add del mod">
        <pc:chgData name="Tea Boon Chian" userId="ab84e6a5-2079-4f96-af03-c8dde00dcc75" providerId="ADAL" clId="{67363D88-3603-435B-8649-CFC61FAC214E}" dt="2023-12-05T01:37:30.465" v="4860" actId="47"/>
        <pc:sldMkLst>
          <pc:docMk/>
          <pc:sldMk cId="1352109128" sldId="346"/>
        </pc:sldMkLst>
        <pc:spChg chg="mod">
          <ac:chgData name="Tea Boon Chian" userId="ab84e6a5-2079-4f96-af03-c8dde00dcc75" providerId="ADAL" clId="{67363D88-3603-435B-8649-CFC61FAC214E}" dt="2023-12-05T01:25:15.448" v="4193" actId="20577"/>
          <ac:spMkLst>
            <pc:docMk/>
            <pc:sldMk cId="1352109128" sldId="346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1:25:18.153" v="4194" actId="20577"/>
          <ac:spMkLst>
            <pc:docMk/>
            <pc:sldMk cId="1352109128" sldId="346"/>
            <ac:spMk id="3" creationId="{D98BA68B-BCC5-7E63-C411-CDDD0A92E2F6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05T05:37:46.143" v="5354" actId="20577"/>
        <pc:sldMkLst>
          <pc:docMk/>
          <pc:sldMk cId="245734674" sldId="347"/>
        </pc:sldMkLst>
        <pc:spChg chg="mod ord">
          <ac:chgData name="Tea Boon Chian" userId="ab84e6a5-2079-4f96-af03-c8dde00dcc75" providerId="ADAL" clId="{67363D88-3603-435B-8649-CFC61FAC214E}" dt="2023-12-05T05:37:46.143" v="5354" actId="20577"/>
          <ac:spMkLst>
            <pc:docMk/>
            <pc:sldMk cId="245734674" sldId="347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5T05:37:40.066" v="5353" actId="167"/>
          <ac:spMkLst>
            <pc:docMk/>
            <pc:sldMk cId="245734674" sldId="347"/>
            <ac:spMk id="6" creationId="{5DA00467-BD6C-D834-2CDC-16D72DC553C9}"/>
          </ac:spMkLst>
        </pc:spChg>
        <pc:graphicFrameChg chg="add del mod">
          <ac:chgData name="Tea Boon Chian" userId="ab84e6a5-2079-4f96-af03-c8dde00dcc75" providerId="ADAL" clId="{67363D88-3603-435B-8649-CFC61FAC214E}" dt="2023-12-05T01:31:32.620" v="4570"/>
          <ac:graphicFrameMkLst>
            <pc:docMk/>
            <pc:sldMk cId="245734674" sldId="347"/>
            <ac:graphicFrameMk id="4" creationId="{7B73C209-D50C-75F4-E2A5-50F6F9604AA8}"/>
          </ac:graphicFrameMkLst>
        </pc:graphicFrameChg>
        <pc:picChg chg="del">
          <ac:chgData name="Tea Boon Chian" userId="ab84e6a5-2079-4f96-af03-c8dde00dcc75" providerId="ADAL" clId="{67363D88-3603-435B-8649-CFC61FAC214E}" dt="2023-12-05T01:26:25.211" v="4200" actId="478"/>
          <ac:picMkLst>
            <pc:docMk/>
            <pc:sldMk cId="245734674" sldId="347"/>
            <ac:picMk id="5" creationId="{7F588B5A-D685-85F1-E2AB-1AA277CEFF14}"/>
          </ac:picMkLst>
        </pc:picChg>
      </pc:sldChg>
      <pc:sldChg chg="add del">
        <pc:chgData name="Tea Boon Chian" userId="ab84e6a5-2079-4f96-af03-c8dde00dcc75" providerId="ADAL" clId="{67363D88-3603-435B-8649-CFC61FAC214E}" dt="2023-12-05T01:31:32.620" v="4570"/>
        <pc:sldMkLst>
          <pc:docMk/>
          <pc:sldMk cId="103809307" sldId="348"/>
        </pc:sldMkLst>
      </pc:sldChg>
      <pc:sldChg chg="addSp modSp add mod">
        <pc:chgData name="Tea Boon Chian" userId="ab84e6a5-2079-4f96-af03-c8dde00dcc75" providerId="ADAL" clId="{67363D88-3603-435B-8649-CFC61FAC214E}" dt="2023-12-05T07:07:29.565" v="8975" actId="12"/>
        <pc:sldMkLst>
          <pc:docMk/>
          <pc:sldMk cId="3976945722" sldId="348"/>
        </pc:sldMkLst>
        <pc:spChg chg="mod">
          <ac:chgData name="Tea Boon Chian" userId="ab84e6a5-2079-4f96-af03-c8dde00dcc75" providerId="ADAL" clId="{67363D88-3603-435B-8649-CFC61FAC214E}" dt="2023-12-05T07:07:29.565" v="8975" actId="12"/>
          <ac:spMkLst>
            <pc:docMk/>
            <pc:sldMk cId="3976945722" sldId="348"/>
            <ac:spMk id="3" creationId="{D98BA68B-BCC5-7E63-C411-CDDD0A92E2F6}"/>
          </ac:spMkLst>
        </pc:spChg>
        <pc:spChg chg="add mod ord">
          <ac:chgData name="Tea Boon Chian" userId="ab84e6a5-2079-4f96-af03-c8dde00dcc75" providerId="ADAL" clId="{67363D88-3603-435B-8649-CFC61FAC214E}" dt="2023-12-05T06:38:39.511" v="7872" actId="167"/>
          <ac:spMkLst>
            <pc:docMk/>
            <pc:sldMk cId="3976945722" sldId="348"/>
            <ac:spMk id="4" creationId="{7BB93B27-DA30-B98B-5792-6CD0FFE0FE49}"/>
          </ac:spMkLst>
        </pc:spChg>
      </pc:sldChg>
      <pc:sldChg chg="modSp add mod ord">
        <pc:chgData name="Tea Boon Chian" userId="ab84e6a5-2079-4f96-af03-c8dde00dcc75" providerId="ADAL" clId="{67363D88-3603-435B-8649-CFC61FAC214E}" dt="2023-12-27T08:04:50.971" v="21439" actId="20577"/>
        <pc:sldMkLst>
          <pc:docMk/>
          <pc:sldMk cId="1336342440" sldId="349"/>
        </pc:sldMkLst>
        <pc:spChg chg="mod">
          <ac:chgData name="Tea Boon Chian" userId="ab84e6a5-2079-4f96-af03-c8dde00dcc75" providerId="ADAL" clId="{67363D88-3603-435B-8649-CFC61FAC214E}" dt="2023-12-27T08:04:50.971" v="21439" actId="20577"/>
          <ac:spMkLst>
            <pc:docMk/>
            <pc:sldMk cId="1336342440" sldId="349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7:29:42.335" v="9673" actId="20577"/>
        <pc:sldMkLst>
          <pc:docMk/>
          <pc:sldMk cId="3821593936" sldId="350"/>
        </pc:sldMkLst>
        <pc:spChg chg="mod">
          <ac:chgData name="Tea Boon Chian" userId="ab84e6a5-2079-4f96-af03-c8dde00dcc75" providerId="ADAL" clId="{67363D88-3603-435B-8649-CFC61FAC214E}" dt="2023-12-05T07:27:34.319" v="9518"/>
          <ac:spMkLst>
            <pc:docMk/>
            <pc:sldMk cId="3821593936" sldId="350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7:29:42.335" v="9673" actId="20577"/>
          <ac:spMkLst>
            <pc:docMk/>
            <pc:sldMk cId="3821593936" sldId="350"/>
            <ac:spMk id="3" creationId="{D98BA68B-BCC5-7E63-C411-CDDD0A92E2F6}"/>
          </ac:spMkLst>
        </pc:spChg>
      </pc:sldChg>
      <pc:sldChg chg="modSp add mod">
        <pc:chgData name="Tea Boon Chian" userId="ab84e6a5-2079-4f96-af03-c8dde00dcc75" providerId="ADAL" clId="{67363D88-3603-435B-8649-CFC61FAC214E}" dt="2023-12-05T07:44:58.695" v="10346" actId="20577"/>
        <pc:sldMkLst>
          <pc:docMk/>
          <pc:sldMk cId="402464669" sldId="351"/>
        </pc:sldMkLst>
        <pc:spChg chg="mod">
          <ac:chgData name="Tea Boon Chian" userId="ab84e6a5-2079-4f96-af03-c8dde00dcc75" providerId="ADAL" clId="{67363D88-3603-435B-8649-CFC61FAC214E}" dt="2023-12-05T07:44:58.695" v="10346" actId="20577"/>
          <ac:spMkLst>
            <pc:docMk/>
            <pc:sldMk cId="402464669" sldId="351"/>
            <ac:spMk id="2" creationId="{C8204D36-33FD-2F34-340F-D2CBFB950D2F}"/>
          </ac:spMkLst>
        </pc:spChg>
      </pc:sldChg>
      <pc:sldChg chg="addSp delSp modSp add mod">
        <pc:chgData name="Tea Boon Chian" userId="ab84e6a5-2079-4f96-af03-c8dde00dcc75" providerId="ADAL" clId="{67363D88-3603-435B-8649-CFC61FAC214E}" dt="2023-12-05T08:01:52.448" v="10965" actId="1076"/>
        <pc:sldMkLst>
          <pc:docMk/>
          <pc:sldMk cId="1868970389" sldId="352"/>
        </pc:sldMkLst>
        <pc:spChg chg="mod">
          <ac:chgData name="Tea Boon Chian" userId="ab84e6a5-2079-4f96-af03-c8dde00dcc75" providerId="ADAL" clId="{67363D88-3603-435B-8649-CFC61FAC214E}" dt="2023-12-05T07:55:20.506" v="10757"/>
          <ac:spMkLst>
            <pc:docMk/>
            <pc:sldMk cId="1868970389" sldId="352"/>
            <ac:spMk id="2" creationId="{C8204D36-33FD-2F34-340F-D2CBFB950D2F}"/>
          </ac:spMkLst>
        </pc:spChg>
        <pc:spChg chg="mod">
          <ac:chgData name="Tea Boon Chian" userId="ab84e6a5-2079-4f96-af03-c8dde00dcc75" providerId="ADAL" clId="{67363D88-3603-435B-8649-CFC61FAC214E}" dt="2023-12-05T08:01:13.018" v="10942" actId="14100"/>
          <ac:spMkLst>
            <pc:docMk/>
            <pc:sldMk cId="1868970389" sldId="352"/>
            <ac:spMk id="3" creationId="{D98BA68B-BCC5-7E63-C411-CDDD0A92E2F6}"/>
          </ac:spMkLst>
        </pc:spChg>
        <pc:picChg chg="add mod">
          <ac:chgData name="Tea Boon Chian" userId="ab84e6a5-2079-4f96-af03-c8dde00dcc75" providerId="ADAL" clId="{67363D88-3603-435B-8649-CFC61FAC214E}" dt="2023-12-05T08:01:37.931" v="10963" actId="1076"/>
          <ac:picMkLst>
            <pc:docMk/>
            <pc:sldMk cId="1868970389" sldId="352"/>
            <ac:picMk id="4" creationId="{2D4E1D90-C278-5D15-0BB4-6EDDF7B8A5BD}"/>
          </ac:picMkLst>
        </pc:picChg>
        <pc:picChg chg="mod">
          <ac:chgData name="Tea Boon Chian" userId="ab84e6a5-2079-4f96-af03-c8dde00dcc75" providerId="ADAL" clId="{67363D88-3603-435B-8649-CFC61FAC214E}" dt="2023-12-05T08:01:47.291" v="10964" actId="1076"/>
          <ac:picMkLst>
            <pc:docMk/>
            <pc:sldMk cId="1868970389" sldId="352"/>
            <ac:picMk id="5" creationId="{FD0F91AA-994A-EE2B-CCD6-A0E4C91978B3}"/>
          </ac:picMkLst>
        </pc:picChg>
        <pc:picChg chg="del mod">
          <ac:chgData name="Tea Boon Chian" userId="ab84e6a5-2079-4f96-af03-c8dde00dcc75" providerId="ADAL" clId="{67363D88-3603-435B-8649-CFC61FAC214E}" dt="2023-12-05T07:59:36.886" v="10897" actId="478"/>
          <ac:picMkLst>
            <pc:docMk/>
            <pc:sldMk cId="1868970389" sldId="352"/>
            <ac:picMk id="6" creationId="{A7A63B9E-2696-BE53-F2DA-787021DED8C2}"/>
          </ac:picMkLst>
        </pc:picChg>
        <pc:picChg chg="del mod">
          <ac:chgData name="Tea Boon Chian" userId="ab84e6a5-2079-4f96-af03-c8dde00dcc75" providerId="ADAL" clId="{67363D88-3603-435B-8649-CFC61FAC214E}" dt="2023-12-05T07:59:36.495" v="10896" actId="478"/>
          <ac:picMkLst>
            <pc:docMk/>
            <pc:sldMk cId="1868970389" sldId="352"/>
            <ac:picMk id="7" creationId="{44B88B67-4C8C-37DB-2599-6AF3E175E496}"/>
          </ac:picMkLst>
        </pc:picChg>
        <pc:picChg chg="del mod">
          <ac:chgData name="Tea Boon Chian" userId="ab84e6a5-2079-4f96-af03-c8dde00dcc75" providerId="ADAL" clId="{67363D88-3603-435B-8649-CFC61FAC214E}" dt="2023-12-05T07:59:36.057" v="10895" actId="478"/>
          <ac:picMkLst>
            <pc:docMk/>
            <pc:sldMk cId="1868970389" sldId="352"/>
            <ac:picMk id="8" creationId="{D00A2557-431F-6B0C-C3A1-6B9A26433EF9}"/>
          </ac:picMkLst>
        </pc:picChg>
        <pc:picChg chg="del mod">
          <ac:chgData name="Tea Boon Chian" userId="ab84e6a5-2079-4f96-af03-c8dde00dcc75" providerId="ADAL" clId="{67363D88-3603-435B-8649-CFC61FAC214E}" dt="2023-12-05T07:59:35.526" v="10894" actId="478"/>
          <ac:picMkLst>
            <pc:docMk/>
            <pc:sldMk cId="1868970389" sldId="352"/>
            <ac:picMk id="9" creationId="{6E94166A-1623-392D-CDA8-2B322EBA1727}"/>
          </ac:picMkLst>
        </pc:picChg>
        <pc:picChg chg="add mod">
          <ac:chgData name="Tea Boon Chian" userId="ab84e6a5-2079-4f96-af03-c8dde00dcc75" providerId="ADAL" clId="{67363D88-3603-435B-8649-CFC61FAC214E}" dt="2023-12-05T08:01:33.701" v="10962" actId="1076"/>
          <ac:picMkLst>
            <pc:docMk/>
            <pc:sldMk cId="1868970389" sldId="352"/>
            <ac:picMk id="10" creationId="{2ECDA794-81E0-0138-B770-24EA34CB5F86}"/>
          </ac:picMkLst>
        </pc:picChg>
        <pc:picChg chg="mod">
          <ac:chgData name="Tea Boon Chian" userId="ab84e6a5-2079-4f96-af03-c8dde00dcc75" providerId="ADAL" clId="{67363D88-3603-435B-8649-CFC61FAC214E}" dt="2023-12-05T08:01:22.052" v="10959" actId="1035"/>
          <ac:picMkLst>
            <pc:docMk/>
            <pc:sldMk cId="1868970389" sldId="352"/>
            <ac:picMk id="11" creationId="{876D5DF9-85B5-06AF-D3B6-E9F25A64C2B4}"/>
          </ac:picMkLst>
        </pc:picChg>
        <pc:picChg chg="add mod">
          <ac:chgData name="Tea Boon Chian" userId="ab84e6a5-2079-4f96-af03-c8dde00dcc75" providerId="ADAL" clId="{67363D88-3603-435B-8649-CFC61FAC214E}" dt="2023-12-05T08:01:52.448" v="10965" actId="1076"/>
          <ac:picMkLst>
            <pc:docMk/>
            <pc:sldMk cId="1868970389" sldId="352"/>
            <ac:picMk id="12" creationId="{483741AF-487B-183F-A568-8E5F4B8B77F7}"/>
          </ac:picMkLst>
        </pc:picChg>
        <pc:picChg chg="mod">
          <ac:chgData name="Tea Boon Chian" userId="ab84e6a5-2079-4f96-af03-c8dde00dcc75" providerId="ADAL" clId="{67363D88-3603-435B-8649-CFC61FAC214E}" dt="2023-12-05T08:01:22.052" v="10959" actId="1035"/>
          <ac:picMkLst>
            <pc:docMk/>
            <pc:sldMk cId="1868970389" sldId="352"/>
            <ac:picMk id="13" creationId="{6E9834EC-F286-132F-7BEF-370400C73011}"/>
          </ac:picMkLst>
        </pc:picChg>
        <pc:picChg chg="add mod">
          <ac:chgData name="Tea Boon Chian" userId="ab84e6a5-2079-4f96-af03-c8dde00dcc75" providerId="ADAL" clId="{67363D88-3603-435B-8649-CFC61FAC214E}" dt="2023-12-05T08:01:26.428" v="10960" actId="1076"/>
          <ac:picMkLst>
            <pc:docMk/>
            <pc:sldMk cId="1868970389" sldId="352"/>
            <ac:picMk id="14" creationId="{58883902-DF0D-5AEC-2DBD-23AF9FD1CA01}"/>
          </ac:picMkLst>
        </pc:picChg>
      </pc:sldChg>
      <pc:sldChg chg="add del">
        <pc:chgData name="Tea Boon Chian" userId="ab84e6a5-2079-4f96-af03-c8dde00dcc75" providerId="ADAL" clId="{67363D88-3603-435B-8649-CFC61FAC214E}" dt="2023-12-05T07:43:17.767" v="10227"/>
        <pc:sldMkLst>
          <pc:docMk/>
          <pc:sldMk cId="3940122591" sldId="352"/>
        </pc:sldMkLst>
      </pc:sldChg>
      <pc:sldChg chg="modSp add">
        <pc:chgData name="Tea Boon Chian" userId="ab84e6a5-2079-4f96-af03-c8dde00dcc75" providerId="ADAL" clId="{67363D88-3603-435B-8649-CFC61FAC214E}" dt="2023-12-11T15:45:25.959" v="19079" actId="20577"/>
        <pc:sldMkLst>
          <pc:docMk/>
          <pc:sldMk cId="4118542285" sldId="353"/>
        </pc:sldMkLst>
        <pc:spChg chg="mod">
          <ac:chgData name="Tea Boon Chian" userId="ab84e6a5-2079-4f96-af03-c8dde00dcc75" providerId="ADAL" clId="{67363D88-3603-435B-8649-CFC61FAC214E}" dt="2023-12-11T15:45:25.959" v="19079" actId="20577"/>
          <ac:spMkLst>
            <pc:docMk/>
            <pc:sldMk cId="4118542285" sldId="353"/>
            <ac:spMk id="3" creationId="{D98BA68B-BCC5-7E63-C411-CDDD0A92E2F6}"/>
          </ac:spMkLst>
        </pc:spChg>
        <pc:graphicFrameChg chg="mod">
          <ac:chgData name="Tea Boon Chian" userId="ab84e6a5-2079-4f96-af03-c8dde00dcc75" providerId="ADAL" clId="{67363D88-3603-435B-8649-CFC61FAC214E}" dt="2023-12-11T15:32:48.491" v="18255" actId="20577"/>
          <ac:graphicFrameMkLst>
            <pc:docMk/>
            <pc:sldMk cId="4118542285" sldId="353"/>
            <ac:graphicFrameMk id="4" creationId="{3FA6976D-9A3C-DA85-D4AA-2681994C09AD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3-12-11T15:45:31.458" v="19084" actId="20577"/>
        <pc:sldMkLst>
          <pc:docMk/>
          <pc:sldMk cId="1443269826" sldId="354"/>
        </pc:sldMkLst>
        <pc:spChg chg="mod">
          <ac:chgData name="Tea Boon Chian" userId="ab84e6a5-2079-4f96-af03-c8dde00dcc75" providerId="ADAL" clId="{67363D88-3603-435B-8649-CFC61FAC214E}" dt="2023-12-11T15:45:31.458" v="19084" actId="20577"/>
          <ac:spMkLst>
            <pc:docMk/>
            <pc:sldMk cId="1443269826" sldId="354"/>
            <ac:spMk id="3" creationId="{D98BA68B-BCC5-7E63-C411-CDDD0A92E2F6}"/>
          </ac:spMkLst>
        </pc:spChg>
        <pc:graphicFrameChg chg="mod modGraphic">
          <ac:chgData name="Tea Boon Chian" userId="ab84e6a5-2079-4f96-af03-c8dde00dcc75" providerId="ADAL" clId="{67363D88-3603-435B-8649-CFC61FAC214E}" dt="2023-12-11T15:35:39.965" v="18364" actId="113"/>
          <ac:graphicFrameMkLst>
            <pc:docMk/>
            <pc:sldMk cId="1443269826" sldId="354"/>
            <ac:graphicFrameMk id="4" creationId="{3FA6976D-9A3C-DA85-D4AA-2681994C09AD}"/>
          </ac:graphicFrameMkLst>
        </pc:graphicFrameChg>
      </pc:sldChg>
      <pc:sldChg chg="modSp add mod">
        <pc:chgData name="Tea Boon Chian" userId="ab84e6a5-2079-4f96-af03-c8dde00dcc75" providerId="ADAL" clId="{67363D88-3603-435B-8649-CFC61FAC214E}" dt="2024-01-03T05:15:54.115" v="21464" actId="207"/>
        <pc:sldMkLst>
          <pc:docMk/>
          <pc:sldMk cId="3001191111" sldId="355"/>
        </pc:sldMkLst>
        <pc:spChg chg="mod">
          <ac:chgData name="Tea Boon Chian" userId="ab84e6a5-2079-4f96-af03-c8dde00dcc75" providerId="ADAL" clId="{67363D88-3603-435B-8649-CFC61FAC214E}" dt="2024-01-03T05:15:54.115" v="21464" actId="207"/>
          <ac:spMkLst>
            <pc:docMk/>
            <pc:sldMk cId="3001191111" sldId="355"/>
            <ac:spMk id="2" creationId="{C8204D36-33FD-2F34-340F-D2CBFB950D2F}"/>
          </ac:spMkLst>
        </pc:spChg>
      </pc:sldChg>
      <pc:sldChg chg="addSp modSp mod">
        <pc:chgData name="Tea Boon Chian" userId="ab84e6a5-2079-4f96-af03-c8dde00dcc75" providerId="ADAL" clId="{67363D88-3603-435B-8649-CFC61FAC214E}" dt="2024-01-09T07:45:41.179" v="22121" actId="207"/>
        <pc:sldMkLst>
          <pc:docMk/>
          <pc:sldMk cId="3663418278" sldId="356"/>
        </pc:sldMkLst>
        <pc:spChg chg="mod">
          <ac:chgData name="Tea Boon Chian" userId="ab84e6a5-2079-4f96-af03-c8dde00dcc75" providerId="ADAL" clId="{67363D88-3603-435B-8649-CFC61FAC214E}" dt="2024-01-09T07:45:41.179" v="22121" actId="207"/>
          <ac:spMkLst>
            <pc:docMk/>
            <pc:sldMk cId="3663418278" sldId="356"/>
            <ac:spMk id="3" creationId="{5D27E70A-AF59-B46C-5054-B0B2A07251BE}"/>
          </ac:spMkLst>
        </pc:spChg>
        <pc:graphicFrameChg chg="add mod modGraphic">
          <ac:chgData name="Tea Boon Chian" userId="ab84e6a5-2079-4f96-af03-c8dde00dcc75" providerId="ADAL" clId="{67363D88-3603-435B-8649-CFC61FAC214E}" dt="2024-01-09T07:43:54.935" v="22057" actId="1076"/>
          <ac:graphicFrameMkLst>
            <pc:docMk/>
            <pc:sldMk cId="3663418278" sldId="356"/>
            <ac:graphicFrameMk id="4" creationId="{83FFF1B9-5EE3-2786-6440-8EE10B2F2AEB}"/>
          </ac:graphicFrameMkLst>
        </pc:graphicFrameChg>
      </pc:sldChg>
      <pc:sldChg chg="add">
        <pc:chgData name="Tea Boon Chian" userId="ab84e6a5-2079-4f96-af03-c8dde00dcc75" providerId="ADAL" clId="{67363D88-3603-435B-8649-CFC61FAC214E}" dt="2023-12-29T06:57:47.421" v="21442"/>
        <pc:sldMkLst>
          <pc:docMk/>
          <pc:sldMk cId="1655176404" sldId="359"/>
        </pc:sldMkLst>
      </pc:sldChg>
      <pc:sldChg chg="add">
        <pc:chgData name="Tea Boon Chian" userId="ab84e6a5-2079-4f96-af03-c8dde00dcc75" providerId="ADAL" clId="{67363D88-3603-435B-8649-CFC61FAC214E}" dt="2023-12-29T06:58:03.591" v="21444"/>
        <pc:sldMkLst>
          <pc:docMk/>
          <pc:sldMk cId="901921738" sldId="360"/>
        </pc:sldMkLst>
      </pc:sldChg>
      <pc:sldChg chg="modSp add del mod">
        <pc:chgData name="Tea Boon Chian" userId="ab84e6a5-2079-4f96-af03-c8dde00dcc75" providerId="ADAL" clId="{67363D88-3603-435B-8649-CFC61FAC214E}" dt="2024-01-03T05:34:57.720" v="21491" actId="207"/>
        <pc:sldMkLst>
          <pc:docMk/>
          <pc:sldMk cId="1623329444" sldId="361"/>
        </pc:sldMkLst>
        <pc:graphicFrameChg chg="modGraphic">
          <ac:chgData name="Tea Boon Chian" userId="ab84e6a5-2079-4f96-af03-c8dde00dcc75" providerId="ADAL" clId="{67363D88-3603-435B-8649-CFC61FAC214E}" dt="2024-01-03T05:34:57.720" v="21491" actId="207"/>
          <ac:graphicFrameMkLst>
            <pc:docMk/>
            <pc:sldMk cId="1623329444" sldId="361"/>
            <ac:graphicFrameMk id="6" creationId="{CFA87BF7-ED22-7095-869A-B430705B74DB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5-20T08:09:32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18203 4136 362 0,'0'-4'707'0,"0"4"-12"0,0 0-117 16,0 0-110-16,-7 0-85 0,7-4-75 0,0 4-64 15,7 0-48-15,-7-3-46 0,0 3-27 0,0 0-15 0,0 0-7 16,0 0-14-16,0-4-1 0,0 4-3 0,0-4-11 0,0 4 5 16,0 0 2-16,0 0 5 0,0 0-2 0,0 4 9 15,0 0 2-15,0-1 5 0,0 5 4 0,0-2-3 0,0 3 1 16,-7 5-8-16,7 0-6 0,0 5-10 0,0 3-4 16,0 0-10-16,0 3-2 0,-6 1-11 0,6 4-2 0,0-5-2 15,0 5 2-15,0-1 1 0,0 0-3 0,0 1-1 0,6-1-1 16,-6-4 3-16,0 1 2 0,7 0-1 0,-7 0-5 15,6-5-7-15,-6 1-3 0,6 0-6 0,-6-3-5 0,8 2-3 16,-8-2-5-16,0-1-5 0,6-3-3 0,-6 3 0 16,0-3-5-16,0 0 4 0,0-1-4 0,0-3-1 0,0 0-6 15,0 0-4-15,0 0-10 0,0-4-13 0,0 1-12 0,0 0-22 16,-6-6-21-16,6 3-32 0,0-2-28 0,-8-3-33 16,8 4-40-16,-6-4-35 0,6 0-36 0,-6 0-58 15,6 0-75-15,-7 0-70 0,7-4-81 0,0 1-106 0,-6-2-57 16,6 5-27-16,0-7 18 0</inkml:trace>
  <inkml:trace contextRef="#ctx0" brushRef="#br0" timeOffset="235.49">18438 4598 616 0,'0'3'745'0,"0"5"-15"0,0-1-105 16,0 0-92-16,0 4-72 0,-8 0-57 0,8 4-47 15,0-1-32-15,0 4-23 0,0 1-29 0,8-1-17 0,-8 1-26 16,0-1-24-16,0 0-34 0,0-4-34 0,6-2-29 16,-6 2-27-16,0-6-23 0,0-1-29 0,0 1-30 0,6-5-45 15,-6 4-62-15,0-3-76 0,0-4-77 0,0-4-82 0,0 1-103 16,7-4-100-16,-7-5-85 0,7-2-71 0,-7-1-69 16,6 1-29-16,0-5 11 0,-6 1 46 0</inkml:trace>
  <inkml:trace contextRef="#ctx0" brushRef="#br0" timeOffset="316.63">18476 4389 72 0,'-6'-16'537'0,"0"2"-32"0,-1 3-89 16,0-1-101-16,1 10-85 0,6-6-72 0,-6 5-74 0,6-1-78 16,-8 4-88-16,8-4-95 0,0 4-106 0,0 0-152 15,8 4-80-15,-2 0-30 0</inkml:trace>
  <inkml:trace contextRef="#ctx0" brushRef="#br0" timeOffset="885.16">18789 4553 280 0,'0'4'714'0,"6"0"14"0,-6-4-110 0,0 3-108 15,0-3-72-15,0 0-72 0,0-3-60 0,0 3-60 0,0-4-44 16,6 0-42-16,-6-3-24 0,0 3-24 0,8-3-33 16,-8-4-16-16,0 4-14 0,6-1-17 0,-6 2-2 0,0-6-4 0,0 5-1 15,0-4 0-15,0 4-5 0,0 0-7 0,0-5 0 16,0 5 2-16,0-1-10 0,-6 2-1 0,6-3-8 0,0 2 2 15,-8 0 8-15,8 0 1 0,-6 0-2 0,6 0-7 0,0 3 2 16,-6-4-5-16,6 5-3 0,-6-1-2 0,6 0-3 0,-7 1-2 16,7 3-6-16,-7-4-3 0,7 4-5 0,0 0 0 15,-6 0 3-15,-1 4 0 0,1-1-2 0,0-3 9 16,6 8 5-16,-8-5 6 0,2 0 0 0,0 6 6 0,0-6 2 16,-1 4 1-16,0-3 0 0,1 3-3 0,-7 0 2 0,6 0 3 15,0-3 4-15,1 4 6 0,0-1 1 0,0 0-5 16,-2-3 4-16,2 3 4 0,0 0 3 0,-1 1 5 0,1-4 7 15,-1 3-8-15,0-3 4 0,7 0 8 0,-6-1-2 16,6 1-11-16,-6-1 0 0,6 2-7 0,0-2-3 0,0 0 5 16,0 1-10-16,6 0-1 0,-6-1 0 0,6-3 4 15,1 4 4-15,0 0 4 0,-1 0-7 0,1 3-3 0,-1-4 6 16,8 5-2-16,-2-1 2 0,1 0-2 0,0 1-5 0,0-1-2 16,1 4 1-16,-2 0 1 0,2-1-1 0,-2 6 0 15,1-5 8-15,1 4 5 0,-2-1 8 0,-6 1 16 0,8 0 16 16,-8-1 12-16,1-3 8 0,0 1 14 0,-1-2 4 0,-6 1 4 15,0-5 1-15,0 6 0 0,0-4-2 0,0-1 1 16,-6 3 1-16,-1-5-6 0,0 2-5 0,1 0-6 0,0-3-5 16,-8-1-15-16,2 5-9 0,5-5-14 0,-6-3-11 15,0 4-10-15,-1-4-3 0,8 0-10 0,-6 0-9 0,-2 0-14 16,1-4-19-16,7 4-26 0,-1-3-34 0,-6-1-43 0,7 0-58 16,0-3-58-16,-2 0-59 0,8-5-60 0,-6 2-63 15,12-1-77-15,-6-5-68 0,8 3-60 0,-2-6-68 0,6 1-56 16,-5-1-7-16,6-2 26 0</inkml:trace>
  <inkml:trace contextRef="#ctx0" brushRef="#br0" timeOffset="1066.63">19082 4309 534 0,'7'6'718'0,"-7"5"-25"0,6 4-74 16,-6 3-67-16,0 1-56 0,0 6-54 0,0 4-56 0,0 5-51 15,6-2-39-15,-6 2-33 0,0 1-37 0,7-1-34 0,-7-1-33 16,7 0-35-16,-1 0-34 0,-6-4-34 0,7-3-20 0,-1 0-27 15,1-4-33-15,-7-4-39 0,6-4-55 0,-6-2-68 16,0-2-74-16,0-2-98 0,0-1-122 0,0-7-123 0,0 0-152 16,0 0-73-16,0-7-21 0,0 3 28 0,-6-3 52 15</inkml:trace>
  <inkml:trace contextRef="#ctx0" brushRef="#br0" timeOffset="1220.58">18945 4567 167 0,'-12'-3'886'0,"5"3"79"0,-6-3 59 15,6 3-71-15,7 0-159 0,-6 3-175 0,6-3-122 0,0-3-87 16,0 3-73-16,6 0-73 0,1 0-60 0,-1 0-48 0,8 0-46 16,-2 0-34-16,2-4-47 0,5 0-62 0,1 1-64 0,-2-1-75 15,2 0-89-15,0 1-94 0,-1-1-109 0,7 1-134 16,1-5-121-16,5 4-108 0,-6-3-93 0,7 3-17 16,6 1 32-16,0 0 59 0</inkml:trace>
  <inkml:trace contextRef="#ctx0" brushRef="#br0" timeOffset="1721.66">20040 4553 338 0,'0'-7'678'16,"0"3"-32"-16,0-3-89 0,0 4-91 0,0-5-77 0,0 1-55 16,6-1-50-16,-6 2-48 0,0-2-48 0,0 1-30 15,-6-1-20-15,6 1-15 0,0 0-5 0,-8 2-3 0,8 3-7 16,-6-3-9-16,0 2-2 0,0-1-14 0,-1 4-9 0,-6 4 0 15,6 4-3-15,-5-1-10 0,-2 4-3 0,2 7 7 0,-2 0 4 16,1 4 16-16,7 4 7 0,-1 3 10 0,0 0 4 16,1 5 9-16,6-5 10 0,0 3 1 0,6-2 2 15,1-1-8-15,0-7-9 0,-1 0-13 0,7-4-8 0,1-3-12 16,-2-4-17-16,2 0-4 0,5-7 4 0,-6-4 4 0,6 0 9 16,-5-4 4-16,-2-3 6 0,8-4 6 0,-7-1 3 0,0-2-4 15,-6-4-17-15,-1 0-12 0,7-1-14 0,-6-3-6 16,-7 0-12-16,6 0-9 0,-6-3-9 0,0 3-8 15,0-4-17-15,-6 3-18 0,-1 2-26 0,7-2-32 0,-7 6-30 16,1-1-34-16,0 3-42 0,-1 1-51 0,0-1-40 0,1 0-42 16,0 3-48-16,-1 5-28 0,1-4-45 0,-1 4-57 0,0 0-51 15,1 4-36-15,6-2-46 0,0 5-74 0,0 0-24 16,0 0 0-16,0 0 45 0</inkml:trace>
  <inkml:trace contextRef="#ctx0" brushRef="#br0" timeOffset="1999.77">20437 4469 450 0,'13'-18'648'0,"-1"-1"-44"0,2 1-83 15,-8 0-77-15,1 0-68 0,-1-1-57 0,1 1-55 16,-7 0-43-16,0-1-59 0,0-3-37 0,0 4-28 0,0 0-10 16,-7 0-3-16,1-1 4 0,-1 1 9 0,-5 3-1 15,-2 1 9-15,8 3 0 0,-7 2 14 0,0 3-2 0,0-2 5 16,-1 5 3-16,2 3 1 0,-2 3 5 0,2 1-4 15,-1 3 0-15,-1 5-8 0,8 2 0 0,-7 5-7 0,6 2-7 16,1 9-7-16,6-1-9 0,-7 3-14 0,7 6-6 0,0-2-9 16,0 1-10-16,7 3-10 0,-1-3-14 0,-6-1-12 15,7 1-3-15,0-1-9 0,-1-2-15 0,0-4-23 0,1-2-34 16,0-2-41-16,-7-1-59 0,0-2-66 0,0-5-68 16,0-3-69-16,0-1-101 0,-7-3-94 0,7-11-94 0,-7 7-114 15,1 1-47-15,6-8-5 0,0 0 32 0</inkml:trace>
  <inkml:trace contextRef="#ctx0" brushRef="#br0" timeOffset="2131.88">20111 4663 425 0,'0'-3'855'0,"0"-4"52"15,-6 2 3-15,6 2-129 0,6-1-142 0,-6 4-146 0,6 0-106 16,-6-3-83-16,14 3-62 0,-8 0-50 0,7-4-56 0,0 4-73 16,0 0-84-16,1 0-104 0,5 0-98 0,0 0-121 15,8 0-147-15,-8 0-179 0,0 0-164 0,1 0-91 0,6 4-11 16,-6-1 44-16,-1 1 54 0</inkml:trace>
  <inkml:trace contextRef="#ctx0" brushRef="#br0" timeOffset="3053.23">21003 4532 2 0,'-6'-4'712'0,"0"4"43"16,-2-4-19-16,2 4-121 0,0 0-115 0,-8 4-99 0,8 0-89 16,0-1-74-16,-7 4-48 0,6 4-34 0,0 3-32 15,1 1-19-15,6 4-17 0,-6 3-12 0,6 3-14 16,0 5-14-16,0-1-2 0,0 4-10 0,0 0-6 0,0 0-9 16,6 0-4-16,0 0-4 0,-6 0-1 0,7-4 4 0,-7 1-4 15,7-5 4-15,-1 1-2 0,-6-5 3 0,7 2-1 0,-7-4-1 16,6-1-6-16,-6-7-5 0,6-1 1 0,-6 1-2 15,0-3-6-15,8-5-7 0,-8 1-1 0,0-4-14 0,0 0-5 16,0-7-11-16,0-1-10 0,0-3-8 0,0 1 5 16,0-9 2-16,0 1-7 0,0-4 2 0,0-3-3 0,-8-6 6 15,8 3 4-15,-6-2 9 0,0-6 8 0,-1-1 4 0,1-3 4 16,-1 0 7-16,-6 3 11 0,7-4 1 0,0 1 9 16,-8 4 2-16,8 2-1 0,-1 2 1 0,1 3 11 0,-1 0 15 15,7 3 3-15,0 3 16 0,0-2-3 0,0 3 6 0,0 4 4 16,7-1 8-16,-1 1-2 0,1 7-5 0,-1-4 12 15,0 8-6-15,8-3 5 0,-2 2 7 0,2 3 7 0,-1 2-2 16,-1 3 11-16,2 0 8 0,6 3 3 0,-8 10 7 16,8-3 8-16,-7 5-3 0,7 3-3 0,-8 0-2 0,2 4-2 15,-1 3-8-15,-7-2-4 0,7 6-6 0,-6-3-6 16,-1-1-1-16,0 5-1 0,-6-4-3 0,0-1-4 0,0 1-5 16,0 0-6-16,-6-5-5 0,0-3-7 0,-1 4-13 15,0-2-9-15,1-6-5 0,-7-1-7 0,0 3-11 0,6-5-22 16,-5-1-31-16,4 2-35 0,-4-5-39 0,-8-3-45 15,7-1-49-15,1-3-70 0,-2-3-59 0,2-1-45 0,-2 0-36 0,1-3-50 16,7-1-48-16,-1 2-44 0,-6-5-27 0,13 0-8 16,-6-4-30-16,6 4-58 0,0-4 6 0,6 0 41 15</inkml:trace>
  <inkml:trace contextRef="#ctx0" brushRef="#br0" timeOffset="3449.28">21263 4689 171 0,'14'18'529'0,"-8"1"-29"0,8 3-39 15,-14-9-30-15,6 7-31 0,-6-6-11 0,7-3-22 16,-7 0-26-16,0-4-34 0,0 4-43 0,-7-7-42 0,7 4-31 16,-6-5-18-16,6-3-28 0,-7 0-24 0,0 0-25 0,1-3-17 15,0-5-36-15,-2 1-8 0,2-4-15 0,0 0-6 16,-1-4-3-16,7-3-2 0,-6 0 1 0,6-5-6 0,0 1 5 16,0 0-11-16,0-3-4 0,0 3-8 0,6 0-11 15,1 3-11-15,-1 1-12 0,0-1-17 0,2 5 0 0,4-4-14 16,2 3-16-16,-8 1-10 0,7 3-4 0,0 4-3 15,0-1 0-15,7 1 11 0,-7 3 5 0,-1 1 14 0,8 3 15 0,-6-5 7 16,-2 5 7-16,1 5 13 0,-6-5 14 0,6 3 5 16,-1 1 6-16,2-4 8 0,-8 4 1 0,1-1 8 15,-1 1 0-15,1-4 7 0,-7 4 4 0,6-4 7 0,1 0 6 16,-7 3 5-16,0-3 5 0,0 4 14 0,0-4 24 0,0 3 5 16,0 2 12-16,0-2 18 0,0 8 18 0,0 0 6 15,0 3 14-15,0 1 4 0,0 0 4 0,0 3-1 0,0 3-6 16,0 2-19-16,0 0-15 0,-7-2-14 0,7 1-17 0,0-4-13 15,0 4-24-15,0-7-14 0,0 0-17 0,0-1-23 16,0-6-38-16,0-2-52 0,0-1-68 0,0-2-78 0,-6-3-99 16,12-3-116-16,-6-2-120 0,0-5-133 0,7 3-87 15,-7-4-24-15,6-4 16 0,1 0 46 0</inkml:trace>
  <inkml:trace contextRef="#ctx0" brushRef="#br0" timeOffset="3565.6">21570 4341 358 0,'-13'-15'813'0,"7"0"36"0,-8 5-24 0,1-2-154 15,0 5-169-15,7 3-161 0,-1-3-120 0,1 3-83 0,-8 1-62 16,14-1-67-16,-6 4-65 0,6 0-55 0,0-3-68 16,0 6-87-16,6-3-82 0,2 4-84 0,-2 3-74 0,7 0-66 15,-7 4-66-15,7 4-38 0,-6 4 13 0</inkml:trace>
  <inkml:trace contextRef="#ctx0" brushRef="#br0" timeOffset="4335.52">21681 4689 344 0,'6'22'517'0,"-6"-4"-41"16,6-3-66-16,-6 0-55 0,0-4-40 0,0-4-41 0,8 0-44 15,-8-3-33-15,0 0-41 0,6-4-47 0,-6-4-26 16,0 4-32-16,0-7-21 0,0-1-9 0,0 1-5 0,0-4-4 16,-6 0-10-16,6-4 7 0,0 0-14 0,-8 1 8 15,8-1-3-15,-6 1-7 0,6-4 6 0,0-1-4 16,-6 1 11-16,6 0-4 0,-7-1 15 0,7 4-3 0,0-3 8 0,-6 4 5 16,6-1 2-16,0 1-3 0,0-1 0 0,0 0 2 15,0 1-14-15,0 2-2 0,6 1-5 0,1 1-3 16,-1-2 4-16,-6 1 4 0,6 4 1 0,2 0-8 0,-2 3 8 15,0-3-5-15,0 2 5 0,1 2 7 0,0 3-6 0,-1-3-5 16,1 3 5-16,-1 3 1 0,1-3 5 0,0 3 6 0,-1 2-3 16,7 2-4-16,-6 0-4 0,-1 4 14 0,0 3-6 15,1-2 15-15,-1 2-5 0,1 4-1 0,0 1 2 16,-1 4-3-16,7-2 3 0,-6 1-4 0,-1 4-1 0,0-5-1 16,1 5 5-16,0 0-4 0,-1-4-4 0,-6 3-7 15,7-3 0-15,-1-2-5 0,-6-3 4 0,6 2-7 0,-6-5-15 0,0-3-3 16,0 0 3-16,8-4 4 0,-8 1-3 0,0-5 0 15,0 1-5-15,-8-4-2 0,8 0 3 0,0-4 5 16,0-3-2-16,0 0-1 0,0 0-9 0,0-4-15 0,0-4-2 16,0 4-10-16,0-4-3 0,0-2-5 0,0 1-8 0,0-2 8 15,0 0 8-15,8-1 6 0,-8 4-1 0,0-3 11 0,0-1 5 16,0 6 8-16,0-3 9 0,6 1-1 0,-6 1-3 16,0 0 11-16,6-1 3 0,-6 4 2 0,6 1 7 15,-6-5-10-15,7 4 6 0,0 0 0 0,-1 4 13 16,-6-5-3-16,7 5 12 0,-1-4-1 0,0 3 8 0,2 4 13 15,-2-3 2-15,0 4 16 0,0-1 8 0,2 0 10 0,-2 4 2 16,0 0 14-16,-6 0 5 0,7 4 8 0,-1 3 8 0,1 0-8 16,0 5-3-16,-7-1-2 0,6 8-8 0,0-1-7 15,-6 3-11-15,6 5-11 0,-6 3-16 0,0 0-6 0,8 5-11 16,-8 3-6-16,0-5-4 0,6 1-7 0,-6 0-6 0,6-3-4 16,1-1-6-16,0-7-3 0,-1 0 0 0,7-4-6 15,-7 1 0-15,8-8-3 0,-8 0-3 0,7-4-5 0,-6 1 1 16,6-5-9-16,-1-3-16 0,2-8-7 0,-2 5-9 15,2-8-7-15,5-4-3 0,-5 0-2 0,-2-3 3 0,8-1 7 16,-7-2 9-16,7-2 9 0,-8-2 10 0,8 0 12 16,0-5 5-16,-7 1 10 0,-1-3 4 0,8-2 11 0,-6 1 11 15,-2 0 12-15,-5 4 7 0,6-1 12 0,-13 5 14 0,6 3 16 16,-6 3 17-16,-6 1 5 0,6 7 5 0,-7 0-3 16,-6 4-2-16,7 4-1 0,-8 3-7 0,2 3-9 15,-8 1-7-15,7 6-6 0,-7 1 0 0,1 5 1 0,6 1 2 16,0 6-1-16,-7-1 0 0,8 3-7 0,-2-3-3 0,8 7-5 15,0 0-2-15,-1 1-8 0,7 4-12 0,-7-2-10 0,14-3-7 16,-7 1-5-16,0-1-11 0,7-3-20 0,5-5-34 0,-6 5-43 16,8-8-56-16,-8 0-73 0,7 1-79 0,7-4-89 15,-7-4-98-15,6 0-111 0,1 0-110 0,-1-4-124 0,1 4-85 16,6-4-18-16,-6 1 22 0,5-2 51 0</inkml:trace>
  <inkml:trace contextRef="#ctx0" brushRef="#br0" timeOffset="5115.92">23009 4498 210 0,'-6'-3'721'0,"6"-4"37"0,-6 3-87 0,6 4-129 0,-8-4-112 15,8 4-87-15,0 4-84 0,-6 0-54 0,6 3-39 16,-6 7-33-16,6 1-14 0,0 3-7 0,0 4 0 0,0 0-15 16,0 1-3-16,6 2-5 0,-6 4-6 0,6-3 3 0,-6-1-4 15,8 1-11-15,-2-5-11 0,0 2-1 0,0-1-12 16,-6-7-6-16,8-1-9 0,-2 1-7 0,-6-4-8 0,6-4-5 16,-6 1 3-16,0 0-17 0,0-8 0 0,7 0-1 0,-7 0 5 15,0-5-2-15,0-2 0 0,0 0-2 0,-7-1-4 16,7-2 17-16,0-5-7 0,0 0-3 0,0-4-9 0,0-2-5 15,0-1-8-15,0 1-1 0,0-2-1 0,0 1-10 16,0 0 10-16,7-4-4 0,-7 4 3 0,0-4 6 0,6 5 10 16,-6-1-4-16,0 0 4 0,7 3 8 0,-7 1-4 15,7 4 7-15,-1-2-4 0,-6 2-6 0,6 3-3 0,-6 1 7 16,6 1-4-16,-6 2 4 0,8 4-3 0,-8-1 0 16,6 0 6-16,-6 1 0 0,6 3-2 0,1 0 4 0,0 0 0 15,-1 0 1-15,7 3 5 0,-7 1-9 0,1 3 1 0,0-3 7 16,5 8 5-16,-5-6-4 0,0 9 0 0,6-3 0 15,-7 2 5-15,7 4 9 0,-6-3 8 0,-1 7-5 0,0-4 3 16,8 3-4-16,-8 2-9 0,1-2 4 0,-1-2-5 0,-6 4-4 16,7-5-12-16,0 0-1 0,-7 4-1 0,0-4 3 0,0 1 1 15,6-6-10-15,-6 3-22 0,0-1-34 0,0-1-33 16,0-3-32-16,0-4-50 0,0 4-50 0,0-4-69 0,-6 1-78 16,6-1-66-16,0 1-58 0,0-5-76 0,0-3-113 15,0 0-25-15,0 0 4 0</inkml:trace>
  <inkml:trace contextRef="#ctx0" brushRef="#br0" timeOffset="5500.99">23407 4524 238 0,'0'-4'742'0,"0"1"30"15,0-1-105-15,0 4-113 0,0 0-97 0,0 7-83 0,0 1-82 16,-7 6-66-16,7-3-35 0,0 8-35 0,0-1-11 0,0 1-18 15,0 2-9-15,0 2-15 0,0-2-12 0,7 5-14 16,-1-8-15-16,0 4-13 0,1-1-8 0,0-1-7 0,5-3-9 16,-4-5-5-16,4 2 3 0,-5-6 1 0,6-1-1 15,-7 1-3-15,7-8-1 0,1 0 2 0,-8 0-1 0,7-5 2 16,-7-2-4-16,7 0-5 0,-6 0-2 0,-1-4-1 0,1-1 0 16,0-2-6-16,-1 0-4 0,0-1 1 0,-6 0-1 15,7-3-4-15,-7-1-1 0,7 1 3 0,-7 0-2 0,0-4 3 16,0 4 5-16,0 0-5 0,0-1 1 0,0 1 2 0,0 3 9 15,0 0 13-15,0 1 11 0,-7-1 7 0,7 5 14 16,0-2 16-16,-7 5 12 0,7 0 14 0,0-1 1 0,-6 5-16 16,6-2 4-16,0 3-8 0,0 2-18 0,-6 0-17 15,6 0-9-15,0 0-16 0,0 2-17 0,0 3-9 16,0-2-28-16,0 1-28 0,0 0-28 0,0 3-41 0,0-3-53 16,0 3-62-16,0 1-50 0,0-5-78 0,0 0-96 0,0 5-91 15,0-5-97-15,0 1-139 0,6 0-40 0,0 3 22 0,-6-3 29 16</inkml:trace>
  <inkml:trace contextRef="#ctx0" brushRef="#br0" timeOffset="6050.08">23804 4707 69 0,'0'19'692'16,"-6"-1"31"-16,6-1-75 0,0 3-107 0,0-6-89 0,0 1-76 15,0-1-74-15,-8-3-74 0,8 1-67 0,0-5-36 0,0 0-41 16,0 0-23-16,0-3-29 0,0 0-16 0,0-4-9 15,0 0-6-15,0-4-5 0,0 4-9 0,0-7 2 0,8-1-6 16,-8 1 7-16,0-1-3 0,0-2 4 0,0-1 2 0,0-4 6 16,0-3 1-16,0 0-7 0,0-1 6 0,0 2 1 15,0-6 5-15,0 1-3 0,0 4-5 0,6-5-3 0,-6-2 5 16,0 6 8-16,6-3-4 0,-6 4-7 0,0 0 2 16,7 0-5-16,-7 3 9 0,7-3 7 0,-1 7 1 0,-6-4 6 15,6 5-2-15,-6 2 4 0,7-3 2 0,-1 7 8 0,-6-3-3 16,7 4-7-16,0-2 6 0,-7 1-3 0,6 4 5 15,0 0 6-15,1 4-4 0,0 1 0 0,-1-2 8 0,0 4-1 16,1 4-7-16,0 1-1 0,-1 2-1 0,1 1-2 0,-1 3 3 16,0 4-1-16,2 0-7 0,-2 0 2 0,0-1-5 15,0 2-5-15,1-5 5 0,0 5-6 0,-1-6-4 0,-6-2-4 16,7 3 3-16,-1-3-2 0,-6-1 2 0,6-2 3 16,-6-1-6-16,8-9 5 0,-8 3-6 0,0-1 0 0,0-1-7 15,0-3 1-15,0-3 4 0,0 3-8 0,0-9-2 0,0 7-6 16,0-6 6-16,0-3-3 0,0-3 3 0,0 2 0 15,0-2-10-15,0-1 3 0,0-3-2 0,0 4 4 16,0-5-1-16,6 1 5 0,-6 0 4 0,6-1-7 0,-6 4 8 16,6 1 12-16,2 3 13 0,-2-4 22 0,-6 8 20 0,6-4 20 15,1 8 28-15,6-5 40 0,-6 8 30 0,5 0 21 16,-6 0 27-16,8 3 9 0,-8 2 7 0,7 5-3 0,1 1-14 16,-8 0-23-16,7 7-23 0,-6 1-27 0,-1 2-38 15,0 2-28-15,1-1-26 0,0 0-27 0,-7 0-28 0,6-1-40 16,-6-2-49-16,7-1-53 0,-7 1-64 0,0-1-87 0,0-3-88 15,-7 3-97-15,7-4-121 0,0-3-120 0,0 1-169 0,7-2-46 16,-7-10-3-16,0 0 32 0,0 19 60 0</inkml:trace>
  <inkml:trace contextRef="#ctx0" brushRef="#br0" timeOffset="6819.28">24331 4078 463 0,'-6'-15'720'0,"6"4"5"16,-6 0-110-16,-2 4-103 0,-4 2-79 0,12-3-73 16,-6 5-72-16,-1 3-61 0,0 3-34 0,1 2-39 0,-1 7-29 15,7-2-20-15,0 8-20 0,0 4-2 0,0 0-12 0,7 7 6 16,-1 5-10-16,-6-2 1 0,7 5-7 0,0 3-10 15,-1-3-4-15,0 3-7 0,0 0-9 0,2 1-8 0,-2-4-6 16,-6-1-10-16,6-3-1 0,1-3 3 0,-7-2-1 16,6-2-8-16,-6-3 1 0,7-5 2 0,0 0-1 0,-7-4 3 0,0-3-2 15,6 1-7-15,-6-4-9 0,0-6-6 0,0-2-11 16,0 0-10-16,0-2-5 0,6-6-16 0,-6 0-10 16,0-3-8-16,0 1-1 0,-6-5 13 0,6 0 5 0,0 1-2 15,-6-9-3-15,6 4 12 0,0 1 3 0,0-8 6 16,-7 5 1-16,7-1 6 0,0 1 2 0,0-2 4 0,0 2 12 15,0-2 4-15,0 1 9 0,7 4 2 0,-1 0 6 0,-6 3-2 16,6 0-2-16,8 1 1 0,-8 3 2 0,7-1-1 16,-6 5 8-16,6 4 20 0,-1-2 7 0,2 5 7 0,-2 0 15 15,2 5 15-15,-1-2 7 0,0 8 12 0,0 0 5 16,-1-1-3-16,2 6 6 0,-8 2 8 0,7-3 0 0,-6 3-1 16,-1 0 0-16,1 1 1 0,-7 0-3 0,0 2-3 15,0-3-9-15,0 4-12 0,0-3-4 0,-7-1-11 0,1 1-10 16,-1-2-13-16,1-1-11 0,-1 2-19 0,-5-4-16 0,-2 2-30 15,8-2-44-15,-14 0-45 0,7-2-51 0,1-2-51 0,-2 1-49 16,1-3-43-16,0-5-64 0,0 4-63 0,0-3-51 0,0-4-37 16,7 4-32-16,-1-4-36 0,0-4-51 0,1 4-26 15,6 0 36-15</inkml:trace>
  <inkml:trace contextRef="#ctx0" brushRef="#br0" timeOffset="7083.32">24546 4667 68 0,'20'-10'397'0,"-7"-2"-22"0,7 1-20 0,-1 0-10 0,0-3 6 15,8-5-5-15,-8 5-10 0,-6-5-10 0,7 1-18 0,-1-1-32 16,1 2-37-16,-7-2-38 0,-7 1-40 0,7-1-19 16,-6 4-14-16,-1 0-6 0,-6 5-1 0,0-1 0 0,0 0-7 15,0 4-2-15,-6-1-6 0,-1 5-10 0,-6-1 0 0,7 0-8 16,-7 8-3-16,-1-4-10 0,2 4 0 0,-1 2 3 16,0 3 3-16,0-2 8 0,6 0 8 0,-6 7 9 0,0-3 12 15,6 4 14-15,-6 0 14 0,7 3 1 0,0-3 5 16,6 7-3-16,-7-4-10 0,7 0-12 0,0 4-20 0,0 0-12 15,7 1-18-15,-7-2-16 0,6 2-15 0,0-5-11 0,1 0-10 16,6 0-14-16,0-3-20 0,0-1-32 0,-6-2-48 16,6-1-55-16,0 0-71 0,0-4-74 0,-7 0-81 0,8-3-74 15,-2 0-91-15,1-4-85 0,0 3-69 0,0-6-75 16,1 3-77-16,-2-4 0 0,2 0 31 0,-2 4 57 16</inkml:trace>
  <inkml:trace contextRef="#ctx0" brushRef="#br0" timeOffset="7282.71">24931 4832 381 0,'-7'-4'751'0,"0"-3"25"0,1-1-76 0,0-2-95 0,-1-5-81 16,7 0-68-16,-7 1-86 0,7-5-60 0,-6 1-40 0,6 3-34 15,0-7-28-15,0 4-36 0,0-1-34 0,6 1-31 0,-6-3-22 16,7 2-14-16,-7-4-15 0,7 9-14 0,-7-4-15 16,6 0-5-16,0 4-8 0,-6-1-14 0,14 0-11 0,-14 1-22 15,6 2-23-15,1 1-34 0,-1 4-43 0,0-1-51 16,2 1-51-16,4 3-45 0,-6 1-60 0,1-1-71 15,0 4-69-15,6 0-62 0,-7 0-66 0,8 4-103 0,-2-1-34 0,-6 1 11 16,8-1 42-16</inkml:trace>
  <inkml:trace contextRef="#ctx0" brushRef="#br0" timeOffset="7716.54">25250 4553 28 0,'0'0'588'0,"6"0"-28"0,-6 0-65 0,0 0-70 16,0 0-53-16,6 0-43 0,-6 0-33 0,0 0-36 16,8-3-34-16,-8-1-29 0,6 0-44 0,-6 1-36 15,6-1-20-15,-6-3-13 0,7 3 0 0,-7-3 8 0,0-1-2 16,6 5-5-16,-6 0 5 0,0-5 6 0,0 4 0 15,-6 1 5-15,6-1-9 0,0 0-12 0,-7 1-1 0,7-1-9 0,-6 4-4 16,0-4-11-16,6 4-9 0,-8-3-8 0,2 3-6 16,0 0 1-16,0 0-2 0,-2 0 7 0,8 0 1 0,-6 3 8 15,0-3 7-15,-1 4-2 0,1-4 7 0,6 4-4 16,-7-1 5-16,0 5-6 0,7-1-6 0,0 1-6 0,-6-2-3 16,12 5 7-16,-6 1-4 0,0 2 0 0,7 1-6 0,-7 0 5 15,7 2 12-15,-7 1 9 0,6 1 4 0,1-4 1 16,-7 3 4-16,6-3 2 0,0-1 7 0,2 1 2 15,-8 0-6-15,0-3-5 0,0-6-5 0,0 5 3 0,0-3-9 16,0-1-11-16,0 0-14 0,-8-3-26 0,2 0-35 0,0-4-53 16,-7-4-66-16,6 4-100 0,-6-7-95 0,7 3-125 15,0-3-151-15,-2-1-171 0,2 1-122 0,0-1-62 0,6 1 1 16,0 0 44-16,0-1 67 0</inkml:trace>
  <inkml:trace contextRef="#ctx0" brushRef="#br0" timeOffset="7816.85">25393 4726 226 0,'0'3'864'0,"-7"2"38"0,7-3 11 16,0 2-110-16,0 0-232 0,-6 0-230 0,6-1-164 0,-6 1-125 16,6 0-115-16,-7-4-134 0,7 0-149 0,0 0-179 15,0 0-142-15,0 0-90 0,7-4-34 0,-1 0-15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939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9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6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8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7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2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5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5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9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EC32AE-E4F8-4BC6-BEF2-B48BDD157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EC50C-5300-23E3-EB30-CD05F7539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0863" y="1079500"/>
            <a:ext cx="3882286" cy="1202060"/>
          </a:xfrm>
        </p:spPr>
        <p:txBody>
          <a:bodyPr>
            <a:normAutofit/>
          </a:bodyPr>
          <a:lstStyle/>
          <a:p>
            <a:r>
              <a:rPr lang="en-MY" sz="5400" b="1" dirty="0"/>
              <a:t>Chapter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72DA5-C029-B66D-B16F-E8EDEB6F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0862" y="3053918"/>
            <a:ext cx="3882287" cy="2661791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rgbClr val="FF0000">
                    <a:alpha val="60000"/>
                  </a:srgbClr>
                </a:solidFill>
              </a:rPr>
              <a:t>Mathematical </a:t>
            </a:r>
          </a:p>
          <a:p>
            <a:r>
              <a:rPr lang="en-MY" sz="3600" b="1" dirty="0">
                <a:solidFill>
                  <a:srgbClr val="FF0000">
                    <a:alpha val="60000"/>
                  </a:srgbClr>
                </a:solidFill>
              </a:rPr>
              <a:t>Background </a:t>
            </a:r>
          </a:p>
          <a:p>
            <a:r>
              <a:rPr lang="en-MY" sz="3600" b="1" dirty="0">
                <a:solidFill>
                  <a:srgbClr val="FF0000">
                    <a:alpha val="60000"/>
                  </a:srgbClr>
                </a:solidFill>
              </a:rPr>
              <a:t>Part II</a:t>
            </a:r>
          </a:p>
        </p:txBody>
      </p:sp>
      <p:pic>
        <p:nvPicPr>
          <p:cNvPr id="4" name="Picture 2" descr="HD wallpaper: mathematics, Prime numbers | Wallpaper Flare">
            <a:extLst>
              <a:ext uri="{FF2B5EF4-FFF2-40B4-BE49-F238E27FC236}">
                <a16:creationId xmlns:a16="http://schemas.microsoft.com/office/drawing/2014/main" id="{B08FF342-75B7-DA34-E6AB-B4214C302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0" b="519"/>
          <a:stretch/>
        </p:blipFill>
        <p:spPr bwMode="auto">
          <a:xfrm>
            <a:off x="20" y="10"/>
            <a:ext cx="72119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11C822-2379-4749-95C7-3CDA9329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2006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71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MY" sz="2400" dirty="0"/>
              <a:t>Prime and Composite Numbers.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Euler’s and Fermat’s Little Theorems.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Prime Numbers and Primality Testing.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Chinese Remainder Theorem.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Fast Exponentiation Algorithm.</a:t>
            </a:r>
          </a:p>
        </p:txBody>
      </p:sp>
    </p:spTree>
    <p:extLst>
      <p:ext uri="{BB962C8B-B14F-4D97-AF65-F5344CB8AC3E}">
        <p14:creationId xmlns:p14="http://schemas.microsoft.com/office/powerpoint/2010/main" val="2342043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6527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b="1" dirty="0"/>
              <a:t>In the end of this Chapter 7, </a:t>
            </a:r>
            <a:r>
              <a:rPr lang="en-MY" sz="2000" b="1" dirty="0"/>
              <a:t>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the difference between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prime</a:t>
            </a:r>
            <a:r>
              <a:rPr lang="en-MY" dirty="0"/>
              <a:t> and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composite numbers</a:t>
            </a:r>
            <a:r>
              <a:rPr lang="en-MY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and apply the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Euler’s</a:t>
            </a:r>
            <a:r>
              <a:rPr lang="en-MY" dirty="0"/>
              <a:t> and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Fermat’s Little Theorems</a:t>
            </a:r>
            <a:r>
              <a:rPr lang="en-MY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perform primality tests </a:t>
            </a:r>
            <a:r>
              <a:rPr lang="en-MY" dirty="0"/>
              <a:t>on prime numbers.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and apply the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Chinese Remainder Theorem</a:t>
            </a:r>
            <a:r>
              <a:rPr lang="en-MY" dirty="0"/>
              <a:t> to solve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congruence equations</a:t>
            </a:r>
            <a:r>
              <a:rPr lang="en-MY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and perform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fast exponentiation operation</a:t>
            </a:r>
            <a:r>
              <a:rPr lang="en-MY" dirty="0"/>
              <a:t> using fast exponentiation algorithm.</a:t>
            </a:r>
          </a:p>
          <a:p>
            <a:pPr marL="457200" indent="-457200" algn="just">
              <a:buFont typeface="+mj-lt"/>
              <a:buAutoNum type="arabicPeriod"/>
            </a:pPr>
            <a:endParaRPr lang="en-MY" dirty="0"/>
          </a:p>
          <a:p>
            <a:pPr marL="457200" indent="-457200" algn="just">
              <a:buFont typeface="+mj-lt"/>
              <a:buAutoNum type="arabicPeriod"/>
            </a:pPr>
            <a:endParaRPr lang="en-MY" sz="2000" dirty="0"/>
          </a:p>
          <a:p>
            <a:pPr marL="0" indent="0" algn="just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7387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996633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>
                <a:solidFill>
                  <a:srgbClr val="0070C0"/>
                </a:solidFill>
              </a:rPr>
              <a:t>PRIME AND COMPOSITE 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NUMBERS</a:t>
            </a: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endParaRPr lang="en-MY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04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and </a:t>
            </a:r>
            <a:r>
              <a:rPr lang="en-MY" sz="4400" b="1" dirty="0">
                <a:solidFill>
                  <a:srgbClr val="0000FF"/>
                </a:solidFill>
              </a:rPr>
              <a:t>Composite</a:t>
            </a:r>
            <a:r>
              <a:rPr lang="en-MY" sz="4400" b="1" dirty="0"/>
              <a:t>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/>
          <a:lstStyle/>
          <a:p>
            <a:pPr algn="just"/>
            <a:r>
              <a:rPr lang="en-MY" dirty="0"/>
              <a:t>In general, positive integers can be divided into three groups: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The number 1. (It has </a:t>
            </a:r>
            <a:r>
              <a:rPr lang="en-MY" b="1" dirty="0">
                <a:solidFill>
                  <a:srgbClr val="57257D"/>
                </a:solidFill>
              </a:rPr>
              <a:t>exactly 1</a:t>
            </a:r>
            <a:r>
              <a:rPr lang="en-MY" dirty="0"/>
              <a:t> divisor, which is 1 itself)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Prime</a:t>
            </a:r>
            <a:r>
              <a:rPr lang="en-MY" dirty="0"/>
              <a:t> numbers. (It has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exactly 2</a:t>
            </a:r>
            <a:r>
              <a:rPr lang="en-MY" dirty="0"/>
              <a:t> divisors, which are 1 and itself)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Composite</a:t>
            </a:r>
            <a:r>
              <a:rPr lang="en-MY" dirty="0"/>
              <a:t> Numbers. (It has </a:t>
            </a:r>
            <a:r>
              <a:rPr lang="en-MY" b="1" dirty="0">
                <a:solidFill>
                  <a:srgbClr val="0000FF"/>
                </a:solidFill>
              </a:rPr>
              <a:t>more than</a:t>
            </a:r>
            <a:r>
              <a:rPr lang="en-MY" dirty="0">
                <a:solidFill>
                  <a:srgbClr val="0000FF"/>
                </a:solidFill>
              </a:rPr>
              <a:t> </a:t>
            </a:r>
            <a:r>
              <a:rPr lang="en-MY" b="1" dirty="0">
                <a:solidFill>
                  <a:srgbClr val="0000FF"/>
                </a:solidFill>
              </a:rPr>
              <a:t>2</a:t>
            </a:r>
            <a:r>
              <a:rPr lang="en-MY" dirty="0"/>
              <a:t> divisors)</a:t>
            </a: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A479AFD3-032F-00E5-0A2C-23435EFCE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4202837"/>
            <a:ext cx="7705725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992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08E328-AEB4-1564-5AA2-6B085551BB67}"/>
              </a:ext>
            </a:extLst>
          </p:cNvPr>
          <p:cNvSpPr/>
          <p:nvPr/>
        </p:nvSpPr>
        <p:spPr>
          <a:xfrm>
            <a:off x="2689934" y="4847208"/>
            <a:ext cx="6667130" cy="523782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24B716-BE00-F2D9-C42B-466843985638}"/>
              </a:ext>
            </a:extLst>
          </p:cNvPr>
          <p:cNvSpPr/>
          <p:nvPr/>
        </p:nvSpPr>
        <p:spPr>
          <a:xfrm>
            <a:off x="989400" y="2379216"/>
            <a:ext cx="10213200" cy="1049784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and </a:t>
            </a:r>
            <a:r>
              <a:rPr lang="en-MY" sz="4400" b="1" dirty="0">
                <a:solidFill>
                  <a:srgbClr val="0000FF"/>
                </a:solidFill>
              </a:rPr>
              <a:t>Composite</a:t>
            </a:r>
            <a:r>
              <a:rPr lang="en-MY" sz="4400" b="1" dirty="0"/>
              <a:t>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b="1" dirty="0"/>
              <a:t>Definition 1:</a:t>
            </a:r>
          </a:p>
          <a:p>
            <a:pPr marL="0" indent="0" algn="ctr">
              <a:buNone/>
            </a:pPr>
            <a:r>
              <a:rPr lang="en-MY" sz="2400" i="1" dirty="0"/>
              <a:t>A positive integer is a </a:t>
            </a:r>
            <a:r>
              <a:rPr lang="en-MY" sz="2400" b="1" i="1" dirty="0">
                <a:solidFill>
                  <a:srgbClr val="FF0000">
                    <a:alpha val="60000"/>
                  </a:srgbClr>
                </a:solidFill>
              </a:rPr>
              <a:t>prime</a:t>
            </a:r>
            <a:r>
              <a:rPr lang="en-MY" sz="2400" i="1" dirty="0"/>
              <a:t> if and only if it has exactly two divisors, 1 and itself. Otherwise, it is a </a:t>
            </a:r>
            <a:r>
              <a:rPr lang="en-MY" sz="2400" b="1" i="1" dirty="0">
                <a:solidFill>
                  <a:srgbClr val="0000FF">
                    <a:alpha val="60000"/>
                  </a:srgbClr>
                </a:solidFill>
              </a:rPr>
              <a:t>composite</a:t>
            </a:r>
            <a:r>
              <a:rPr lang="en-MY" sz="2400" i="1" dirty="0"/>
              <a:t>.</a:t>
            </a:r>
          </a:p>
          <a:p>
            <a:pPr marL="0" indent="0" algn="ctr">
              <a:buNone/>
            </a:pPr>
            <a:endParaRPr lang="en-MY" sz="2400" i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b="1" dirty="0"/>
              <a:t>Theorem 2: </a:t>
            </a:r>
          </a:p>
          <a:p>
            <a:pPr marL="0" indent="0" algn="ctr">
              <a:buNone/>
            </a:pPr>
            <a:r>
              <a:rPr lang="en-MY" sz="2400" i="1" dirty="0"/>
              <a:t>There are </a:t>
            </a:r>
            <a:r>
              <a:rPr lang="en-MY" sz="2400" b="1" i="1" dirty="0">
                <a:solidFill>
                  <a:srgbClr val="57257D"/>
                </a:solidFill>
              </a:rPr>
              <a:t>infinitely many</a:t>
            </a:r>
            <a:r>
              <a:rPr lang="en-MY" sz="2400" i="1" dirty="0">
                <a:solidFill>
                  <a:srgbClr val="57257D"/>
                </a:solidFill>
              </a:rPr>
              <a:t> </a:t>
            </a:r>
            <a:r>
              <a:rPr lang="en-MY" sz="2400" i="1" dirty="0"/>
              <a:t>prime numbers.</a:t>
            </a:r>
          </a:p>
        </p:txBody>
      </p:sp>
    </p:spTree>
    <p:extLst>
      <p:ext uri="{BB962C8B-B14F-4D97-AF65-F5344CB8AC3E}">
        <p14:creationId xmlns:p14="http://schemas.microsoft.com/office/powerpoint/2010/main" val="292995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and </a:t>
            </a:r>
            <a:r>
              <a:rPr lang="en-MY" sz="4400" b="1" dirty="0">
                <a:solidFill>
                  <a:srgbClr val="0000FF"/>
                </a:solidFill>
              </a:rPr>
              <a:t>Composite</a:t>
            </a:r>
            <a:r>
              <a:rPr lang="en-MY" sz="4400" b="1" dirty="0"/>
              <a:t>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dirty="0"/>
                  <a:t>Examples of prime numbers less than 100.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9148C8"/>
                    </a:solidFill>
                  </a:rPr>
                  <a:t>purple</a:t>
                </a:r>
                <a:r>
                  <a:rPr lang="en-MY" dirty="0"/>
                  <a:t> coloured indicate the primes,</a:t>
                </a:r>
                <a:br>
                  <a:rPr lang="en-MY" dirty="0"/>
                </a:br>
                <a:r>
                  <a:rPr lang="en-MY" dirty="0"/>
                  <a:t>while the rest are composite numbers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b="1" dirty="0"/>
                  <a:t>Note: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MY" b="0" dirty="0"/>
                  <a:t>Number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MY" dirty="0"/>
                  <a:t> is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smallest</a:t>
                </a:r>
                <a:r>
                  <a:rPr lang="en-MY" dirty="0"/>
                  <a:t> and the only</a:t>
                </a:r>
                <a:br>
                  <a:rPr lang="en-MY" dirty="0"/>
                </a:b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even prime</a:t>
                </a:r>
                <a:r>
                  <a:rPr lang="en-MY" dirty="0"/>
                  <a:t> number.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MY" dirty="0"/>
                  <a:t>We will learn how to determine small </a:t>
                </a:r>
                <a:br>
                  <a:rPr lang="en-MY" dirty="0"/>
                </a:br>
                <a:r>
                  <a:rPr lang="en-MY" dirty="0"/>
                  <a:t>prime numbers later.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F588B5A-D685-85F1-E2AB-1AA277CEF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026" y="1561855"/>
            <a:ext cx="5145951" cy="513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7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A00467-BD6C-D834-2CDC-16D72DC553C9}"/>
              </a:ext>
            </a:extLst>
          </p:cNvPr>
          <p:cNvSpPr/>
          <p:nvPr/>
        </p:nvSpPr>
        <p:spPr>
          <a:xfrm>
            <a:off x="989400" y="3349101"/>
            <a:ext cx="10213200" cy="1107490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For every positive integer (either prime or composite), there always exists an unique prime decomposition.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Theorem 3:</a:t>
                </a:r>
              </a:p>
              <a:p>
                <a:pPr marL="0" indent="0" algn="ctr">
                  <a:buNone/>
                </a:pPr>
                <a:r>
                  <a:rPr lang="en-MY" dirty="0"/>
                  <a:t>Let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MY" dirty="0"/>
                  <a:t> be an integer. Then this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can be decomposed into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prime factors</a:t>
                </a:r>
                <a:r>
                  <a:rPr lang="en-MY" dirty="0"/>
                  <a:t> of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sSub>
                          <m:sSubPr>
                            <m:ctrlPr>
                              <a:rPr lang="en-MY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bSup>
                    <m:r>
                      <a:rPr lang="en-MY" b="1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sSub>
                          <m:sSubPr>
                            <m:ctrlPr>
                              <a:rPr lang="en-MY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p>
                    </m:sSubSup>
                    <m:r>
                      <a:rPr lang="en-MY" b="1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  <m:sup>
                        <m:sSub>
                          <m:sSubPr>
                            <m:ctrlPr>
                              <a:rPr lang="en-MY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p>
                    </m:sSubSup>
                    <m:r>
                      <a:rPr lang="en-MY" b="1" i="1" smtClea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sSub>
                          <m:sSubPr>
                            <m:ctrlPr>
                              <a:rPr lang="en-MY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MY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MY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dirty="0"/>
                  <a:t> distinct primes, and positive exponents</a:t>
                </a:r>
                <a:r>
                  <a:rPr lang="en-MY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For examples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100=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8645=5⋅7⋅13⋅19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and </a:t>
            </a:r>
            <a:r>
              <a:rPr lang="en-MY" sz="4400" b="1" dirty="0">
                <a:solidFill>
                  <a:srgbClr val="0000FF"/>
                </a:solidFill>
              </a:rPr>
              <a:t>Composite</a:t>
            </a:r>
            <a:r>
              <a:rPr lang="en-MY" sz="4400" b="1" dirty="0"/>
              <a:t> Numbers</a:t>
            </a:r>
          </a:p>
        </p:txBody>
      </p:sp>
    </p:spTree>
    <p:extLst>
      <p:ext uri="{BB962C8B-B14F-4D97-AF65-F5344CB8AC3E}">
        <p14:creationId xmlns:p14="http://schemas.microsoft.com/office/powerpoint/2010/main" val="24573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E98C5-2E38-DA37-1592-DF27DD4D7E8F}"/>
              </a:ext>
            </a:extLst>
          </p:cNvPr>
          <p:cNvSpPr/>
          <p:nvPr/>
        </p:nvSpPr>
        <p:spPr>
          <a:xfrm>
            <a:off x="4181383" y="3710866"/>
            <a:ext cx="3710866" cy="870012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Numbers – </a:t>
            </a:r>
            <a:r>
              <a:rPr lang="en-MY" sz="4400" b="1" dirty="0">
                <a:solidFill>
                  <a:srgbClr val="00B050"/>
                </a:solidFill>
              </a:rPr>
              <a:t>Cardinality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By </a:t>
                </a:r>
                <a:r>
                  <a:rPr lang="en-MY" b="1" dirty="0"/>
                  <a:t>Theorem 2</a:t>
                </a:r>
                <a:r>
                  <a:rPr lang="en-MY" dirty="0"/>
                  <a:t>, there are infinitely many prime numbers. To estimate the number of primes within a certain range, a function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 can be used.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function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estimate 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number of primes that is smaller than or equal to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−1.08366</m:t>
                          </m:r>
                        </m:den>
                      </m:f>
                    </m:oMath>
                  </m:oMathPara>
                </a14:m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 dirty="0"/>
                  <a:t>Examples</a:t>
                </a:r>
                <a:r>
                  <a:rPr lang="en-MY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275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Prime</a:t>
            </a:r>
            <a:r>
              <a:rPr lang="en-MY" sz="4400" b="1" dirty="0"/>
              <a:t> Numbers – </a:t>
            </a:r>
            <a:r>
              <a:rPr lang="en-MY" sz="4400" b="1" dirty="0">
                <a:solidFill>
                  <a:srgbClr val="00B050"/>
                </a:solidFill>
              </a:rPr>
              <a:t>Cardinality </a:t>
            </a:r>
            <a:endParaRPr lang="en-MY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1</a:t>
                </a:r>
                <a:r>
                  <a:rPr lang="en-MY" dirty="0"/>
                  <a:t>: Find the number of primes less than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1,000,000</m:t>
                    </m:r>
                  </m:oMath>
                </a14:m>
                <a:r>
                  <a:rPr lang="en-MY" dirty="0"/>
                  <a:t> (one million).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−1.08366</m:t>
                          </m:r>
                        </m:den>
                      </m:f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1,000,000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1,000,000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1,000,000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1,000,000</m:t>
                          </m:r>
                        </m:num>
                        <m:den>
                          <m:func>
                            <m:func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1,000,000</m:t>
                                  </m:r>
                                </m:e>
                              </m:d>
                            </m:e>
                          </m:func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−1.08366</m:t>
                          </m:r>
                        </m:den>
                      </m:f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72,382&lt;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1,000,000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&lt;78,543</m:t>
                      </m:r>
                    </m:oMath>
                  </m:oMathPara>
                </a14:m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Hence, the number of primes less than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1,000,000</m:t>
                    </m:r>
                  </m:oMath>
                </a14:m>
                <a:r>
                  <a:rPr lang="en-MY" dirty="0"/>
                  <a:t> 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in the range </a:t>
                </a:r>
                <a:r>
                  <a:rPr lang="en-MY" dirty="0"/>
                  <a:t>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72,382,78,543</m:t>
                        </m:r>
                      </m:e>
                    </m:d>
                  </m:oMath>
                </a14:m>
                <a:r>
                  <a:rPr lang="en-MY" dirty="0"/>
                  <a:t>. In fact,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1,000,000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=78,498</m:t>
                    </m:r>
                  </m:oMath>
                </a14:m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and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 there are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𝟕𝟖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𝟒𝟗𝟖</m:t>
                    </m:r>
                  </m:oMath>
                </a14:m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 primes</a:t>
                </a:r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5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996633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>
                <a:solidFill>
                  <a:srgbClr val="0070C0"/>
                </a:solidFill>
              </a:rPr>
              <a:t>EULER’S 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AND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FERMAT’S LITTLE THEOREMS</a:t>
            </a: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endParaRPr lang="en-MY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Preliminary – </a:t>
            </a:r>
            <a:r>
              <a:rPr lang="en-MY" sz="4400" b="1" dirty="0">
                <a:solidFill>
                  <a:srgbClr val="0000FF"/>
                </a:solidFill>
              </a:rPr>
              <a:t>Coprime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Recall that in Chapter 2, we learned that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two integers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are </a:t>
                </a:r>
                <a:r>
                  <a:rPr lang="en-MY" b="1" dirty="0">
                    <a:solidFill>
                      <a:srgbClr val="3F1A5A"/>
                    </a:solidFill>
                  </a:rPr>
                  <a:t>coprime</a:t>
                </a:r>
                <a:r>
                  <a:rPr lang="en-MY" dirty="0"/>
                  <a:t> (or </a:t>
                </a:r>
                <a:r>
                  <a:rPr lang="en-MY" b="1" dirty="0">
                    <a:solidFill>
                      <a:srgbClr val="3F1A5A"/>
                    </a:solidFill>
                  </a:rPr>
                  <a:t>relatively prime</a:t>
                </a:r>
                <a:r>
                  <a:rPr lang="en-MY" dirty="0"/>
                  <a:t>) if their greatest common divisor is 1.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MY" b="1" i="1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MY" b="1" i="0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𝐠𝐜𝐝</m:t>
                          </m:r>
                        </m:fName>
                        <m:e>
                          <m:d>
                            <m:dPr>
                              <m:ctrlPr>
                                <a:rPr lang="en-MY" b="1" i="1" smtClean="0">
                                  <a:solidFill>
                                    <a:srgbClr val="FF0000">
                                      <a:alpha val="6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1" i="1" smtClean="0">
                                  <a:solidFill>
                                    <a:srgbClr val="FF0000">
                                      <a:alpha val="6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MY" b="1" i="1" smtClean="0">
                                  <a:solidFill>
                                    <a:srgbClr val="FF0000">
                                      <a:alpha val="6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b="1" i="1" smtClean="0">
                                  <a:solidFill>
                                    <a:srgbClr val="FF0000">
                                      <a:alpha val="6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func>
                      <m:r>
                        <a:rPr lang="en-MY" b="1" i="1" smtClean="0">
                          <a:solidFill>
                            <a:srgbClr val="FF0000">
                              <a:alpha val="6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1" i="1" smtClean="0">
                          <a:solidFill>
                            <a:srgbClr val="FF0000">
                              <a:alpha val="60000"/>
                            </a:srgb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MY" b="1" dirty="0"/>
              </a:p>
              <a:p>
                <a:pPr marL="0" indent="0" algn="just">
                  <a:buNone/>
                </a:pPr>
                <a:endParaRPr lang="en-MY" b="1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Note: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1 is relatively prime with any integer.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dirty="0"/>
                  <a:t> is a </a:t>
                </a:r>
                <a:r>
                  <a:rPr lang="en-MY" b="1" dirty="0">
                    <a:solidFill>
                      <a:srgbClr val="00642D"/>
                    </a:solidFill>
                  </a:rPr>
                  <a:t>prime</a:t>
                </a:r>
                <a:r>
                  <a:rPr lang="en-MY" dirty="0"/>
                  <a:t> number, then all the integers from 1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MY" dirty="0"/>
                  <a:t> are relatively prime to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78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MY" sz="4400" b="1" dirty="0"/>
                  <a:t>Euler’s </a:t>
                </a:r>
                <a:r>
                  <a:rPr lang="en-MY" sz="4400" b="1" dirty="0">
                    <a:solidFill>
                      <a:srgbClr val="FF0000"/>
                    </a:solidFill>
                  </a:rPr>
                  <a:t>Totient</a:t>
                </a:r>
                <a:r>
                  <a:rPr lang="en-MY" sz="4400" b="1" dirty="0"/>
                  <a:t> Function, </a:t>
                </a:r>
                <a14:m>
                  <m:oMath xmlns:m="http://schemas.openxmlformats.org/officeDocument/2006/math">
                    <m:r>
                      <a:rPr lang="en-MY" sz="4400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4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MY" sz="4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87" b="-2637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Euler’s Totient Function </a:t>
                </a:r>
                <a:r>
                  <a:rPr lang="en-MY" dirty="0"/>
                  <a:t>(or simply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Euler’s Phi-Function</a:t>
                </a:r>
                <a:r>
                  <a:rPr lang="en-MY" dirty="0"/>
                  <a:t>)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 finds the number of integers that are smaller and coprime to a given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Some </a:t>
                </a:r>
                <a:r>
                  <a:rPr lang="en-MY" b="1" dirty="0"/>
                  <a:t>properties</a:t>
                </a:r>
                <a:r>
                  <a:rPr lang="en-MY" dirty="0"/>
                  <a:t> of Euler’s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MY" dirty="0"/>
                  <a:t>-Function: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dirty="0"/>
                  <a:t>, </a:t>
                </a:r>
                <a:r>
                  <a:rPr lang="en-MY" b="1" dirty="0">
                    <a:solidFill>
                      <a:srgbClr val="00642D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b="1" dirty="0">
                    <a:solidFill>
                      <a:srgbClr val="00642D"/>
                    </a:solidFill>
                  </a:rPr>
                  <a:t> is a prime</a:t>
                </a:r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, </a:t>
                </a:r>
                <a:r>
                  <a:rPr lang="en-MY" b="1" dirty="0">
                    <a:solidFill>
                      <a:srgbClr val="3F1A5A"/>
                    </a:solidFill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MY" b="1" i="0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𝐠𝐜𝐝</m:t>
                        </m:r>
                      </m:fName>
                      <m:e>
                        <m:d>
                          <m:dPr>
                            <m:ctrlP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MY" dirty="0"/>
                  <a:t>,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 is a prime</a:t>
                </a:r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3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38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MY" sz="4400" b="1" dirty="0"/>
                  <a:t>Euler’s </a:t>
                </a:r>
                <a:r>
                  <a:rPr lang="en-MY" sz="4400" b="1" dirty="0">
                    <a:solidFill>
                      <a:srgbClr val="FF0000"/>
                    </a:solidFill>
                  </a:rPr>
                  <a:t>Totient</a:t>
                </a:r>
                <a:r>
                  <a:rPr lang="en-MY" sz="4400" b="1" dirty="0"/>
                  <a:t> Function, </a:t>
                </a:r>
                <a14:m>
                  <m:oMath xmlns:m="http://schemas.openxmlformats.org/officeDocument/2006/math">
                    <m:r>
                      <a:rPr lang="en-MY" sz="4400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4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MY" sz="4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87" b="-2637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From </a:t>
                </a:r>
                <a:r>
                  <a:rPr lang="en-MY" b="1" dirty="0"/>
                  <a:t>Theorem 3</a:t>
                </a:r>
                <a:r>
                  <a:rPr lang="en-MY" dirty="0"/>
                  <a:t>, any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can be decomposed as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MY" dirty="0"/>
                  <a:t>. Then, we have: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⋯</m:t>
                          </m:r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MY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MY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MY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⋯×</m:t>
                      </m:r>
                      <m:r>
                        <a:rPr lang="en-MY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                      =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3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69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MY" sz="4400" b="1" dirty="0"/>
                  <a:t>Euler’s </a:t>
                </a:r>
                <a:r>
                  <a:rPr lang="en-MY" sz="4400" b="1" dirty="0">
                    <a:solidFill>
                      <a:srgbClr val="FF0000"/>
                    </a:solidFill>
                  </a:rPr>
                  <a:t>Totient</a:t>
                </a:r>
                <a:r>
                  <a:rPr lang="en-MY" sz="4400" b="1" dirty="0"/>
                  <a:t> Function, </a:t>
                </a:r>
                <a14:m>
                  <m:oMath xmlns:m="http://schemas.openxmlformats.org/officeDocument/2006/math">
                    <m:r>
                      <a:rPr lang="en-MY" sz="4400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4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MY" sz="4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87" b="-2637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Examples: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=13−1=12</m:t>
                    </m:r>
                  </m:oMath>
                </a14:m>
                <a:r>
                  <a:rPr lang="en-MY" dirty="0"/>
                  <a:t>.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MY" dirty="0"/>
                  <a:t> is a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prime number</a:t>
                </a:r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MY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MY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2−1</m:t>
                            </m:r>
                          </m:sup>
                        </m:sSup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2−1</m:t>
                            </m:r>
                          </m:sup>
                        </m:sSup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=40.</m:t>
                    </m:r>
                  </m:oMath>
                </a14:m>
                <a:r>
                  <a:rPr lang="en-MY" dirty="0"/>
                  <a:t> It indicates there are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𝟒𝟎</m:t>
                    </m:r>
                  </m:oMath>
                </a14:m>
                <a:r>
                  <a:rPr lang="en-MY" b="1" dirty="0">
                    <a:solidFill>
                      <a:srgbClr val="3F1A5A"/>
                    </a:solidFill>
                  </a:rPr>
                  <a:t> numbers less than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MY" dirty="0">
                    <a:solidFill>
                      <a:srgbClr val="3F1A5A"/>
                    </a:solidFill>
                  </a:rPr>
                  <a:t> </a:t>
                </a:r>
                <a:r>
                  <a:rPr lang="en-MY" dirty="0"/>
                  <a:t>that are </a:t>
                </a:r>
                <a:r>
                  <a:rPr lang="en-MY" b="1" dirty="0">
                    <a:solidFill>
                      <a:srgbClr val="3F1A5A"/>
                    </a:solidFill>
                  </a:rPr>
                  <a:t>coprime to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For a large value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, computing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 is possible only if its </a:t>
                </a:r>
                <a:r>
                  <a:rPr lang="en-MY" b="1" dirty="0">
                    <a:solidFill>
                      <a:srgbClr val="00642D"/>
                    </a:solidFill>
                  </a:rPr>
                  <a:t>prime factorization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can be found. In other words,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hardness of finding </a:t>
                </a:r>
                <a14:m>
                  <m:oMath xmlns:m="http://schemas.openxmlformats.org/officeDocument/2006/math">
                    <m:r>
                      <a:rPr lang="en-MY" b="1" i="1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b="1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relies on 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difficulty of finding the integer factorization of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3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34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MY" sz="4400" b="1" dirty="0"/>
                  <a:t>Euler’s </a:t>
                </a:r>
                <a:r>
                  <a:rPr lang="en-MY" sz="4400" b="1" dirty="0">
                    <a:solidFill>
                      <a:srgbClr val="FF0000"/>
                    </a:solidFill>
                  </a:rPr>
                  <a:t>Totient</a:t>
                </a:r>
                <a:r>
                  <a:rPr lang="en-MY" sz="4400" b="1" dirty="0"/>
                  <a:t> Function, </a:t>
                </a:r>
                <a14:m>
                  <m:oMath xmlns:m="http://schemas.openxmlformats.org/officeDocument/2006/math">
                    <m:r>
                      <a:rPr lang="en-MY" sz="4400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4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MY" sz="4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04D36-33FD-2F34-340F-D2CBFB950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87" b="-2637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Common mistake in finding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7−1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7−1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en-MY" dirty="0"/>
                  <a:t>. This 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INCORRECT</a:t>
                </a:r>
                <a:r>
                  <a:rPr lang="en-MY" dirty="0"/>
                  <a:t>, since it does </a:t>
                </a:r>
                <a:r>
                  <a:rPr lang="en-MY" b="1" dirty="0"/>
                  <a:t>NOT</a:t>
                </a:r>
                <a:r>
                  <a:rPr lang="en-MY" dirty="0"/>
                  <a:t> satisfy the property 3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7,7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MY" dirty="0"/>
                  <a:t>. Instead,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 i="1" smtClean="0">
                          <a:solidFill>
                            <a:srgbClr val="57257D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MY" b="1" i="1" smtClean="0">
                              <a:solidFill>
                                <a:srgbClr val="5725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1" smtClean="0">
                              <a:solidFill>
                                <a:srgbClr val="57257D"/>
                              </a:solidFill>
                              <a:latin typeface="Cambria Math" panose="02040503050406030204" pitchFamily="18" charset="0"/>
                            </a:rPr>
                            <m:t>𝟒𝟗</m:t>
                          </m:r>
                        </m:e>
                      </m:d>
                      <m:r>
                        <a:rPr lang="en-MY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2−1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=49−7=</m:t>
                      </m:r>
                      <m:r>
                        <a:rPr lang="en-MY" b="1" i="1" smtClean="0">
                          <a:solidFill>
                            <a:srgbClr val="57257D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</m:oMath>
                  </m:oMathPara>
                </a14:m>
                <a:endParaRPr lang="en-MY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3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34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9C128E-736D-2E1A-1A36-6A9B1BF8E33E}"/>
              </a:ext>
            </a:extLst>
          </p:cNvPr>
          <p:cNvSpPr/>
          <p:nvPr/>
        </p:nvSpPr>
        <p:spPr>
          <a:xfrm>
            <a:off x="1473693" y="4811465"/>
            <a:ext cx="9215022" cy="1154097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4E706-FFEF-C45A-3C62-C6FDD7EC5791}"/>
              </a:ext>
            </a:extLst>
          </p:cNvPr>
          <p:cNvSpPr/>
          <p:nvPr/>
        </p:nvSpPr>
        <p:spPr>
          <a:xfrm>
            <a:off x="1473693" y="2352582"/>
            <a:ext cx="9215022" cy="1154097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Fermat’s </a:t>
            </a:r>
            <a:r>
              <a:rPr lang="en-MY" sz="4400" b="1" dirty="0"/>
              <a:t>Little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Theorem 4</a:t>
                </a:r>
                <a:r>
                  <a:rPr lang="en-MY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FF0000">
                        <a:alpha val="60000"/>
                      </a:srgbClr>
                    </a:solidFill>
                  </a:rPr>
                  <a:t>prime</a:t>
                </a:r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400" dirty="0"/>
                  <a:t> is a positive integer such that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, then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MY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sz="2400" dirty="0"/>
              </a:p>
              <a:p>
                <a:pPr marL="0" indent="0" algn="ctr">
                  <a:buNone/>
                </a:pPr>
                <a:endParaRPr lang="en-MY" sz="24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MY" b="1" dirty="0"/>
                  <a:t>Corollary 5</a:t>
                </a:r>
                <a:r>
                  <a:rPr lang="en-MY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FF0000">
                        <a:alpha val="60000"/>
                      </a:srgbClr>
                    </a:solidFill>
                  </a:rPr>
                  <a:t>prime</a:t>
                </a:r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400" dirty="0"/>
                  <a:t> is a positive integer, then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MY" sz="2400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MY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MY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775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Fermat’s </a:t>
            </a:r>
            <a:r>
              <a:rPr lang="en-MY" sz="4400" b="1" dirty="0"/>
              <a:t>Little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The Fermat’s Little Theorem plays a very important role in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number theory</a:t>
                </a:r>
                <a:r>
                  <a:rPr lang="en-MY" dirty="0"/>
                  <a:t>, and especially in </a:t>
                </a:r>
                <a:r>
                  <a:rPr lang="en-MY" b="1" dirty="0">
                    <a:solidFill>
                      <a:srgbClr val="00642D">
                        <a:alpha val="60000"/>
                      </a:srgbClr>
                    </a:solidFill>
                  </a:rPr>
                  <a:t>cryptography</a:t>
                </a:r>
                <a:r>
                  <a:rPr lang="en-MY" dirty="0"/>
                  <a:t>, in which it helps to quickly finding a solution to some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exponentiation operations</a:t>
                </a:r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Examples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≡9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sup>
                    </m:sSup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𝟐𝟗</m:t>
                        </m:r>
                      </m:e>
                    </m:d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?</a:t>
                </a:r>
                <a:r>
                  <a:rPr lang="en-MY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38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B93B27-DA30-B98B-5792-6CD0FFE0FE49}"/>
              </a:ext>
            </a:extLst>
          </p:cNvPr>
          <p:cNvSpPr/>
          <p:nvPr/>
        </p:nvSpPr>
        <p:spPr>
          <a:xfrm>
            <a:off x="1420427" y="3870664"/>
            <a:ext cx="9294921" cy="1112836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Fermat’s </a:t>
            </a:r>
            <a:r>
              <a:rPr lang="en-MY" sz="4400" b="1" dirty="0"/>
              <a:t>Little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Besides speeding up the exponentiation operations, the Fermat’s Little Theorem can be used to find </a:t>
                </a:r>
                <a:r>
                  <a:rPr lang="en-MY" b="1" dirty="0">
                    <a:solidFill>
                      <a:srgbClr val="57257D"/>
                    </a:solidFill>
                  </a:rPr>
                  <a:t>a multiplicative inverse</a:t>
                </a:r>
                <a:r>
                  <a:rPr lang="en-MY" dirty="0"/>
                  <a:t> quickly if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modulus is a prime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dirty="0"/>
                  <a:t>, without having to use the Extended Euclidean algorithm.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Corollary 6</a:t>
                </a:r>
                <a:r>
                  <a:rPr lang="en-MY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FF0000">
                        <a:alpha val="60000"/>
                      </a:srgbClr>
                    </a:solidFill>
                  </a:rPr>
                  <a:t>prime</a:t>
                </a:r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400" dirty="0"/>
                  <a:t> is a positive integer such that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MY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, then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MY" sz="2400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MY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MY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sz="2400" dirty="0"/>
              </a:p>
              <a:p>
                <a:pPr marL="0" indent="0" algn="just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945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Fermat’s </a:t>
            </a:r>
            <a:r>
              <a:rPr lang="en-MY" sz="4400" b="1" dirty="0"/>
              <a:t>Little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Examples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17−2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≡15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23−2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≡14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101−2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≡32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211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211−2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209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≡48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211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MY" b="1" dirty="0"/>
                  <a:t>Note: </a:t>
                </a:r>
                <a:r>
                  <a:rPr lang="en-MY" dirty="0"/>
                  <a:t>These examples do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</a:t>
                </a:r>
                <a:r>
                  <a:rPr lang="en-MY" dirty="0"/>
                  <a:t> consider manual computation, instead it is with respect to computing devices.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34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8CF163-1AF3-6FED-DDE8-6FB4834D0101}"/>
              </a:ext>
            </a:extLst>
          </p:cNvPr>
          <p:cNvSpPr/>
          <p:nvPr/>
        </p:nvSpPr>
        <p:spPr>
          <a:xfrm>
            <a:off x="1979720" y="4856085"/>
            <a:ext cx="8202967" cy="1189608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Euler’s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/>
              <a:t>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Observe that in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Fermat’s Little Theorem</a:t>
                </a:r>
                <a:r>
                  <a:rPr lang="en-MY" dirty="0"/>
                  <a:t>, the modulus considered are all </a:t>
                </a:r>
                <a:r>
                  <a:rPr lang="en-MY" b="1" dirty="0">
                    <a:solidFill>
                      <a:srgbClr val="57257D"/>
                    </a:solidFill>
                  </a:rPr>
                  <a:t>prime</a:t>
                </a:r>
                <a:r>
                  <a:rPr lang="en-MY" dirty="0"/>
                  <a:t> numbers. In general, such a specific requirement may not be the case.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Euler modified Fermat’s Little Theorem further into a generalized form –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Euler’s Theorem</a:t>
                </a:r>
                <a:r>
                  <a:rPr lang="en-MY" dirty="0"/>
                  <a:t>, considering any positive modulus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(either prime or composite).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Theorem 7</a:t>
                </a:r>
                <a:r>
                  <a:rPr lang="en-MY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integers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are </a:t>
                </a:r>
                <a:r>
                  <a:rPr lang="en-MY" sz="2400" b="1" dirty="0">
                    <a:solidFill>
                      <a:srgbClr val="FF0000">
                        <a:alpha val="60000"/>
                      </a:srgbClr>
                    </a:solidFill>
                  </a:rPr>
                  <a:t>coprime</a:t>
                </a:r>
                <a:r>
                  <a:rPr lang="en-MY" sz="2400" dirty="0"/>
                  <a:t> (relatively prime), then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100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Euler’s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/>
              <a:t>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Similar to Fermat’s Little Theorem, the Euler’s Theorem is useful too in </a:t>
                </a:r>
                <a:r>
                  <a:rPr lang="en-MY" b="1" dirty="0">
                    <a:solidFill>
                      <a:srgbClr val="00642D"/>
                    </a:solidFill>
                  </a:rPr>
                  <a:t>speeding up the exponentiation operation</a:t>
                </a:r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Examples</a:t>
                </a:r>
                <a:r>
                  <a:rPr lang="en-MY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MY" dirty="0"/>
                  <a:t>.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77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≡15</m:t>
                    </m:r>
                  </m:oMath>
                </a14:m>
                <a:r>
                  <a:rPr lang="en-MY" dirty="0"/>
                  <a:t>.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MY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  <m:sup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𝟐𝟔</m:t>
                        </m:r>
                      </m:sup>
                    </m:sSup>
                    <m:r>
                      <a:rPr lang="en-MY" b="1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1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</m:e>
                    </m:d>
                  </m:oMath>
                </a14:m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?</a:t>
                </a:r>
                <a:r>
                  <a:rPr lang="en-MY" dirty="0"/>
                  <a:t> </a:t>
                </a:r>
              </a:p>
              <a:p>
                <a:pPr marL="0" indent="0" algn="just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252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E96F9-E50A-54D9-358A-2A6DA7CDC60E}"/>
              </a:ext>
            </a:extLst>
          </p:cNvPr>
          <p:cNvSpPr/>
          <p:nvPr/>
        </p:nvSpPr>
        <p:spPr>
          <a:xfrm>
            <a:off x="1890944" y="3411244"/>
            <a:ext cx="8336132" cy="1112836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Euler’s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/>
              <a:t>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Besides, it also </a:t>
                </a:r>
                <a:r>
                  <a:rPr lang="en-MY" b="1" dirty="0">
                    <a:solidFill>
                      <a:srgbClr val="893A1B"/>
                    </a:solidFill>
                  </a:rPr>
                  <a:t>finds the multiplicative inverses</a:t>
                </a:r>
                <a:r>
                  <a:rPr lang="en-MY" dirty="0"/>
                  <a:t> without the need of the Extended Euclidean algorithm via modifying the theorem slightly.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/>
                  <a:t>Corollary 8</a:t>
                </a:r>
                <a:r>
                  <a:rPr lang="en-MY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integers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are </a:t>
                </a:r>
                <a:r>
                  <a:rPr lang="en-MY" sz="2400" b="1" dirty="0">
                    <a:solidFill>
                      <a:srgbClr val="FF0000">
                        <a:alpha val="60000"/>
                      </a:srgbClr>
                    </a:solidFill>
                  </a:rPr>
                  <a:t>coprime</a:t>
                </a:r>
                <a:r>
                  <a:rPr lang="en-MY" sz="2400" dirty="0"/>
                  <a:t> (relatively prime), then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MY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MY" sz="2400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MY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665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Euler’s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/>
              <a:t>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Examples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77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77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≡29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77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≡13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187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159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≡53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87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71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71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71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39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≡31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MY" b="1" dirty="0"/>
                  <a:t>Note: </a:t>
                </a:r>
                <a:r>
                  <a:rPr lang="en-MY" dirty="0"/>
                  <a:t>Again, these examples do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</a:t>
                </a:r>
                <a:r>
                  <a:rPr lang="en-MY" dirty="0"/>
                  <a:t> consider manual computation, instead it is with respect to computing devices.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593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996633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>
                <a:solidFill>
                  <a:srgbClr val="0070C0"/>
                </a:solidFill>
              </a:rPr>
              <a:t>PRIME NUMBERS 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AND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PRIMALITY TESTING</a:t>
            </a: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endParaRPr lang="en-MY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4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B050"/>
                </a:solidFill>
              </a:rPr>
              <a:t>Prime Numbers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Generating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large prime numbers</a:t>
                </a:r>
                <a:r>
                  <a:rPr lang="en-MY" dirty="0"/>
                  <a:t> that is suitable for cryptographic use 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</a:t>
                </a:r>
                <a:r>
                  <a:rPr lang="en-MY" dirty="0"/>
                  <a:t> a trivial task, since for a sufficient large numbers, </a:t>
                </a:r>
                <a:r>
                  <a:rPr lang="en-MY" b="1" dirty="0">
                    <a:solidFill>
                      <a:srgbClr val="7030A0">
                        <a:alpha val="60000"/>
                      </a:srgbClr>
                    </a:solidFill>
                  </a:rPr>
                  <a:t>determining whether it is a PRIME is difficult</a:t>
                </a:r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For example, there are </a:t>
                </a:r>
                <a:r>
                  <a:rPr lang="en-MY" b="1" dirty="0">
                    <a:solidFill>
                      <a:srgbClr val="00642D"/>
                    </a:solidFill>
                  </a:rPr>
                  <a:t>two special types </a:t>
                </a:r>
                <a:r>
                  <a:rPr lang="en-MY" dirty="0"/>
                  <a:t>of prime numbers that can be generated using special formulas: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dirty="0">
                    <a:solidFill>
                      <a:srgbClr val="3F1A5A"/>
                    </a:solidFill>
                  </a:rPr>
                  <a:t>Mersenne prime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 is some known primes.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 dirty="0">
                    <a:solidFill>
                      <a:srgbClr val="502210"/>
                    </a:solidFill>
                  </a:rPr>
                  <a:t>Fermat prime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some non-negative integers.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698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Prime Numbers – </a:t>
            </a:r>
            <a:r>
              <a:rPr lang="en-MY" sz="4400" b="1" dirty="0">
                <a:solidFill>
                  <a:srgbClr val="9148C8"/>
                </a:solidFill>
              </a:rPr>
              <a:t>Mersenne Primes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Having the special formula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 is some known primes, this structure however </a:t>
                </a: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DOES NOT </a:t>
                </a:r>
                <a:r>
                  <a:rPr lang="en-MY" dirty="0"/>
                  <a:t>guarantee the output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−1=3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−1=7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−1=31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−1=127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−1=2047=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89</m:t>
                        </m:r>
                      </m:e>
                    </m:d>
                  </m:oMath>
                </a14:m>
                <a:r>
                  <a:rPr lang="en-MY" dirty="0"/>
                  <a:t> 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</a:t>
                </a:r>
                <a:r>
                  <a:rPr lang="en-MY" dirty="0"/>
                  <a:t>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−1=8191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0F91AA-994A-EE2B-CCD6-A0E4C919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527" y="2814221"/>
            <a:ext cx="479022" cy="500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A63B9E-2696-BE53-F2DA-787021DE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427" y="3437980"/>
            <a:ext cx="479022" cy="500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88B67-4C8C-37DB-2599-6AF3E175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927" y="4061740"/>
            <a:ext cx="479022" cy="500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A2557-431F-6B0C-C3A1-6B9A2643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038" y="4691750"/>
            <a:ext cx="479022" cy="500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4166A-1623-392D-CDA8-2B322EBA1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949" y="5777406"/>
            <a:ext cx="479022" cy="500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6D5DF9-85B5-06AF-D3B6-E9F25A64C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152" y="5190863"/>
            <a:ext cx="473668" cy="4503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9834EC-F286-132F-7BEF-370400C73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819" y="5190863"/>
            <a:ext cx="443651" cy="45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55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Prime Numbers – </a:t>
            </a:r>
            <a:r>
              <a:rPr lang="en-MY" sz="4400" b="1" dirty="0">
                <a:solidFill>
                  <a:srgbClr val="C00000"/>
                </a:solidFill>
              </a:rPr>
              <a:t>Fermat Primes</a:t>
            </a:r>
            <a:endParaRPr lang="en-MY" sz="4400" b="1" dirty="0">
              <a:solidFill>
                <a:srgbClr val="9148C8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4"/>
                <a:ext cx="10213200" cy="499110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Having the special formula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some non-negative integers, this structure also </a:t>
                </a: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DOES NOT </a:t>
                </a:r>
                <a:r>
                  <a:rPr lang="en-MY" dirty="0"/>
                  <a:t>guarantee the output is a prime.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257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65537</m:t>
                    </m:r>
                  </m:oMath>
                </a14:m>
                <a:r>
                  <a:rPr lang="en-MY" dirty="0"/>
                  <a:t>  is a prime.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4294967297=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641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6700417</m:t>
                        </m:r>
                      </m:e>
                    </m:d>
                  </m:oMath>
                </a14:m>
                <a:r>
                  <a:rPr lang="en-MY" dirty="0"/>
                  <a:t>  is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</a:t>
                </a:r>
                <a:r>
                  <a:rPr lang="en-MY" dirty="0"/>
                  <a:t> a prime.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4"/>
                <a:ext cx="10213200" cy="4991101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0F91AA-994A-EE2B-CCD6-A0E4C919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152" y="2882420"/>
            <a:ext cx="377948" cy="394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6D5DF9-85B5-06AF-D3B6-E9F25A64C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552" y="6162413"/>
            <a:ext cx="415034" cy="3946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9834EC-F286-132F-7BEF-370400C73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544" y="6162413"/>
            <a:ext cx="388733" cy="3946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4E1D90-C278-5D15-0BB4-6EDDF7B8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152" y="3550099"/>
            <a:ext cx="377948" cy="3946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CDA794-81E0-0138-B770-24EA34CB5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26" y="4217778"/>
            <a:ext cx="377948" cy="394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3741AF-487B-183F-A568-8E5F4B8B7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049" y="4885457"/>
            <a:ext cx="377948" cy="3946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883902-DF0D-5AEC-2DBD-23AF9FD1C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74" y="5553136"/>
            <a:ext cx="377948" cy="39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70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B050"/>
                </a:solidFill>
              </a:rPr>
              <a:t>Prime Numbers </a:t>
            </a:r>
            <a:r>
              <a:rPr lang="en-MY" sz="4400" b="1" dirty="0"/>
              <a:t>and </a:t>
            </a:r>
            <a:r>
              <a:rPr lang="en-MY" sz="4400" b="1" dirty="0">
                <a:solidFill>
                  <a:srgbClr val="0000FF"/>
                </a:solidFill>
              </a:rPr>
              <a:t>Primality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dirty="0"/>
              <a:t>There are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several methods</a:t>
            </a:r>
            <a:r>
              <a:rPr lang="en-MY" dirty="0">
                <a:solidFill>
                  <a:srgbClr val="FF0000">
                    <a:alpha val="60000"/>
                  </a:srgbClr>
                </a:solidFill>
              </a:rPr>
              <a:t> </a:t>
            </a:r>
            <a:r>
              <a:rPr lang="en-MY" dirty="0"/>
              <a:t>that can be used to test whether a given number is a prime, or composite, that categorized into two major branches. 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Deterministic Algorithms</a:t>
            </a:r>
            <a:r>
              <a:rPr lang="en-MY" dirty="0"/>
              <a:t>: Algorithms that accept and integer and </a:t>
            </a:r>
            <a:r>
              <a:rPr lang="en-MY" b="1" dirty="0"/>
              <a:t>always</a:t>
            </a:r>
            <a:r>
              <a:rPr lang="en-MY" dirty="0"/>
              <a:t> output either PRIME, or COMPOSITE.</a:t>
            </a:r>
            <a:endParaRPr lang="en-MY" b="1" dirty="0"/>
          </a:p>
          <a:p>
            <a:pPr marL="1177200" lvl="2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dirty="0"/>
              <a:t>Sieve of Eratosthenes </a:t>
            </a:r>
          </a:p>
          <a:p>
            <a:pPr marL="1177200" lvl="2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Divisibility Algorithm</a:t>
            </a:r>
          </a:p>
          <a:p>
            <a:pPr marL="1177200" lvl="2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AKS Algorithm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b="1" dirty="0">
                <a:solidFill>
                  <a:srgbClr val="C00000">
                    <a:alpha val="60000"/>
                  </a:srgbClr>
                </a:solidFill>
              </a:rPr>
              <a:t>Probabilistic Algorithms</a:t>
            </a:r>
            <a:r>
              <a:rPr lang="en-MY" dirty="0"/>
              <a:t>: Algorithms that </a:t>
            </a:r>
            <a:r>
              <a:rPr lang="en-MY" b="1" dirty="0"/>
              <a:t>DO NOT</a:t>
            </a:r>
            <a:r>
              <a:rPr lang="en-MY" dirty="0"/>
              <a:t> guarantee the </a:t>
            </a:r>
            <a:r>
              <a:rPr lang="en-MY" b="1" dirty="0"/>
              <a:t>correctness</a:t>
            </a:r>
            <a:r>
              <a:rPr lang="en-MY" dirty="0"/>
              <a:t> of the result.</a:t>
            </a:r>
          </a:p>
          <a:p>
            <a:pPr marL="1177200" lvl="2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dirty="0"/>
              <a:t>Fermat Primality Test</a:t>
            </a:r>
          </a:p>
          <a:p>
            <a:pPr marL="1177200" lvl="2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dirty="0"/>
              <a:t>Miller-Rabin Test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53227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Sieve of Eratosthenes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MY" dirty="0">
                    <a:solidFill>
                      <a:schemeClr val="tx1"/>
                    </a:solidFill>
                  </a:rPr>
                  <a:t>This method was introduced by Eratosthenes, a Greek mathematician to find all the primes less than a given number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just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Create a list of consecutive integers from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through </a:t>
                </a:r>
                <a14:m>
                  <m:oMath xmlns:m="http://schemas.openxmlformats.org/officeDocument/2006/math">
                    <m:r>
                      <a:rPr lang="en-MY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b="0" i="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Initially, let </a:t>
                </a:r>
                <a:r>
                  <a:rPr lang="en-MY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(the </a:t>
                </a:r>
                <a:r>
                  <a:rPr lang="en-US" b="1" i="0" dirty="0">
                    <a:solidFill>
                      <a:srgbClr val="FF0000"/>
                    </a:solidFill>
                    <a:effectLst/>
                  </a:rPr>
                  <a:t>smallest prime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). Enumerate the multiples of</a:t>
                </a:r>
                <a:r>
                  <a:rPr lang="en-MY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 </a:t>
                </a:r>
                <a:r>
                  <a:rPr lang="en-US" dirty="0">
                    <a:solidFill>
                      <a:schemeClr val="tx1"/>
                    </a:solidFill>
                  </a:rPr>
                  <a:t>and sieve through 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to 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(these will be</a:t>
                </a:r>
                <a:r>
                  <a:rPr lang="en-MY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MY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,3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,4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).</a:t>
                </a:r>
              </a:p>
              <a:p>
                <a:pPr algn="just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Find the smallest number in the list greater than</a:t>
                </a:r>
                <a:r>
                  <a:rPr lang="en-MY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that is </a:t>
                </a:r>
                <a:r>
                  <a:rPr lang="en-US" b="1" i="0" dirty="0">
                    <a:solidFill>
                      <a:srgbClr val="C00000"/>
                    </a:solidFill>
                    <a:effectLst/>
                  </a:rPr>
                  <a:t>not marked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. If there was no such number, stop. Otherwise, </a:t>
                </a:r>
                <a14:m>
                  <m:oMath xmlns:m="http://schemas.openxmlformats.org/officeDocument/2006/math">
                    <m:r>
                      <a:rPr lang="en-MY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now equal this new number (the next prime) and repeat from </a:t>
                </a:r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tep 2.</a:t>
                </a:r>
              </a:p>
              <a:p>
                <a:pPr algn="just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On termination, </a:t>
                </a:r>
                <a:r>
                  <a:rPr lang="en-US" b="1" i="0" dirty="0">
                    <a:solidFill>
                      <a:schemeClr val="tx1"/>
                    </a:solidFill>
                    <a:effectLst/>
                  </a:rPr>
                  <a:t>the numbers remaining not marked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 in the list are </a:t>
                </a:r>
                <a:r>
                  <a:rPr lang="en-US" b="1" i="0" dirty="0">
                    <a:solidFill>
                      <a:srgbClr val="0000FF"/>
                    </a:solidFill>
                    <a:effectLst/>
                  </a:rPr>
                  <a:t>all the primes below 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t="-511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01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Sieve of Eratosthenes</a:t>
            </a:r>
            <a:endParaRPr lang="en-MY" sz="36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D7DD5-6C1E-5596-A0CD-98EF6EC4404F}"/>
              </a:ext>
            </a:extLst>
          </p:cNvPr>
          <p:cNvSpPr txBox="1">
            <a:spLocks/>
          </p:cNvSpPr>
          <p:nvPr/>
        </p:nvSpPr>
        <p:spPr>
          <a:xfrm>
            <a:off x="989400" y="1685925"/>
            <a:ext cx="10213200" cy="4776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Example 1</a:t>
            </a:r>
            <a:r>
              <a:rPr lang="en-MY" dirty="0"/>
              <a:t>: The </a:t>
            </a:r>
            <a:r>
              <a:rPr lang="en-MY" b="1" dirty="0"/>
              <a:t>primes between 1 and 100</a:t>
            </a:r>
            <a:r>
              <a:rPr lang="en-MY" dirty="0"/>
              <a:t> through the sieve of Eratosthenes. </a:t>
            </a:r>
          </a:p>
        </p:txBody>
      </p: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4F441F10-FCDD-8754-92E5-5F7A4BD884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443838"/>
              </p:ext>
            </p:extLst>
          </p:nvPr>
        </p:nvGraphicFramePr>
        <p:xfrm>
          <a:off x="989400" y="2286000"/>
          <a:ext cx="10213200" cy="4572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21320">
                  <a:extLst>
                    <a:ext uri="{9D8B030D-6E8A-4147-A177-3AD203B41FA5}">
                      <a16:colId xmlns:a16="http://schemas.microsoft.com/office/drawing/2014/main" val="396549605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1280722245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133165693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263198772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372571272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2319344330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808810894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4261234259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3657170275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830429048"/>
                    </a:ext>
                  </a:extLst>
                </a:gridCol>
              </a:tblGrid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4402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25662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529772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91092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695717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3716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285748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644518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299140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522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16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Sieve of Eratosthenes</a:t>
            </a:r>
            <a:endParaRPr lang="en-MY" sz="36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F441F10-FCDD-8754-92E5-5F7A4BD884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9400" y="2286000"/>
          <a:ext cx="10213200" cy="4572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21320">
                  <a:extLst>
                    <a:ext uri="{9D8B030D-6E8A-4147-A177-3AD203B41FA5}">
                      <a16:colId xmlns:a16="http://schemas.microsoft.com/office/drawing/2014/main" val="396549605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1280722245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133165693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263198772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3725712722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2319344330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808810894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4261234259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3657170275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830429048"/>
                    </a:ext>
                  </a:extLst>
                </a:gridCol>
              </a:tblGrid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04402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25662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529772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39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91092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695717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7164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69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85748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644518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99140"/>
                  </a:ext>
                </a:extLst>
              </a:tr>
              <a:tr h="418055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99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2214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D7DD5-6C1E-5596-A0CD-98EF6EC4404F}"/>
              </a:ext>
            </a:extLst>
          </p:cNvPr>
          <p:cNvSpPr txBox="1">
            <a:spLocks/>
          </p:cNvSpPr>
          <p:nvPr/>
        </p:nvSpPr>
        <p:spPr>
          <a:xfrm>
            <a:off x="989400" y="1685925"/>
            <a:ext cx="10213200" cy="4776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Example 1</a:t>
            </a:r>
            <a:r>
              <a:rPr lang="en-MY" dirty="0"/>
              <a:t>: The </a:t>
            </a:r>
            <a:r>
              <a:rPr lang="en-MY" b="1" dirty="0"/>
              <a:t>primes between 1 and 100</a:t>
            </a:r>
            <a:r>
              <a:rPr lang="en-MY" dirty="0"/>
              <a:t> through the sieve of Eratosthenes.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0956B1-BD5F-F803-3955-896D769DFA70}"/>
                  </a:ext>
                </a:extLst>
              </p14:cNvPr>
              <p14:cNvContentPartPr/>
              <p14:nvPr/>
            </p14:nvContentPartPr>
            <p14:xfrm>
              <a:off x="6548400" y="1446480"/>
              <a:ext cx="2593440" cy="40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0956B1-BD5F-F803-3955-896D769DFA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9040" y="1437120"/>
                <a:ext cx="2612160" cy="4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5176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Sieve of Eratosthenes</a:t>
            </a:r>
            <a:endParaRPr lang="en-MY" sz="36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Exercise 1</a:t>
            </a:r>
            <a:r>
              <a:rPr lang="en-MY" dirty="0"/>
              <a:t>: Determine the </a:t>
            </a:r>
            <a:r>
              <a:rPr lang="en-MY" b="1" dirty="0"/>
              <a:t>primes between 101 and 150</a:t>
            </a:r>
            <a:r>
              <a:rPr lang="en-MY" dirty="0"/>
              <a:t> through the sieve of Eratosthenes.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A5753D3-2AC6-9D16-ACE4-99181350EF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450757"/>
              </p:ext>
            </p:extLst>
          </p:nvPr>
        </p:nvGraphicFramePr>
        <p:xfrm>
          <a:off x="2105485" y="3360199"/>
          <a:ext cx="7981030" cy="2286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98103">
                  <a:extLst>
                    <a:ext uri="{9D8B030D-6E8A-4147-A177-3AD203B41FA5}">
                      <a16:colId xmlns:a16="http://schemas.microsoft.com/office/drawing/2014/main" val="396549605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1280722245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133165693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263198772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372571272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2319344330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808810894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4261234259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3657170275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830429048"/>
                    </a:ext>
                  </a:extLst>
                </a:gridCol>
              </a:tblGrid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44024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25662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529772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910924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695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291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Sieve of Eratosthenes</a:t>
            </a:r>
            <a:endParaRPr lang="en-MY" sz="36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b="1" dirty="0">
                <a:solidFill>
                  <a:srgbClr val="0000FF">
                    <a:alpha val="60000"/>
                  </a:srgbClr>
                </a:solidFill>
              </a:rPr>
              <a:t>Exercise 1</a:t>
            </a:r>
            <a:r>
              <a:rPr lang="en-MY" dirty="0"/>
              <a:t>: Determine the </a:t>
            </a:r>
            <a:r>
              <a:rPr lang="en-MY" b="1" dirty="0"/>
              <a:t>primes between 101 and 150</a:t>
            </a:r>
            <a:r>
              <a:rPr lang="en-MY" dirty="0"/>
              <a:t> through the sieve of Eratosthenes.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A5753D3-2AC6-9D16-ACE4-99181350EF2B}"/>
              </a:ext>
            </a:extLst>
          </p:cNvPr>
          <p:cNvGraphicFramePr>
            <a:graphicFrameLocks/>
          </p:cNvGraphicFramePr>
          <p:nvPr/>
        </p:nvGraphicFramePr>
        <p:xfrm>
          <a:off x="2105485" y="3360199"/>
          <a:ext cx="7981030" cy="2286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98103">
                  <a:extLst>
                    <a:ext uri="{9D8B030D-6E8A-4147-A177-3AD203B41FA5}">
                      <a16:colId xmlns:a16="http://schemas.microsoft.com/office/drawing/2014/main" val="396549605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1280722245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133165693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263198772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3725712722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2319344330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808810894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4261234259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3657170275"/>
                    </a:ext>
                  </a:extLst>
                </a:gridCol>
                <a:gridCol w="798103">
                  <a:extLst>
                    <a:ext uri="{9D8B030D-6E8A-4147-A177-3AD203B41FA5}">
                      <a16:colId xmlns:a16="http://schemas.microsoft.com/office/drawing/2014/main" val="830429048"/>
                    </a:ext>
                  </a:extLst>
                </a:gridCol>
              </a:tblGrid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044024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119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25662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129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529772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910924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148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400" b="0" dirty="0"/>
                        <a:t>150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695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921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Divisibility Algorithm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divisibility algorithm (or divisibility test) determines if a number </a:t>
                </a:r>
                <a14:m>
                  <m:oMath xmlns:m="http://schemas.openxmlformats.org/officeDocument/2006/math">
                    <m:r>
                      <a:rPr lang="en-MY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prime by testing if all the </a:t>
                </a:r>
                <a:r>
                  <a:rPr lang="en-MY" b="1" dirty="0">
                    <a:solidFill>
                      <a:srgbClr val="00642D"/>
                    </a:solidFill>
                  </a:rPr>
                  <a:t>primes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b="1" i="1" smtClean="0">
                            <a:solidFill>
                              <a:srgbClr val="00642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1" i="1" smtClean="0">
                            <a:solidFill>
                              <a:srgbClr val="0064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 </a:t>
                </a:r>
                <a:r>
                  <a:rPr lang="en-MY" dirty="0"/>
                  <a:t>divides it completely, or otherwise.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Given the integer </a:t>
                </a:r>
                <a14:m>
                  <m:oMath xmlns:m="http://schemas.openxmlformats.org/officeDocument/2006/math">
                    <m:r>
                      <a:rPr lang="en-MY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, 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List all the primes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MY" dirty="0"/>
                  <a:t>, use these primes to divide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If all the listed primes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DOES NOT </a:t>
                </a:r>
                <a:r>
                  <a:rPr lang="en-MY" dirty="0"/>
                  <a:t>divide </a:t>
                </a:r>
                <a14:m>
                  <m:oMath xmlns:m="http://schemas.openxmlformats.org/officeDocument/2006/math">
                    <m:r>
                      <a:rPr lang="en-MY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, then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a prime. Otherwise,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composite.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064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Divisibility Algorithm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bit-operation complexity of the divisibility algorithm is exponential. That is, given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MY" dirty="0"/>
                  <a:t>-bit integer, the algorithm runs at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MY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MY" dirty="0"/>
                  <a:t> complexity.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BE7302-31E2-EB58-96F6-DF07AA50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888" y="3079192"/>
            <a:ext cx="9194223" cy="356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25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3600" b="1" dirty="0"/>
              <a:t>– Divisibility Algorithm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2</a:t>
                </a:r>
                <a:r>
                  <a:rPr lang="en-MY" dirty="0"/>
                  <a:t>: Determine if 349 is a prime.</a:t>
                </a:r>
              </a:p>
              <a:p>
                <a:pPr marL="0" indent="0" algn="just">
                  <a:buNone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349</m:t>
                        </m:r>
                      </m:e>
                    </m:ra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=18.6…</m:t>
                    </m:r>
                  </m:oMath>
                </a14:m>
                <a:r>
                  <a:rPr lang="en-MY" dirty="0"/>
                  <a:t>, all the primes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349</m:t>
                        </m:r>
                      </m:e>
                    </m:rad>
                  </m:oMath>
                </a14:m>
                <a:r>
                  <a:rPr lang="en-MY" dirty="0"/>
                  <a:t> are 2, 3, 5, 7, 11, 13 and 17. We check if all these primes divides 349.</a:t>
                </a:r>
              </a:p>
              <a:p>
                <a:pPr marL="0" indent="0" algn="just">
                  <a:buNone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MY" b="1" dirty="0"/>
                  <a:t>Conclusion</a:t>
                </a:r>
                <a:r>
                  <a:rPr lang="en-MY" dirty="0"/>
                  <a:t>: Since all the primes does not </a:t>
                </a:r>
                <a:br>
                  <a:rPr lang="en-MY" dirty="0"/>
                </a:br>
                <a:r>
                  <a:rPr lang="en-MY" dirty="0"/>
                  <a:t>divide 349, hence </a:t>
                </a:r>
                <a:r>
                  <a:rPr lang="en-MY" b="1" dirty="0">
                    <a:solidFill>
                      <a:srgbClr val="00642D"/>
                    </a:solidFill>
                  </a:rPr>
                  <a:t>349 is a prime</a:t>
                </a:r>
                <a:r>
                  <a:rPr lang="en-MY" dirty="0"/>
                  <a:t>.</a:t>
                </a:r>
              </a:p>
              <a:p>
                <a:pPr marL="0" indent="0" algn="just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9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82E61A9-3DD2-E254-EFD5-75F8FD571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226550"/>
              </p:ext>
            </p:extLst>
          </p:nvPr>
        </p:nvGraphicFramePr>
        <p:xfrm>
          <a:off x="7555850" y="3536631"/>
          <a:ext cx="4269206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79272">
                  <a:extLst>
                    <a:ext uri="{9D8B030D-6E8A-4147-A177-3AD203B41FA5}">
                      <a16:colId xmlns:a16="http://schemas.microsoft.com/office/drawing/2014/main" val="3792534004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3803190400"/>
                    </a:ext>
                  </a:extLst>
                </a:gridCol>
              </a:tblGrid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Primes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Does it divides 349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319624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027892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913569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872494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299823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279741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939302"/>
                  </a:ext>
                </a:extLst>
              </a:tr>
              <a:tr h="31983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401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328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>
                    <a:alpha val="60000"/>
                  </a:srgbClr>
                </a:solidFill>
              </a:rPr>
              <a:t>Deterministic Algorithms </a:t>
            </a:r>
            <a:r>
              <a:rPr lang="en-MY" sz="4400" b="1" dirty="0"/>
              <a:t>– AKS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AKS algorithm </a:t>
                </a:r>
                <a:r>
                  <a:rPr lang="en-MY" dirty="0"/>
                  <a:t>is an deterministic algorithm devised by </a:t>
                </a:r>
                <a:r>
                  <a:rPr lang="en-MY" b="1" dirty="0"/>
                  <a:t>A</a:t>
                </a:r>
                <a:r>
                  <a:rPr lang="en-MY" dirty="0"/>
                  <a:t>grawal, </a:t>
                </a:r>
                <a:r>
                  <a:rPr lang="en-MY" b="1" dirty="0" err="1"/>
                  <a:t>K</a:t>
                </a:r>
                <a:r>
                  <a:rPr lang="en-MY" dirty="0" err="1"/>
                  <a:t>ayal</a:t>
                </a:r>
                <a:r>
                  <a:rPr lang="en-MY" dirty="0"/>
                  <a:t> and </a:t>
                </a:r>
                <a:r>
                  <a:rPr lang="en-MY" b="1" dirty="0"/>
                  <a:t>S</a:t>
                </a:r>
                <a:r>
                  <a:rPr lang="en-MY" dirty="0"/>
                  <a:t>axena in 2002, which they claimed to be an algorithm used for primality testing with polynomial bit-operation time complexity of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MY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MY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MY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MY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MY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MY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MY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This algorithm utilized the fact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MY" b="1" i="1" smtClean="0">
                                <a:solidFill>
                                  <a:srgbClr val="3F1A5A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MY" b="1" i="1" smtClean="0">
                        <a:solidFill>
                          <a:srgbClr val="3F1A5A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1" i="1" smtClean="0">
                            <a:solidFill>
                              <a:srgbClr val="3F1A5A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dirty="0"/>
                  <a:t> in determining whether an integer 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a prime or not.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MY" b="1" dirty="0"/>
                  <a:t>Note</a:t>
                </a:r>
                <a:r>
                  <a:rPr lang="en-MY" dirty="0"/>
                  <a:t>: We will not learn the AKS algorithm due to its complex computation that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involves polynomial rings reduction</a:t>
                </a:r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 b="-12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054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2E98BD-81FD-2F2F-00AB-2AB4AF20B596}"/>
              </a:ext>
            </a:extLst>
          </p:cNvPr>
          <p:cNvSpPr/>
          <p:nvPr/>
        </p:nvSpPr>
        <p:spPr>
          <a:xfrm>
            <a:off x="1461856" y="4367814"/>
            <a:ext cx="9268287" cy="1340528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Fermat Primality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Recall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Fermat’s Little Theorem (Theorem 4)</a:t>
                </a:r>
                <a:r>
                  <a:rPr lang="en-MY" dirty="0"/>
                  <a:t>, that if an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 is a prime,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≡1 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MY" dirty="0"/>
                  <a:t> for an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dirty="0"/>
                  <a:t> such 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If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a prime number, then congruence holds. However, if the congruence holds, it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DOES NOT imply </a:t>
                </a:r>
                <a:r>
                  <a:rPr lang="en-MY" dirty="0"/>
                  <a:t>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a prime.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Based on this statement, we can now define the </a:t>
                </a:r>
                <a:r>
                  <a:rPr lang="en-MY" b="1" dirty="0"/>
                  <a:t>Fermat Primality Test</a:t>
                </a:r>
                <a:r>
                  <a:rPr lang="en-MY" dirty="0"/>
                  <a:t>.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00642D">
                        <a:alpha val="60000"/>
                      </a:srgbClr>
                    </a:solidFill>
                  </a:rPr>
                  <a:t>prime</a:t>
                </a:r>
                <a:r>
                  <a:rPr lang="en-MY" sz="2400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400" i="1">
                        <a:latin typeface="Cambria Math" panose="02040503050406030204" pitchFamily="18" charset="0"/>
                      </a:rPr>
                      <m:t>≡1 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. 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If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C00000">
                        <a:alpha val="60000"/>
                      </a:srgbClr>
                    </a:solidFill>
                  </a:rPr>
                  <a:t>composite</a:t>
                </a:r>
                <a:r>
                  <a:rPr lang="en-MY" sz="2400" dirty="0"/>
                  <a:t>, then it is </a:t>
                </a:r>
                <a:r>
                  <a:rPr lang="en-MY" sz="2400" b="1" dirty="0">
                    <a:solidFill>
                      <a:srgbClr val="C00000">
                        <a:alpha val="60000"/>
                      </a:srgbClr>
                    </a:solidFill>
                  </a:rPr>
                  <a:t>possible</a:t>
                </a:r>
                <a:r>
                  <a:rPr lang="en-MY" sz="2400" dirty="0"/>
                  <a:t>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400" i="1">
                        <a:latin typeface="Cambria Math" panose="02040503050406030204" pitchFamily="18" charset="0"/>
                      </a:rPr>
                      <m:t>≡1 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113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Fermat Primality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In other words, a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prime certainly passes </a:t>
                </a:r>
                <a:r>
                  <a:rPr lang="en-MY" dirty="0"/>
                  <a:t>the Fermat Primality test. But a </a:t>
                </a:r>
                <a:r>
                  <a:rPr lang="en-MY" b="1" dirty="0">
                    <a:solidFill>
                      <a:srgbClr val="00642D">
                        <a:alpha val="60000"/>
                      </a:srgbClr>
                    </a:solidFill>
                  </a:rPr>
                  <a:t>composite may pass </a:t>
                </a:r>
                <a:r>
                  <a:rPr lang="en-MY" dirty="0"/>
                  <a:t>the same test with some probability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MY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3</a:t>
                </a:r>
                <a:r>
                  <a:rPr lang="en-MY" dirty="0"/>
                  <a:t>: Determine if the integer 561 is a prime.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Choose a positive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, we notice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561−1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561</m:t>
                        </m:r>
                      </m:e>
                    </m:d>
                  </m:oMath>
                </a14:m>
                <a:r>
                  <a:rPr lang="en-MY" dirty="0"/>
                  <a:t> which passes the Fermat Primality test. However,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561=17×33</m:t>
                    </m:r>
                  </m:oMath>
                </a14:m>
                <a:r>
                  <a:rPr lang="en-MY" dirty="0"/>
                  <a:t> which is a composite.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Choose another positive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561−1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375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561</m:t>
                        </m:r>
                      </m:e>
                    </m:d>
                  </m:oMath>
                </a14:m>
                <a:r>
                  <a:rPr lang="en-MY" dirty="0"/>
                  <a:t>. Hence,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561</m:t>
                    </m:r>
                  </m:oMath>
                </a14:m>
                <a:r>
                  <a:rPr lang="en-MY" dirty="0"/>
                  <a:t> is NOT a prime.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869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3F1A5A"/>
                    </a:solidFill>
                  </a:rPr>
                  <a:t>Miller-Rabin test </a:t>
                </a:r>
                <a:r>
                  <a:rPr lang="en-MY" dirty="0"/>
                  <a:t>combines both the </a:t>
                </a:r>
                <a:r>
                  <a:rPr lang="en-MY" b="1" dirty="0">
                    <a:solidFill>
                      <a:srgbClr val="00642D"/>
                    </a:solidFill>
                  </a:rPr>
                  <a:t>Fermat Primality test</a:t>
                </a:r>
                <a:r>
                  <a:rPr lang="en-MY" dirty="0">
                    <a:solidFill>
                      <a:srgbClr val="00642D"/>
                    </a:solidFill>
                  </a:rPr>
                  <a:t> </a:t>
                </a:r>
                <a:r>
                  <a:rPr lang="en-MY" dirty="0"/>
                  <a:t>and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Square-root test</a:t>
                </a:r>
                <a:r>
                  <a:rPr lang="en-MY" dirty="0"/>
                  <a:t> (not covered in this course) in a very elegant technique to find a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strong pseudoprime </a:t>
                </a:r>
                <a:r>
                  <a:rPr lang="en-MY" dirty="0"/>
                  <a:t>(a prime with a very high probability).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This test expresses the integer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dirty="0"/>
                  <a:t> as a </a:t>
                </a:r>
                <a:r>
                  <a:rPr lang="en-MY" b="1" dirty="0">
                    <a:solidFill>
                      <a:srgbClr val="9148C8">
                        <a:alpha val="60000"/>
                      </a:srgbClr>
                    </a:solidFill>
                  </a:rPr>
                  <a:t>product of an odd number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9148C8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MY" b="1" dirty="0">
                    <a:solidFill>
                      <a:srgbClr val="9148C8">
                        <a:alpha val="60000"/>
                      </a:srgbClr>
                    </a:solidFill>
                  </a:rPr>
                  <a:t> and power of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9148C8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MY" dirty="0"/>
                  <a:t>. That is, given any integer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MY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279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This expression is then undergone the </a:t>
                </a:r>
                <a:r>
                  <a:rPr lang="en-MY" b="1" dirty="0">
                    <a:solidFill>
                      <a:srgbClr val="00642D"/>
                    </a:solidFill>
                  </a:rPr>
                  <a:t>Fermat Primality test</a:t>
                </a:r>
                <a:r>
                  <a:rPr lang="en-MY" dirty="0"/>
                  <a:t> using a positive integer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dirty="0"/>
                  <a:t> such 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Instead of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≡1 </m:t>
                    </m:r>
                    <m:r>
                      <a:rPr lang="en-MY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 in one step, we perform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MY" dirty="0"/>
                  <a:t> computations, with each computation that a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square-root test </a:t>
                </a:r>
                <a:r>
                  <a:rPr lang="en-MY" dirty="0"/>
                  <a:t>is included.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0CEA113-3969-8B57-9238-26989595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912" y="2777939"/>
            <a:ext cx="6126176" cy="17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238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B3031-BB39-1BB7-98B8-C6B27548F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41" y="1619252"/>
            <a:ext cx="10213200" cy="48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93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4</a:t>
                </a:r>
                <a:r>
                  <a:rPr lang="en-MY" dirty="0"/>
                  <a:t>: Using Miller-Rabin test, with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, determine whether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561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561−1=35×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MY" dirty="0"/>
                  <a:t>. Via Miller-Rabin algorithm from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dirty="0"/>
                  <a:t> to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, we found 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561</m:t>
                    </m:r>
                  </m:oMath>
                </a14:m>
                <a:r>
                  <a:rPr lang="en-MY" dirty="0"/>
                  <a:t> is a composite.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The number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b="0" dirty="0"/>
                  <a:t> that proved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𝟓𝟔𝟏</m:t>
                    </m:r>
                  </m:oMath>
                </a14:m>
                <a:r>
                  <a:rPr lang="en-MY" b="1" dirty="0">
                    <a:solidFill>
                      <a:srgbClr val="00642D"/>
                    </a:solidFill>
                  </a:rPr>
                  <a:t> is a composite </a:t>
                </a:r>
                <a:r>
                  <a:rPr lang="en-MY" dirty="0"/>
                  <a:t>is called a ‘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witness</a:t>
                </a:r>
                <a:r>
                  <a:rPr lang="en-MY" dirty="0"/>
                  <a:t>’.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166923"/>
                  </p:ext>
                </p:extLst>
              </p:nvPr>
            </p:nvGraphicFramePr>
            <p:xfrm>
              <a:off x="2032000" y="3887887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35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561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≡263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263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561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≡166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166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561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≡67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800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67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561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≡+1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134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166923"/>
                  </p:ext>
                </p:extLst>
              </p:nvPr>
            </p:nvGraphicFramePr>
            <p:xfrm>
              <a:off x="2032000" y="3887887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639" r="-35631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639" r="-4301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00000" r="-356314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00000" r="-43014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203279" r="-3563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203279" r="-430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800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303279" r="-35631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303279" r="-4301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1345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49042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5</a:t>
                </a:r>
                <a:r>
                  <a:rPr lang="en-MY" dirty="0"/>
                  <a:t>: Using Miller-Rabin test, with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, determine whether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Since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−1=3×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MY" dirty="0"/>
                  <a:t>. Via Miller-Rabin algorithm from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dirty="0"/>
                  <a:t> to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, we found 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lang="en-MY" dirty="0"/>
                  <a:t> is a composite.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Hence,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𝟒𝟗</m:t>
                    </m:r>
                  </m:oMath>
                </a14:m>
                <a:r>
                  <a:rPr lang="en-MY" b="1" dirty="0">
                    <a:solidFill>
                      <a:srgbClr val="00642D"/>
                    </a:solidFill>
                  </a:rPr>
                  <a:t> is a composite </a:t>
                </a:r>
                <a:r>
                  <a:rPr lang="en-MY" dirty="0"/>
                  <a:t>with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witness</a:t>
                </a:r>
                <a:r>
                  <a:rPr lang="en-MY" dirty="0"/>
                  <a:t>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245294"/>
                  </p:ext>
                </p:extLst>
              </p:nvPr>
            </p:nvGraphicFramePr>
            <p:xfrm>
              <a:off x="2032000" y="3887887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≡8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≡15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≡29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800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≡8</m:t>
                              </m:r>
                            </m:oMath>
                          </a14:m>
                          <a:r>
                            <a:rPr lang="en-MY" b="0" dirty="0"/>
                            <a:t> (</a:t>
                          </a:r>
                          <a:r>
                            <a:rPr lang="en-MY" b="1" dirty="0"/>
                            <a:t>failed</a:t>
                          </a:r>
                          <a:r>
                            <a:rPr lang="en-MY" b="0" dirty="0"/>
                            <a:t>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134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245294"/>
                  </p:ext>
                </p:extLst>
              </p:nvPr>
            </p:nvGraphicFramePr>
            <p:xfrm>
              <a:off x="2032000" y="3887887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639" r="-35631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639" r="-4301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00000" r="-356314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00000" r="-43014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203279" r="-3563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203279" r="-4301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800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303279" r="-35631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303279" r="-4301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1345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18542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Probabilistic Algorithms </a:t>
            </a:r>
            <a:r>
              <a:rPr lang="en-MY" sz="3600" b="1" dirty="0"/>
              <a:t>– Miller–Rabin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6</a:t>
                </a:r>
                <a:r>
                  <a:rPr lang="en-MY" dirty="0"/>
                  <a:t>: Using Miller-Rabin test, with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, determine whether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349</m:t>
                    </m:r>
                  </m:oMath>
                </a14:m>
                <a:r>
                  <a:rPr lang="en-MY" dirty="0"/>
                  <a:t> is a prime.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Since </a:t>
                </a:r>
                <a14:m>
                  <m:oMath xmlns:m="http://schemas.openxmlformats.org/officeDocument/2006/math">
                    <m:r>
                      <a:rPr lang="en-MY" b="0" i="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−1=87×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=87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. Via Miller-Rabin algorithm from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dirty="0"/>
                  <a:t> to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 dirty="0"/>
                  <a:t>: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Hence, </a:t>
                </a: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MY" b="1" i="1" smtClean="0">
                        <a:solidFill>
                          <a:srgbClr val="00642D"/>
                        </a:solidFill>
                        <a:latin typeface="Cambria Math" panose="02040503050406030204" pitchFamily="18" charset="0"/>
                      </a:rPr>
                      <m:t>𝟒𝟗</m:t>
                    </m:r>
                  </m:oMath>
                </a14:m>
                <a:r>
                  <a:rPr lang="en-MY" b="1" dirty="0">
                    <a:solidFill>
                      <a:srgbClr val="00642D"/>
                    </a:solidFill>
                  </a:rPr>
                  <a:t> is a prime number</a:t>
                </a:r>
                <a:r>
                  <a:rPr lang="en-MY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698155"/>
                  </p:ext>
                </p:extLst>
              </p:nvPr>
            </p:nvGraphicFramePr>
            <p:xfrm>
              <a:off x="2032000" y="3887887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87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≡213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213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349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≡348≡−1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FA6976D-9A3C-DA85-D4AA-2681994C09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698155"/>
                  </p:ext>
                </p:extLst>
              </p:nvPr>
            </p:nvGraphicFramePr>
            <p:xfrm>
              <a:off x="2032000" y="3887887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785398">
                      <a:extLst>
                        <a:ext uri="{9D8B030D-6E8A-4147-A177-3AD203B41FA5}">
                          <a16:colId xmlns:a16="http://schemas.microsoft.com/office/drawing/2014/main" val="3663935209"/>
                        </a:ext>
                      </a:extLst>
                    </a:gridCol>
                    <a:gridCol w="4447713">
                      <a:extLst>
                        <a:ext uri="{9D8B030D-6E8A-4147-A177-3AD203B41FA5}">
                          <a16:colId xmlns:a16="http://schemas.microsoft.com/office/drawing/2014/main" val="2849404852"/>
                        </a:ext>
                      </a:extLst>
                    </a:gridCol>
                    <a:gridCol w="1894888">
                      <a:extLst>
                        <a:ext uri="{9D8B030D-6E8A-4147-A177-3AD203B41FA5}">
                          <a16:colId xmlns:a16="http://schemas.microsoft.com/office/drawing/2014/main" val="41840077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613" r="-356314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613" r="-43014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28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1" t="-103279" r="-356314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74" t="-103279" r="-43014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7721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3269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Primality Testing </a:t>
            </a:r>
            <a:r>
              <a:rPr lang="en-MY" sz="3600" b="1" dirty="0">
                <a:solidFill>
                  <a:schemeClr val="tx1">
                    <a:alpha val="60000"/>
                  </a:schemeClr>
                </a:solidFill>
              </a:rPr>
              <a:t>–</a:t>
            </a:r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 </a:t>
            </a:r>
            <a:r>
              <a:rPr lang="en-MY" sz="3600" b="1" dirty="0">
                <a:solidFill>
                  <a:srgbClr val="00642D"/>
                </a:solidFill>
              </a:rPr>
              <a:t>The Recommended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Currently, the most popular primality test used in cryptography is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combination</a:t>
                </a:r>
                <a:r>
                  <a:rPr lang="en-MY" dirty="0"/>
                  <a:t> of </a:t>
                </a:r>
                <a:r>
                  <a:rPr lang="en-MY" b="1" dirty="0">
                    <a:solidFill>
                      <a:srgbClr val="3F1A5A"/>
                    </a:solidFill>
                  </a:rPr>
                  <a:t>divisibility test </a:t>
                </a:r>
                <a:r>
                  <a:rPr lang="en-MY" dirty="0"/>
                  <a:t>and </a:t>
                </a:r>
                <a:r>
                  <a:rPr lang="en-MY" b="1" dirty="0">
                    <a:solidFill>
                      <a:srgbClr val="3F1A5A"/>
                    </a:solidFill>
                  </a:rPr>
                  <a:t>Miller-Rabin test</a:t>
                </a:r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Given a large odd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, perform divisibility test by dividing some of the primes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MY" dirty="0"/>
                  <a:t>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If the number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passes the divisibility test </a:t>
                </a:r>
                <a:r>
                  <a:rPr lang="en-MY" b="1" dirty="0"/>
                  <a:t>for some reason</a:t>
                </a:r>
                <a:r>
                  <a:rPr lang="en-MY" dirty="0"/>
                  <a:t>, perform Miller-Rabin test using a set of bases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dirty="0"/>
                  <a:t>. Sometimes it requires more bases to provide sufficient ‘proof’.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If this number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</a:t>
                </a:r>
                <a:r>
                  <a:rPr lang="en-MY" b="1" dirty="0">
                    <a:solidFill>
                      <a:srgbClr val="00642D"/>
                    </a:solidFill>
                  </a:rPr>
                  <a:t>passes</a:t>
                </a:r>
                <a:r>
                  <a:rPr lang="en-MY" dirty="0"/>
                  <a:t> the Miller-Rabin with sufficiently many bases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dirty="0"/>
                  <a:t>, then we can conclude that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 is a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strong pseudoprime</a:t>
                </a:r>
                <a:r>
                  <a:rPr lang="en-MY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729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Primality Testing </a:t>
            </a:r>
            <a:r>
              <a:rPr lang="en-MY" sz="3600" b="1" dirty="0">
                <a:solidFill>
                  <a:schemeClr val="tx1">
                    <a:alpha val="60000"/>
                  </a:schemeClr>
                </a:solidFill>
              </a:rPr>
              <a:t>–</a:t>
            </a:r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 </a:t>
            </a:r>
            <a:r>
              <a:rPr lang="en-MY" sz="3600" b="1" dirty="0">
                <a:solidFill>
                  <a:srgbClr val="00642D"/>
                </a:solidFill>
              </a:rPr>
              <a:t>The Recommended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7</a:t>
                </a:r>
                <a:r>
                  <a:rPr lang="en-MY" dirty="0"/>
                  <a:t>: Determine whether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4033</m:t>
                    </m:r>
                  </m:oMath>
                </a14:m>
                <a:r>
                  <a:rPr lang="en-MY" dirty="0"/>
                  <a:t> is a prime. 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Although it is easy to verify that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4033</m:t>
                    </m:r>
                  </m:oMath>
                </a14:m>
                <a:r>
                  <a:rPr lang="en-MY" dirty="0"/>
                  <a:t> is actually a composite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37×109</m:t>
                    </m:r>
                  </m:oMath>
                </a14:m>
                <a:r>
                  <a:rPr lang="en-MY" dirty="0"/>
                  <a:t>, let’s assume that we do not know it initially.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Using divisibility test,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4033</m:t>
                        </m:r>
                      </m:e>
                    </m:rad>
                    <m:r>
                      <a:rPr lang="en-MY" b="0" i="1" smtClean="0">
                        <a:latin typeface="Cambria Math" panose="02040503050406030204" pitchFamily="18" charset="0"/>
                      </a:rPr>
                      <m:t>=63.5…</m:t>
                    </m:r>
                  </m:oMath>
                </a14:m>
                <a:r>
                  <a:rPr lang="en-MY" dirty="0"/>
                  <a:t> So, we divide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4033</m:t>
                    </m:r>
                  </m:oMath>
                </a14:m>
                <a:r>
                  <a:rPr lang="en-MY" dirty="0"/>
                  <a:t> using primes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=2,3,5,7,11,13,17,19,23</m:t>
                    </m:r>
                  </m:oMath>
                </a14:m>
                <a:r>
                  <a:rPr lang="en-MY" dirty="0"/>
                  <a:t> but none of them works (assume that we are somehow lazy to test all the primes less than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MY" dirty="0"/>
                  <a:t> for some reasons).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Next, we use Miller-Rabin test with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.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4033−1=63×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MY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7777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Primality Testing </a:t>
            </a:r>
            <a:r>
              <a:rPr lang="en-MY" sz="3600" b="1" dirty="0">
                <a:solidFill>
                  <a:schemeClr val="tx1">
                    <a:alpha val="60000"/>
                  </a:schemeClr>
                </a:solidFill>
              </a:rPr>
              <a:t>–</a:t>
            </a:r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 </a:t>
            </a:r>
            <a:r>
              <a:rPr lang="en-MY" sz="3600" b="1" dirty="0">
                <a:solidFill>
                  <a:srgbClr val="00642D"/>
                </a:solidFill>
              </a:rPr>
              <a:t>The Recommended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dirty="0"/>
                  <a:t>The first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MY" dirty="0"/>
                  <a:t> tells us it is a prime. But let’s say we are NOT satisfied with the result, we choose the next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 for the second round of Miller-Rabin test. 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1F5C47-CA99-F94E-CD69-8BED117E4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613521"/>
                  </p:ext>
                </p:extLst>
              </p:nvPr>
            </p:nvGraphicFramePr>
            <p:xfrm>
              <a:off x="1856419" y="1890111"/>
              <a:ext cx="8479161" cy="74168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862534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445047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166151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≡3521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15364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3521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≡4032≡−1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Pass, but prime?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547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1F5C47-CA99-F94E-CD69-8BED117E4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613521"/>
                  </p:ext>
                </p:extLst>
              </p:nvPr>
            </p:nvGraphicFramePr>
            <p:xfrm>
              <a:off x="1856419" y="1890111"/>
              <a:ext cx="8479161" cy="74168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862534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445047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166151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7" t="-1639" r="-35588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55" t="-1639" r="-49178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15364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7" t="-101639" r="-35588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55" t="-101639" r="-49178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Pass, but prime?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547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9F7BA07-29A1-810F-503F-7A17A70DCB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1986027"/>
                  </p:ext>
                </p:extLst>
              </p:nvPr>
            </p:nvGraphicFramePr>
            <p:xfrm>
              <a:off x="1856419" y="4439482"/>
              <a:ext cx="8479161" cy="222504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862534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445047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166151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≡3551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15364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3551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≡2443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547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2443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≡3442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4961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3551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≡2443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133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2443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≡3442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400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3551</m:t>
                                  </m:r>
                                </m:e>
                                <m:sup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b="0" i="1" smtClean="0">
                                      <a:latin typeface="Cambria Math" panose="02040503050406030204" pitchFamily="18" charset="0"/>
                                    </a:rPr>
                                    <m:t>4033</m:t>
                                  </m:r>
                                </m:e>
                              </m:d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≡2443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386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9F7BA07-29A1-810F-503F-7A17A70DCB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1986027"/>
                  </p:ext>
                </p:extLst>
              </p:nvPr>
            </p:nvGraphicFramePr>
            <p:xfrm>
              <a:off x="1856419" y="4439482"/>
              <a:ext cx="8479161" cy="222504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862534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445047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166151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1639" r="-3558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1639" r="-4917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15364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101639" r="-35588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101639" r="-4917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547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201639" r="-35588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201639" r="-4917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4961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301639" r="-35588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301639" r="-4917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133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401639" r="-35588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401639" r="-4917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400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" t="-501639" r="-35588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055" t="-501639" r="-4917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Composite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3869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7557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>
                    <a:alpha val="60000"/>
                  </a:srgbClr>
                </a:solidFill>
              </a:rPr>
              <a:t>Primality Testing </a:t>
            </a:r>
            <a:r>
              <a:rPr lang="en-MY" sz="3600" b="1" dirty="0">
                <a:solidFill>
                  <a:schemeClr val="tx1">
                    <a:alpha val="60000"/>
                  </a:schemeClr>
                </a:solidFill>
              </a:rPr>
              <a:t>–</a:t>
            </a:r>
            <a:r>
              <a:rPr lang="en-MY" sz="3600" b="1" dirty="0">
                <a:solidFill>
                  <a:srgbClr val="C00000">
                    <a:alpha val="60000"/>
                  </a:srgbClr>
                </a:solidFill>
              </a:rPr>
              <a:t> </a:t>
            </a:r>
            <a:r>
              <a:rPr lang="en-MY" sz="3600" b="1" dirty="0">
                <a:solidFill>
                  <a:srgbClr val="00642D"/>
                </a:solidFill>
              </a:rPr>
              <a:t>The Recommended Test</a:t>
            </a:r>
            <a:endParaRPr lang="en-MY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dirty="0"/>
                  <a:t>Hence, the base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dirty="0"/>
                  <a:t> tells us that it fails the Miller-Rabin test. It is a witness that proves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4033</m:t>
                    </m:r>
                  </m:oMath>
                </a14:m>
                <a:r>
                  <a:rPr lang="en-MY" dirty="0"/>
                  <a:t> is a composite. 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endParaRPr lang="en-MY" dirty="0"/>
              </a:p>
              <a:p>
                <a:pPr marL="457200" indent="-457200" algn="just">
                  <a:buFont typeface="+mj-lt"/>
                  <a:buAutoNum type="arabicPeriod" startAt="4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Note:</a:t>
                </a:r>
                <a:r>
                  <a:rPr lang="en-MY" dirty="0"/>
                  <a:t> What we simulated here is a small odd number. For a very large number, such as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998,761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7,622,296,651</m:t>
                    </m:r>
                  </m:oMath>
                </a14:m>
                <a:r>
                  <a:rPr lang="en-MY" dirty="0"/>
                  <a:t>, or even larger than these, we can only hope that it is indeed primes, or if not, a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strong pseudoprimes</a:t>
                </a:r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762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C14F-80BC-0822-8C84-A687BE3D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>
                    <a:alpha val="60000"/>
                  </a:srgbClr>
                </a:solidFill>
              </a:rPr>
              <a:t>Primality Testing</a:t>
            </a:r>
            <a:endParaRPr lang="en-MY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E70A-AF59-B46C-5054-B0B2A0725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Exercise 2</a:t>
                </a:r>
                <a:r>
                  <a:rPr lang="en-MY" dirty="0"/>
                  <a:t>: Using the Miller-Rabin test, determine whether 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6899</m:t>
                    </m:r>
                  </m:oMath>
                </a14:m>
                <a:r>
                  <a:rPr lang="en-MY" dirty="0"/>
                  <a:t> is a prime number.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We use different bases here. Since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899−1=3449×2</m:t>
                    </m:r>
                  </m:oMath>
                </a14:m>
                <a:r>
                  <a:rPr lang="en-MY" dirty="0"/>
                  <a:t>, we have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=3499</m:t>
                    </m:r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 dirty="0"/>
                  <a:t>. Hence, we only do the Miller-Rabin iteration once.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dirty="0"/>
                  <a:t>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6899</m:t>
                    </m:r>
                  </m:oMath>
                </a14:m>
                <a:r>
                  <a:rPr lang="en-MY" dirty="0"/>
                  <a:t> passes the Miller-Rabin test with 4 different bases. </a:t>
                </a:r>
                <a:r>
                  <a:rPr lang="en-MY" b="1" dirty="0"/>
                  <a:t>We can conclude that </a:t>
                </a:r>
                <a14:m>
                  <m:oMath xmlns:m="http://schemas.openxmlformats.org/officeDocument/2006/math">
                    <m:r>
                      <a:rPr lang="en-MY" b="1" i="1">
                        <a:latin typeface="Cambria Math" panose="02040503050406030204" pitchFamily="18" charset="0"/>
                      </a:rPr>
                      <m:t>𝟔𝟖𝟗𝟗</m:t>
                    </m:r>
                  </m:oMath>
                </a14:m>
                <a:r>
                  <a:rPr lang="en-MY" b="1" dirty="0"/>
                  <a:t> is a </a:t>
                </a:r>
                <a:r>
                  <a:rPr lang="en-MY" b="1" dirty="0">
                    <a:solidFill>
                      <a:srgbClr val="00642D">
                        <a:alpha val="60000"/>
                      </a:srgbClr>
                    </a:solidFill>
                  </a:rPr>
                  <a:t>strong pseudoprime </a:t>
                </a:r>
                <a:r>
                  <a:rPr lang="en-MY" b="1" dirty="0"/>
                  <a:t>(In fact, </a:t>
                </a:r>
                <a14:m>
                  <m:oMath xmlns:m="http://schemas.openxmlformats.org/officeDocument/2006/math">
                    <m:r>
                      <a:rPr lang="en-MY" b="1" i="1">
                        <a:latin typeface="Cambria Math" panose="02040503050406030204" pitchFamily="18" charset="0"/>
                      </a:rPr>
                      <m:t>𝟔𝟖𝟗𝟗</m:t>
                    </m:r>
                  </m:oMath>
                </a14:m>
                <a:r>
                  <a:rPr lang="en-MY" b="1" dirty="0"/>
                  <a:t> is a prime)</a:t>
                </a:r>
                <a:r>
                  <a:rPr lang="en-MY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E70A-AF59-B46C-5054-B0B2A0725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r="-119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3FFF1B9-5EE3-2786-6440-8EE10B2F2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1810483"/>
                  </p:ext>
                </p:extLst>
              </p:nvPr>
            </p:nvGraphicFramePr>
            <p:xfrm>
              <a:off x="1523967" y="4883719"/>
              <a:ext cx="9678633" cy="185420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985422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1140588">
                      <a:extLst>
                        <a:ext uri="{9D8B030D-6E8A-4147-A177-3AD203B41FA5}">
                          <a16:colId xmlns:a16="http://schemas.microsoft.com/office/drawing/2014/main" val="2949699608"/>
                        </a:ext>
                      </a:extLst>
                    </a:gridCol>
                    <a:gridCol w="508004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472577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Iteration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Decision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830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MY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3449</m:t>
                                    </m:r>
                                  </m:sup>
                                </m:sSup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6899</m:t>
                                    </m:r>
                                  </m:e>
                                </m:d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≡6898≡−1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761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</m:t>
                              </m:r>
                            </m:oMath>
                          </a14:m>
                          <a:r>
                            <a:rPr kumimoji="0" lang="en-MY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3449</m:t>
                                    </m:r>
                                  </m:sup>
                                </m:sSup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6899</m:t>
                                    </m:r>
                                  </m:e>
                                </m:d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≡+1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043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</m:t>
                              </m:r>
                            </m:oMath>
                          </a14:m>
                          <a:r>
                            <a:rPr kumimoji="0" lang="en-MY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3449</m:t>
                                    </m:r>
                                  </m:sup>
                                </m:sSup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6899</m:t>
                                    </m:r>
                                  </m:e>
                                </m:d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≡+1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112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MY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</m:t>
                              </m:r>
                            </m:oMath>
                          </a14:m>
                          <a:r>
                            <a:rPr kumimoji="0" lang="en-MY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venir Next LT Pro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3449</m:t>
                                    </m:r>
                                  </m:sup>
                                </m:sSup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6899</m:t>
                                    </m:r>
                                  </m:e>
                                </m:d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≡6898≡−1</m:t>
                                </m:r>
                              </m:oMath>
                            </m:oMathPara>
                          </a14:m>
                          <a:endParaRPr lang="en-MY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95354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3FFF1B9-5EE3-2786-6440-8EE10B2F2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1810483"/>
                  </p:ext>
                </p:extLst>
              </p:nvPr>
            </p:nvGraphicFramePr>
            <p:xfrm>
              <a:off x="1523967" y="4883719"/>
              <a:ext cx="9678633" cy="185420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985422">
                      <a:extLst>
                        <a:ext uri="{9D8B030D-6E8A-4147-A177-3AD203B41FA5}">
                          <a16:colId xmlns:a16="http://schemas.microsoft.com/office/drawing/2014/main" val="4233647624"/>
                        </a:ext>
                      </a:extLst>
                    </a:gridCol>
                    <a:gridCol w="1140588">
                      <a:extLst>
                        <a:ext uri="{9D8B030D-6E8A-4147-A177-3AD203B41FA5}">
                          <a16:colId xmlns:a16="http://schemas.microsoft.com/office/drawing/2014/main" val="2949699608"/>
                        </a:ext>
                      </a:extLst>
                    </a:gridCol>
                    <a:gridCol w="5080046">
                      <a:extLst>
                        <a:ext uri="{9D8B030D-6E8A-4147-A177-3AD203B41FA5}">
                          <a16:colId xmlns:a16="http://schemas.microsoft.com/office/drawing/2014/main" val="2381446336"/>
                        </a:ext>
                      </a:extLst>
                    </a:gridCol>
                    <a:gridCol w="2472577">
                      <a:extLst>
                        <a:ext uri="{9D8B030D-6E8A-4147-A177-3AD203B41FA5}">
                          <a16:colId xmlns:a16="http://schemas.microsoft.com/office/drawing/2014/main" val="784695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Iteration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Decision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830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17" t="-106557" r="-88271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166" t="-106557" r="-66470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966" t="-106557" r="-4904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761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17" t="-206557" r="-88271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166" t="-206557" r="-66470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966" t="-206557" r="-4904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043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17" t="-306557" r="-88271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166" t="-306557" r="-66470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966" t="-306557" r="-4904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112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17" t="-406557" r="-88271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166" t="-406557" r="-66470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966" t="-406557" r="-4904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Prime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95354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34182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996633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>
                <a:solidFill>
                  <a:srgbClr val="0070C0"/>
                </a:solidFill>
              </a:rPr>
              <a:t>CHINESE REMAINDER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THEOREM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(</a:t>
            </a:r>
            <a:r>
              <a:rPr lang="en-MY" sz="4800" b="1" dirty="0">
                <a:solidFill>
                  <a:srgbClr val="FF0000"/>
                </a:solidFill>
              </a:rPr>
              <a:t>Optional</a:t>
            </a:r>
            <a:r>
              <a:rPr lang="en-MY" sz="4800" b="1" dirty="0">
                <a:solidFill>
                  <a:srgbClr val="0070C0"/>
                </a:solidFill>
              </a:rPr>
              <a:t>)</a:t>
            </a: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endParaRPr lang="en-MY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1911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Chinese Remainder Theorem (CRT) </a:t>
                </a:r>
                <a:r>
                  <a:rPr lang="en-MY" dirty="0"/>
                  <a:t>is used to solve a set of congruent equations with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single variable</a:t>
                </a:r>
                <a:r>
                  <a:rPr lang="en-MY" dirty="0"/>
                  <a:t> but </a:t>
                </a:r>
                <a:r>
                  <a:rPr lang="en-MY" b="1" dirty="0">
                    <a:solidFill>
                      <a:srgbClr val="3F1A5A"/>
                    </a:solidFill>
                  </a:rPr>
                  <a:t>multiples moduli </a:t>
                </a:r>
                <a:r>
                  <a:rPr lang="en-MY" dirty="0"/>
                  <a:t>that are </a:t>
                </a:r>
                <a:r>
                  <a:rPr lang="en-MY" b="1" dirty="0"/>
                  <a:t>relatively prime</a:t>
                </a:r>
                <a:r>
                  <a:rPr lang="en-MY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MY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In other words,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1" i="1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MY" b="1" i="0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𝐠𝐜𝐝</m:t>
                        </m:r>
                      </m:fName>
                      <m:e>
                        <m:d>
                          <m:dPr>
                            <m:ctrlPr>
                              <a:rPr lang="en-MY" b="1" i="1" smtClean="0">
                                <a:solidFill>
                                  <a:srgbClr val="C0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MY" b="1" i="1" smtClean="0">
                                <a:solidFill>
                                  <a:srgbClr val="C0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MY" b="1" i="1" smtClean="0">
                                <a:solidFill>
                                  <a:srgbClr val="C0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MY" b="1" i="1" smtClean="0">
                                    <a:solidFill>
                                      <a:srgbClr val="C0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dirty="0"/>
                  <a:t>, then the Chinese Remainder Theorem says that </a:t>
                </a:r>
                <a:r>
                  <a:rPr lang="en-MY" b="1" dirty="0">
                    <a:solidFill>
                      <a:srgbClr val="00642D"/>
                    </a:solidFill>
                  </a:rPr>
                  <a:t>there exists a unique solution </a:t>
                </a:r>
                <a:r>
                  <a:rPr lang="en-MY" dirty="0"/>
                  <a:t>such that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MY" b="1" i="1" smtClean="0">
                                <a:solidFill>
                                  <a:srgbClr val="0000FF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.</a:t>
                </a:r>
                <a:endParaRPr lang="en-MY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480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85E26C-02EA-63A5-A23C-8D7EE389CA75}"/>
              </a:ext>
            </a:extLst>
          </p:cNvPr>
          <p:cNvSpPr/>
          <p:nvPr/>
        </p:nvSpPr>
        <p:spPr>
          <a:xfrm>
            <a:off x="989400" y="3897297"/>
            <a:ext cx="10213200" cy="1482571"/>
          </a:xfrm>
          <a:prstGeom prst="rect">
            <a:avLst/>
          </a:prstGeom>
          <a:solidFill>
            <a:srgbClr val="FFF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dirty="0"/>
              <a:t>The CRT is believed to have been discovered by the Chinese Mathematician </a:t>
            </a:r>
            <a:r>
              <a:rPr lang="en-MY" b="1" dirty="0">
                <a:solidFill>
                  <a:srgbClr val="9148C8">
                    <a:alpha val="60000"/>
                  </a:srgbClr>
                </a:solidFill>
              </a:rPr>
              <a:t>Sun-Tzu</a:t>
            </a:r>
            <a:r>
              <a:rPr lang="en-MY" dirty="0"/>
              <a:t> in around 100 A.D., which was how the term ‘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Chinese</a:t>
            </a:r>
            <a:r>
              <a:rPr lang="en-MY" dirty="0"/>
              <a:t>’ appeared.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dirty="0"/>
              <a:t>The </a:t>
            </a:r>
            <a:r>
              <a:rPr lang="en-MY" b="1" dirty="0"/>
              <a:t>original problem</a:t>
            </a:r>
            <a:r>
              <a:rPr lang="en-MY" dirty="0"/>
              <a:t> that gave birth to the CRT is as follows: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MY" dirty="0"/>
          </a:p>
          <a:p>
            <a:pPr marL="0" indent="0" algn="ctr">
              <a:buNone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There are certain things whose number is unknown. If we count them by threes, we have two left over; by fives, we have three left over; and by sevens, two are left over. 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How many things are there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582049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If we formulate the original problem mathematical, it requires us to find a unique solution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MY" dirty="0"/>
                  <a:t> such that: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≡2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MY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≡3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≡2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 to this set of congruent equations us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1" i="0" smtClean="0">
                            <a:solidFill>
                              <a:srgbClr val="C0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𝟏𝟎𝟓</m:t>
                        </m:r>
                      </m:e>
                    </m:d>
                  </m:oMath>
                </a14:m>
                <a:r>
                  <a:rPr lang="en-MY" dirty="0"/>
                  <a:t>, which we will learn on how to compute them in the subsequent slides.</a:t>
                </a:r>
                <a:endParaRPr lang="en-MY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5374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Steps to find the solution to the congruent equations via the CRT</a:t>
                </a:r>
                <a:r>
                  <a:rPr lang="en-MY" dirty="0">
                    <a:solidFill>
                      <a:srgbClr val="0000FF">
                        <a:alpha val="60000"/>
                      </a:srgbClr>
                    </a:solidFill>
                  </a:rPr>
                  <a:t>:</a:t>
                </a:r>
                <a:endParaRPr lang="en-MY" b="1" dirty="0">
                  <a:solidFill>
                    <a:srgbClr val="0000FF">
                      <a:alpha val="60000"/>
                    </a:srgbClr>
                  </a:solidFill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Compute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MY" dirty="0"/>
                  <a:t>. This is the common moduli.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Compute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multiplicative inverses </a:t>
                </a:r>
                <a:r>
                  <a:rPr lang="en-MY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MY" dirty="0"/>
                  <a:t> using the corresponding moduli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MY" dirty="0"/>
                  <a:t> via the </a:t>
                </a:r>
                <a:r>
                  <a:rPr lang="en-MY" b="1" dirty="0">
                    <a:solidFill>
                      <a:srgbClr val="3F1A5A"/>
                    </a:solidFill>
                  </a:rPr>
                  <a:t>Extended Euclidean algorithm </a:t>
                </a:r>
                <a:r>
                  <a:rPr lang="en-MY" dirty="0"/>
                  <a:t>(if necessary).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The solution to the simultaneous congruent equations is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MY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r>
                            <a:rPr lang="en-MY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  <m:r>
                            <a:rPr lang="en-MY" b="1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bSup>
                        </m:e>
                      </m:d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0" smtClean="0"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MY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en-MY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0496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8</a:t>
                </a:r>
                <a:r>
                  <a:rPr lang="en-MY" dirty="0"/>
                  <a:t>: Referring to the original problem, find the unique solution to the system of congruent equations: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≡2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MY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≡3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≡2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Compute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=3×5×7=105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3429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MY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dirty="0"/>
                  <a:t>Compute each multiplicative inverses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≡2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3</m:t>
                        </m:r>
                      </m:e>
                    </m:d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</m:d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MY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dirty="0"/>
                  <a:t>Compute the solution to the congruent equations: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2⋅35⋅2+3⋅21⋅1+2⋅15⋅1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105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≡233≡</m:t>
                      </m:r>
                      <m:r>
                        <a:rPr lang="en-MY" b="1" i="1" smtClean="0">
                          <a:solidFill>
                            <a:srgbClr val="FF0000">
                              <a:alpha val="60000"/>
                            </a:srgbClr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MY" b="1" i="1" smtClean="0">
                          <a:solidFill>
                            <a:srgbClr val="FF0000">
                              <a:alpha val="60000"/>
                            </a:srgb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1" i="1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0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MY" b="1" i="0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1" i="0" smtClean="0">
                              <a:solidFill>
                                <a:srgbClr val="FF0000">
                                  <a:alpha val="6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𝟏𝟎𝟓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5069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/>
                  <a:t>Why is the Chinese Remainder Theorem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important in Cryptography</a:t>
                </a:r>
                <a:r>
                  <a:rPr lang="en-MY" b="1" dirty="0"/>
                  <a:t>?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It can be used to find the </a:t>
                </a:r>
                <a:r>
                  <a:rPr lang="en-MY" b="1" dirty="0">
                    <a:solidFill>
                      <a:srgbClr val="00642D"/>
                    </a:solidFill>
                  </a:rPr>
                  <a:t>quadratic congruence</a:t>
                </a:r>
                <a:r>
                  <a:rPr lang="en-MY" dirty="0"/>
                  <a:t>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It is used in designing 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RSA-CRT cryptosystem</a:t>
                </a:r>
                <a:r>
                  <a:rPr lang="en-MY" dirty="0"/>
                  <a:t>. An RSA variant that uses multi private keys in encryption, and signature schemes.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dirty="0"/>
                  <a:t>It can also be used in cryptanalyzing the </a:t>
                </a:r>
                <a:r>
                  <a:rPr lang="en-MY" b="1" dirty="0">
                    <a:solidFill>
                      <a:srgbClr val="893A1B"/>
                    </a:solidFill>
                  </a:rPr>
                  <a:t>Multi-prime RSA </a:t>
                </a:r>
                <a:r>
                  <a:rPr lang="en-MY" dirty="0"/>
                  <a:t>cryptosystem under suitable condition.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2244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642D"/>
                </a:solidFill>
              </a:rPr>
              <a:t>Chinese Remainder Theorem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Exercise 3</a:t>
                </a:r>
                <a:r>
                  <a:rPr lang="en-MY" dirty="0"/>
                  <a:t>: Using the Chinese Remainder Theorem, find a solution to the system of congruent equations of: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≡3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MY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≡3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d>
                    </m:oMath>
                  </m:oMathPara>
                </a14:m>
                <a:endParaRPr lang="en-MY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≡0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3922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996633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>
                <a:solidFill>
                  <a:srgbClr val="0070C0"/>
                </a:solidFill>
              </a:rPr>
              <a:t>FAST 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EXPONENTIATION</a:t>
            </a:r>
            <a:br>
              <a:rPr lang="en-MY" sz="4800" b="1" dirty="0">
                <a:solidFill>
                  <a:srgbClr val="0070C0"/>
                </a:solidFill>
              </a:rPr>
            </a:br>
            <a:r>
              <a:rPr lang="en-MY" sz="4800" b="1" dirty="0">
                <a:solidFill>
                  <a:srgbClr val="0070C0"/>
                </a:solidFill>
              </a:rPr>
              <a:t>ALGORITHM</a:t>
            </a: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br>
              <a:rPr lang="en-MY" sz="4800" b="1" dirty="0">
                <a:solidFill>
                  <a:srgbClr val="0070C0"/>
                </a:solidFill>
              </a:rPr>
            </a:br>
            <a:endParaRPr lang="en-MY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950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Basic Mathematics about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Exponentiation</a:t>
                </a:r>
                <a:r>
                  <a:rPr lang="en-MY" dirty="0"/>
                  <a:t> and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Logarithm</a:t>
                </a:r>
                <a:r>
                  <a:rPr lang="en-MY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Exponentiation and Logarithm are </a:t>
                </a: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inverses</a:t>
                </a:r>
                <a:r>
                  <a:rPr lang="en-MY" dirty="0"/>
                  <a:t> of each other.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  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MY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MY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In cryptography, we are interested in the </a:t>
                </a:r>
                <a:r>
                  <a:rPr lang="en-MY" b="1" dirty="0">
                    <a:solidFill>
                      <a:srgbClr val="00642D"/>
                    </a:solidFill>
                  </a:rPr>
                  <a:t>modular exponentiation</a:t>
                </a:r>
                <a:r>
                  <a:rPr lang="en-MY" dirty="0"/>
                  <a:t>, which utilized in the RSA cryptosystem in both the encryption and decryption operations, where: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7953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Unfortunately, there is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no efficient way</a:t>
                </a:r>
                <a:r>
                  <a:rPr lang="en-MY" dirty="0"/>
                  <a:t> to perform such an operation in most computer languages, especially when the </a:t>
                </a:r>
                <a:r>
                  <a:rPr lang="en-MY" b="1" dirty="0">
                    <a:solidFill>
                      <a:srgbClr val="00642D"/>
                    </a:solidFill>
                  </a:rPr>
                  <a:t>exponent is very large</a:t>
                </a:r>
                <a:r>
                  <a:rPr lang="en-MY" dirty="0"/>
                  <a:t> (says 1024 or 2048 bits).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dirty="0"/>
                  <a:t>Hence,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Fast Exponentiation Algorithm </a:t>
                </a:r>
                <a:r>
                  <a:rPr lang="en-MY" dirty="0"/>
                  <a:t>is devised to provide an efficient way to complete this task. It uses the </a:t>
                </a:r>
                <a:r>
                  <a:rPr lang="en-MY" b="1" dirty="0">
                    <a:solidFill>
                      <a:srgbClr val="3F1A5A"/>
                    </a:solidFill>
                  </a:rPr>
                  <a:t>square-and-multiply</a:t>
                </a:r>
                <a:r>
                  <a:rPr lang="en-MY" dirty="0"/>
                  <a:t> technique by first converting the exponent into binary digits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MY" dirty="0"/>
                  <a:t> bits (from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MY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MY" dirty="0"/>
                  <a:t>).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11=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1011</m:t>
                            </m:r>
                          </m:e>
                        </m:d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1011</m:t>
                                </m:r>
                              </m:e>
                            </m:d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×1×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MY" b="0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9819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02C07-776E-6B31-64CE-11A01F6C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00" y="1625107"/>
            <a:ext cx="10213200" cy="483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848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E88CC-3A4A-312F-6CDB-DAB73D9D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99" y="1841597"/>
            <a:ext cx="10213200" cy="430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88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main idea behind the </a:t>
                </a:r>
                <a:r>
                  <a:rPr lang="en-MY" b="1" dirty="0">
                    <a:solidFill>
                      <a:srgbClr val="3F1A5A"/>
                    </a:solidFill>
                  </a:rPr>
                  <a:t>square-and-multiply</a:t>
                </a:r>
                <a:r>
                  <a:rPr lang="en-MY" dirty="0"/>
                  <a:t> technique: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dirty="0"/>
                  <a:t>The technique starts with the rightmost bit (Least Significant Bit, LSB).</a:t>
                </a:r>
              </a:p>
              <a:p>
                <a:pPr marL="817200" lvl="1" indent="-457200" algn="just">
                  <a:buFont typeface="+mj-lt"/>
                  <a:buAutoNum type="arabicPeriod"/>
                </a:pPr>
                <a:r>
                  <a:rPr lang="en-MY" dirty="0"/>
                  <a:t>If the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MY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MY" dirty="0"/>
                  <a:t>, then </a:t>
                </a:r>
                <a:r>
                  <a:rPr lang="en-MY" b="1" dirty="0">
                    <a:solidFill>
                      <a:srgbClr val="00642D"/>
                    </a:solidFill>
                  </a:rPr>
                  <a:t>only squaring operation </a:t>
                </a:r>
                <a:r>
                  <a:rPr lang="en-MY" dirty="0"/>
                  <a:t>is performed.</a:t>
                </a:r>
              </a:p>
              <a:p>
                <a:pPr marL="817200" lvl="1" indent="-457200" algn="just">
                  <a:buFont typeface="+mj-lt"/>
                  <a:buAutoNum type="arabicPeriod"/>
                </a:pPr>
                <a:r>
                  <a:rPr lang="en-MY" dirty="0"/>
                  <a:t>If the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MY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MY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dirty="0"/>
                  <a:t>, then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squaring operation</a:t>
                </a:r>
                <a:r>
                  <a:rPr lang="en-MY" dirty="0"/>
                  <a:t> is performed, followed by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multiplication</a:t>
                </a:r>
                <a:r>
                  <a:rPr lang="en-MY" dirty="0"/>
                  <a:t> operation. 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The fast exponentiation algorithm runs in the complexity of </a:t>
                </a: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, which is polynomial (efficient).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9538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Example 9</a:t>
                </a:r>
                <a:r>
                  <a:rPr lang="en-MY" dirty="0"/>
                  <a:t>: Find the modular exponentiation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 21</m:t>
                        </m:r>
                      </m:e>
                    </m:d>
                  </m:oMath>
                </a14:m>
                <a:r>
                  <a:rPr lang="en-MY" dirty="0"/>
                  <a:t> using the fast exponentiation algorithm.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b="1" dirty="0">
                    <a:solidFill>
                      <a:srgbClr val="C00000">
                        <a:alpha val="60000"/>
                      </a:srgbClr>
                    </a:solidFill>
                  </a:rPr>
                  <a:t>Solution</a:t>
                </a:r>
                <a:r>
                  <a:rPr lang="en-MY" dirty="0"/>
                  <a:t>: The exponent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22=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10110</m:t>
                            </m:r>
                          </m:e>
                        </m:d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/>
                  <a:t>, hence the square-and-multiply processes are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2E7EDFC-36BB-1D5E-C865-80BC809D1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00" y="4136463"/>
            <a:ext cx="10213200" cy="189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5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399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marL="0" indent="0" algn="just">
                  <a:buNone/>
                </a:pPr>
                <a:endParaRPr lang="en-MY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dirty="0"/>
                  <a:t>Hence,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≡4</m:t>
                    </m:r>
                  </m:oMath>
                </a14:m>
                <a:r>
                  <a:rPr lang="en-MY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BA68B-BCC5-7E63-C411-CDDD0A92E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399" y="1685925"/>
                <a:ext cx="10213200" cy="4776786"/>
              </a:xfrm>
              <a:blipFill>
                <a:blip r:embed="rId2"/>
                <a:stretch>
                  <a:fillRect l="-53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B56FCD3-9D3D-AA85-7EF7-A0C81859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00" y="1786594"/>
            <a:ext cx="10213201" cy="316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500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0000"/>
                </a:solidFill>
              </a:rPr>
              <a:t>Fast Exponentiation Algorithm</a:t>
            </a:r>
            <a:endParaRPr lang="en-MY" sz="4400" b="1" dirty="0">
              <a:solidFill>
                <a:srgbClr val="0000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6D51E4-E8FC-F1E7-4DF7-F7B29641F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400" y="1701476"/>
            <a:ext cx="10213200" cy="10880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C47601-31BE-EC96-9342-39D395D595E5}"/>
              </a:ext>
            </a:extLst>
          </p:cNvPr>
          <p:cNvSpPr/>
          <p:nvPr/>
        </p:nvSpPr>
        <p:spPr bwMode="auto">
          <a:xfrm>
            <a:off x="5723912" y="2245477"/>
            <a:ext cx="2743200" cy="48705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9">
                <a:extLst>
                  <a:ext uri="{FF2B5EF4-FFF2-40B4-BE49-F238E27FC236}">
                    <a16:creationId xmlns:a16="http://schemas.microsoft.com/office/drawing/2014/main" id="{CFA87BF7-ED22-7095-869A-B430705B74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07740" y="3943173"/>
              <a:ext cx="9176517" cy="254801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066783">
                      <a:extLst>
                        <a:ext uri="{9D8B030D-6E8A-4147-A177-3AD203B41FA5}">
                          <a16:colId xmlns:a16="http://schemas.microsoft.com/office/drawing/2014/main" val="2066667954"/>
                        </a:ext>
                      </a:extLst>
                    </a:gridCol>
                    <a:gridCol w="3720209">
                      <a:extLst>
                        <a:ext uri="{9D8B030D-6E8A-4147-A177-3AD203B41FA5}">
                          <a16:colId xmlns:a16="http://schemas.microsoft.com/office/drawing/2014/main" val="2846040469"/>
                        </a:ext>
                      </a:extLst>
                    </a:gridCol>
                    <a:gridCol w="3389525">
                      <a:extLst>
                        <a:ext uri="{9D8B030D-6E8A-4147-A177-3AD203B41FA5}">
                          <a16:colId xmlns:a16="http://schemas.microsoft.com/office/drawing/2014/main" val="205391331"/>
                        </a:ext>
                      </a:extLst>
                    </a:gridCol>
                  </a:tblGrid>
                  <a:tr h="4173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MY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Multiplication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Squaring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198751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1⋅320≡320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320</m:t>
                                    </m:r>
                                  </m:e>
                                  <m:sup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≡58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2870833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320⋅58≡120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58</m:t>
                                    </m:r>
                                  </m:e>
                                  <m:sup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≡137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150958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120⋅137≡305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137</m:t>
                                    </m:r>
                                  </m:e>
                                  <m:sup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≡329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785485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0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329</m:t>
                                    </m:r>
                                  </m:e>
                                  <m:sup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≡367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561489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305⋅367≡373 </m:t>
                                </m:r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461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259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9">
                <a:extLst>
                  <a:ext uri="{FF2B5EF4-FFF2-40B4-BE49-F238E27FC236}">
                    <a16:creationId xmlns:a16="http://schemas.microsoft.com/office/drawing/2014/main" id="{CFA87BF7-ED22-7095-869A-B430705B74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9694913"/>
                  </p:ext>
                </p:extLst>
              </p:nvPr>
            </p:nvGraphicFramePr>
            <p:xfrm>
              <a:off x="1507740" y="3943173"/>
              <a:ext cx="9176517" cy="254801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066783">
                      <a:extLst>
                        <a:ext uri="{9D8B030D-6E8A-4147-A177-3AD203B41FA5}">
                          <a16:colId xmlns:a16="http://schemas.microsoft.com/office/drawing/2014/main" val="2066667954"/>
                        </a:ext>
                      </a:extLst>
                    </a:gridCol>
                    <a:gridCol w="3720209">
                      <a:extLst>
                        <a:ext uri="{9D8B030D-6E8A-4147-A177-3AD203B41FA5}">
                          <a16:colId xmlns:a16="http://schemas.microsoft.com/office/drawing/2014/main" val="2846040469"/>
                        </a:ext>
                      </a:extLst>
                    </a:gridCol>
                    <a:gridCol w="3389525">
                      <a:extLst>
                        <a:ext uri="{9D8B030D-6E8A-4147-A177-3AD203B41FA5}">
                          <a16:colId xmlns:a16="http://schemas.microsoft.com/office/drawing/2014/main" val="205391331"/>
                        </a:ext>
                      </a:extLst>
                    </a:gridCol>
                  </a:tblGrid>
                  <a:tr h="4173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5" t="-5797" r="-345133" b="-5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Multiplication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Squaring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198751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646" t="-104286" r="-91489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1043" t="-104286" r="-540" b="-4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870833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646" t="-204286" r="-91489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1043" t="-204286" r="-540" b="-3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2150958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646" t="-304286" r="-91489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1043" t="-304286" r="-540" b="-2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4785485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0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1043" t="-404286" r="-540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5561489"/>
                      </a:ext>
                    </a:extLst>
                  </a:tr>
                  <a:tr h="4261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1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646" t="-504286" r="-9148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2599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6A9FC5-CCB3-FF94-5A53-8916B228DE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9399" y="1685925"/>
                <a:ext cx="10213200" cy="47767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000" indent="-3600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Clr>
                    <a:schemeClr val="accent3"/>
                  </a:buClr>
                  <a:buFont typeface="Wingdings" panose="05000000000000000000" pitchFamily="2" charset="2"/>
                  <a:buChar char=""/>
                  <a:defRPr sz="2000" kern="1200" spc="50">
                    <a:solidFill>
                      <a:schemeClr val="tx1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Tx/>
                  <a:buNone/>
                  <a:defRPr sz="2000" b="0" i="1" kern="1200" spc="50" baseline="0">
                    <a:solidFill>
                      <a:schemeClr val="tx1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080000" indent="-3600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Clr>
                    <a:schemeClr val="accent3"/>
                  </a:buClr>
                  <a:buFont typeface="Wingdings" panose="05000000000000000000" pitchFamily="2" charset="2"/>
                  <a:buChar char=""/>
                  <a:defRPr sz="2000" kern="1200" spc="50">
                    <a:solidFill>
                      <a:schemeClr val="tx1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Clr>
                    <a:schemeClr val="accent3"/>
                  </a:buClr>
                  <a:buFontTx/>
                  <a:buNone/>
                  <a:defRPr sz="2000" b="0" i="1" kern="1200" spc="50" baseline="0">
                    <a:solidFill>
                      <a:schemeClr val="tx1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00000" indent="-3600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Clr>
                    <a:schemeClr val="accent3"/>
                  </a:buClr>
                  <a:buFont typeface="Wingdings" panose="05000000000000000000" pitchFamily="2" charset="2"/>
                  <a:buChar char=""/>
                  <a:defRPr sz="2000" kern="1200" spc="50">
                    <a:solidFill>
                      <a:schemeClr val="tx1">
                        <a:alpha val="6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dirty="0"/>
                  <a:t>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23=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10111</m:t>
                            </m:r>
                          </m:e>
                        </m:d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/>
                  <a:t>, using fast exponentiation algorithm, we compute and found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𝟑𝟐𝟎</m:t>
                        </m:r>
                      </m:e>
                      <m:sup>
                        <m: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𝟐𝟑</m:t>
                        </m:r>
                      </m:sup>
                    </m:sSup>
                    <m:d>
                      <m:dPr>
                        <m:ctrlPr>
                          <a:rPr lang="en-MY" b="1" i="1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b="1" i="0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1" i="0" smtClean="0">
                            <a:solidFill>
                              <a:srgbClr val="0000FF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𝟒𝟔𝟏</m:t>
                        </m:r>
                      </m:e>
                    </m:d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𝟑𝟕𝟑</m:t>
                    </m:r>
                  </m:oMath>
                </a14:m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6A9FC5-CCB3-FF94-5A53-8916B228D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399" y="1685925"/>
                <a:ext cx="10213200" cy="4776786"/>
              </a:xfrm>
              <a:prstGeom prst="rect">
                <a:avLst/>
              </a:prstGeom>
              <a:blipFill>
                <a:blip r:embed="rId4"/>
                <a:stretch>
                  <a:fillRect l="-537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1505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Main References for Chapter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8B-BCC5-7E63-C411-CDDD0A92E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 err="1">
                <a:ea typeface="Gulim" pitchFamily="34" charset="-127"/>
              </a:rPr>
              <a:t>Forouzan</a:t>
            </a:r>
            <a:r>
              <a:rPr lang="en-US" altLang="ko-KR" dirty="0">
                <a:ea typeface="Gulim" pitchFamily="34" charset="-127"/>
              </a:rPr>
              <a:t>, B.A. </a:t>
            </a:r>
            <a:r>
              <a:rPr lang="en-US" dirty="0"/>
              <a:t>“</a:t>
            </a:r>
            <a:r>
              <a:rPr lang="en-US" b="1" i="1" dirty="0"/>
              <a:t>Introduction to Cryptography and Network Security</a:t>
            </a:r>
            <a:r>
              <a:rPr lang="en-US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Stallings, W. “</a:t>
            </a:r>
            <a:r>
              <a:rPr lang="en-US" b="1" i="1" dirty="0"/>
              <a:t>Cryptography and Network Security: Principles and Practices</a:t>
            </a:r>
            <a:r>
              <a:rPr lang="en-US" dirty="0"/>
              <a:t>”, Fifth Edition, Pearson Prentice Hall, 2011.</a:t>
            </a:r>
          </a:p>
          <a:p>
            <a:pPr marL="0" indent="0" algn="just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924289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D36-33FD-2F34-340F-D2CBFB9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67655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/>
              <a:t>~ THE END </a:t>
            </a:r>
            <a:r>
              <a:rPr lang="en-MY" sz="5400" b="1" dirty="0">
                <a:sym typeface="Wingdings" panose="05000000000000000000" pitchFamily="2" charset="2"/>
              </a:rPr>
              <a:t> ~</a:t>
            </a:r>
            <a:br>
              <a:rPr lang="en-MY" sz="5400" b="1" dirty="0">
                <a:sym typeface="Wingdings" panose="05000000000000000000" pitchFamily="2" charset="2"/>
              </a:rPr>
            </a:br>
            <a:br>
              <a:rPr lang="en-MY" sz="5400" b="1" dirty="0">
                <a:sym typeface="Wingdings" panose="05000000000000000000" pitchFamily="2" charset="2"/>
              </a:rPr>
            </a:br>
            <a:br>
              <a:rPr lang="en-MY" sz="4400" b="1" dirty="0">
                <a:sym typeface="Wingdings" panose="05000000000000000000" pitchFamily="2" charset="2"/>
              </a:rPr>
            </a:br>
            <a:br>
              <a:rPr lang="en-MY" sz="5400" b="1" dirty="0">
                <a:sym typeface="Wingdings" panose="05000000000000000000" pitchFamily="2" charset="2"/>
              </a:rPr>
            </a:br>
            <a:endParaRPr lang="en-MY" sz="5400" b="1" dirty="0"/>
          </a:p>
        </p:txBody>
      </p:sp>
    </p:spTree>
    <p:extLst>
      <p:ext uri="{BB962C8B-B14F-4D97-AF65-F5344CB8AC3E}">
        <p14:creationId xmlns:p14="http://schemas.microsoft.com/office/powerpoint/2010/main" val="3386432384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9C97E77C-4CD1-49CB-964F-D9844595797E}"/>
</file>

<file path=customXml/itemProps2.xml><?xml version="1.0" encoding="utf-8"?>
<ds:datastoreItem xmlns:ds="http://schemas.openxmlformats.org/officeDocument/2006/customXml" ds:itemID="{17D0AA49-C115-41A0-B397-FFCA527B0FE8}"/>
</file>

<file path=customXml/itemProps3.xml><?xml version="1.0" encoding="utf-8"?>
<ds:datastoreItem xmlns:ds="http://schemas.openxmlformats.org/officeDocument/2006/customXml" ds:itemID="{80E2E2A5-98AF-4839-BF28-F41A635E3E41}"/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4701</Words>
  <Application>Microsoft Office PowerPoint</Application>
  <PresentationFormat>Widescreen</PresentationFormat>
  <Paragraphs>754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Gulim</vt:lpstr>
      <vt:lpstr>Arial</vt:lpstr>
      <vt:lpstr>Avenir Next LT Pro</vt:lpstr>
      <vt:lpstr>Cambria Math</vt:lpstr>
      <vt:lpstr>Courier New</vt:lpstr>
      <vt:lpstr>Goudy Old Style</vt:lpstr>
      <vt:lpstr>Verdana</vt:lpstr>
      <vt:lpstr>Wingdings</vt:lpstr>
      <vt:lpstr>FrostyVTI</vt:lpstr>
      <vt:lpstr>Chapter 7</vt:lpstr>
      <vt:lpstr>Outlines</vt:lpstr>
      <vt:lpstr>Learning Objectives</vt:lpstr>
      <vt:lpstr>PRIME AND COMPOSITE  NUMBERS   </vt:lpstr>
      <vt:lpstr>Prime and Composite Numbers</vt:lpstr>
      <vt:lpstr>Prime and Composite Numbers</vt:lpstr>
      <vt:lpstr>Prime and Composite Numbers</vt:lpstr>
      <vt:lpstr>Prime and Composite Numbers</vt:lpstr>
      <vt:lpstr>Prime Numbers – Cardinality </vt:lpstr>
      <vt:lpstr>Prime Numbers – Cardinality </vt:lpstr>
      <vt:lpstr>EULER’S  AND FERMAT’S LITTLE THEOREMS   </vt:lpstr>
      <vt:lpstr>Preliminary – Coprime</vt:lpstr>
      <vt:lpstr>Euler’s Totient Function, ϕ(n)</vt:lpstr>
      <vt:lpstr>Euler’s Totient Function, ϕ(n)</vt:lpstr>
      <vt:lpstr>Euler’s Totient Function, ϕ(n)</vt:lpstr>
      <vt:lpstr>Euler’s Totient Function, ϕ(n)</vt:lpstr>
      <vt:lpstr>Fermat’s Little Theorem</vt:lpstr>
      <vt:lpstr>Fermat’s Little Theorem</vt:lpstr>
      <vt:lpstr>Fermat’s Little Theorem</vt:lpstr>
      <vt:lpstr>Fermat’s Little Theorem</vt:lpstr>
      <vt:lpstr>Euler’s Theorem</vt:lpstr>
      <vt:lpstr>Euler’s Theorem</vt:lpstr>
      <vt:lpstr>Euler’s Theorem</vt:lpstr>
      <vt:lpstr>Euler’s Theorem</vt:lpstr>
      <vt:lpstr>PRIME NUMBERS  AND PRIMALITY TESTING   </vt:lpstr>
      <vt:lpstr>Prime Numbers </vt:lpstr>
      <vt:lpstr>Prime Numbers – Mersenne Primes</vt:lpstr>
      <vt:lpstr>Prime Numbers – Fermat Primes</vt:lpstr>
      <vt:lpstr>Prime Numbers and Primality Testing</vt:lpstr>
      <vt:lpstr>Deterministic Algorithms – Sieve of Eratosthenes</vt:lpstr>
      <vt:lpstr>Deterministic Algorithms – Sieve of Eratosthenes</vt:lpstr>
      <vt:lpstr>Deterministic Algorithms – Sieve of Eratosthenes</vt:lpstr>
      <vt:lpstr>Deterministic Algorithms – Sieve of Eratosthenes</vt:lpstr>
      <vt:lpstr>Deterministic Algorithms – Sieve of Eratosthenes</vt:lpstr>
      <vt:lpstr>Deterministic Algorithms – Divisibility Algorithm</vt:lpstr>
      <vt:lpstr>Deterministic Algorithms – Divisibility Algorithm</vt:lpstr>
      <vt:lpstr>Deterministic Algorithms – Divisibility Algorithm</vt:lpstr>
      <vt:lpstr>Deterministic Algorithms – AKS Algorithm</vt:lpstr>
      <vt:lpstr>Probabilistic Algorithms – Fermat Primality Test</vt:lpstr>
      <vt:lpstr>Probabilistic Algorithms – Fermat Primality Test</vt:lpstr>
      <vt:lpstr>Probabilistic Algorithms – Miller–Rabin Test</vt:lpstr>
      <vt:lpstr>Probabilistic Algorithms – Miller–Rabin Test</vt:lpstr>
      <vt:lpstr>Probabilistic Algorithms – Miller–Rabin Test</vt:lpstr>
      <vt:lpstr>Probabilistic Algorithms – Miller–Rabin Test</vt:lpstr>
      <vt:lpstr>Probabilistic Algorithms – Miller–Rabin Test</vt:lpstr>
      <vt:lpstr>Probabilistic Algorithms – Miller–Rabin Test</vt:lpstr>
      <vt:lpstr>Primality Testing – The Recommended Test</vt:lpstr>
      <vt:lpstr>Primality Testing – The Recommended Test</vt:lpstr>
      <vt:lpstr>Primality Testing – The Recommended Test</vt:lpstr>
      <vt:lpstr>Primality Testing – The Recommended Test</vt:lpstr>
      <vt:lpstr>Primality Testing</vt:lpstr>
      <vt:lpstr>CHINESE REMAINDER THEOREM (Optional)   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FAST  EXPONENTIATION ALGORITHM   </vt:lpstr>
      <vt:lpstr>Fast Exponentiation Algorithm</vt:lpstr>
      <vt:lpstr>Fast Exponentiation Algorithm</vt:lpstr>
      <vt:lpstr>Fast Exponentiation Algorithm</vt:lpstr>
      <vt:lpstr>Fast Exponentiation Algorithm</vt:lpstr>
      <vt:lpstr>Fast Exponentiation Algorithm</vt:lpstr>
      <vt:lpstr>Fast Exponentiation Algorithm</vt:lpstr>
      <vt:lpstr>Fast Exponentiation Algorithm</vt:lpstr>
      <vt:lpstr>Fast Exponentiation Algorithm</vt:lpstr>
      <vt:lpstr>Main References for Chapter 7</vt:lpstr>
      <vt:lpstr>~ THE END  ~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Tea Boon Chian</dc:creator>
  <cp:lastModifiedBy>Tea Boon Chian</cp:lastModifiedBy>
  <cp:revision>2</cp:revision>
  <dcterms:created xsi:type="dcterms:W3CDTF">2023-12-04T01:23:54Z</dcterms:created>
  <dcterms:modified xsi:type="dcterms:W3CDTF">2024-05-27T17:53:31Z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