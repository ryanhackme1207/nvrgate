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81" r:id="rId4"/>
    <p:sldId id="282" r:id="rId5"/>
    <p:sldId id="297" r:id="rId6"/>
    <p:sldId id="285" r:id="rId7"/>
    <p:sldId id="298" r:id="rId8"/>
    <p:sldId id="286" r:id="rId9"/>
    <p:sldId id="288" r:id="rId10"/>
    <p:sldId id="287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9" r:id="rId20"/>
    <p:sldId id="300" r:id="rId21"/>
    <p:sldId id="310" r:id="rId22"/>
    <p:sldId id="301" r:id="rId23"/>
    <p:sldId id="302" r:id="rId24"/>
    <p:sldId id="303" r:id="rId25"/>
    <p:sldId id="304" r:id="rId26"/>
    <p:sldId id="279" r:id="rId27"/>
    <p:sldId id="280" r:id="rId28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A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72852-7158-4463-AF52-42819474CE49}" v="578" dt="2023-12-18T06:59:17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34C72852-7158-4463-AF52-42819474CE49}"/>
    <pc:docChg chg="undo redo custSel addSld delSld modSld sldOrd">
      <pc:chgData name="Tea Boon Chian" userId="ab84e6a5-2079-4f96-af03-c8dde00dcc75" providerId="ADAL" clId="{34C72852-7158-4463-AF52-42819474CE49}" dt="2023-12-26T01:01:46.558" v="9203" actId="113"/>
      <pc:docMkLst>
        <pc:docMk/>
      </pc:docMkLst>
      <pc:sldChg chg="addSp delSp modSp mod delDesignElem">
        <pc:chgData name="Tea Boon Chian" userId="ab84e6a5-2079-4f96-af03-c8dde00dcc75" providerId="ADAL" clId="{34C72852-7158-4463-AF52-42819474CE49}" dt="2023-12-12T10:15:34.811" v="2767" actId="1076"/>
        <pc:sldMkLst>
          <pc:docMk/>
          <pc:sldMk cId="99958037" sldId="256"/>
        </pc:sldMkLst>
        <pc:spChg chg="mod">
          <ac:chgData name="Tea Boon Chian" userId="ab84e6a5-2079-4f96-af03-c8dde00dcc75" providerId="ADAL" clId="{34C72852-7158-4463-AF52-42819474CE49}" dt="2023-12-12T10:14:38.813" v="2750" actId="403"/>
          <ac:spMkLst>
            <pc:docMk/>
            <pc:sldMk cId="99958037" sldId="256"/>
            <ac:spMk id="2" creationId="{BD14FC81-1C9F-0178-9C63-393F67C479B5}"/>
          </ac:spMkLst>
        </pc:spChg>
        <pc:spChg chg="mod">
          <ac:chgData name="Tea Boon Chian" userId="ab84e6a5-2079-4f96-af03-c8dde00dcc75" providerId="ADAL" clId="{34C72852-7158-4463-AF52-42819474CE49}" dt="2023-12-12T10:14:46.424" v="2752" actId="207"/>
          <ac:spMkLst>
            <pc:docMk/>
            <pc:sldMk cId="99958037" sldId="256"/>
            <ac:spMk id="3" creationId="{08A54A20-FFC1-AF16-B01A-C451F3307047}"/>
          </ac:spMkLst>
        </pc:spChg>
        <pc:spChg chg="del">
          <ac:chgData name="Tea Boon Chian" userId="ab84e6a5-2079-4f96-af03-c8dde00dcc75" providerId="ADAL" clId="{34C72852-7158-4463-AF52-42819474CE49}" dt="2023-12-12T10:10:51.467" v="2672" actId="26606"/>
          <ac:spMkLst>
            <pc:docMk/>
            <pc:sldMk cId="99958037" sldId="256"/>
            <ac:spMk id="1031" creationId="{13B6DAC6-0186-4D62-AD69-90B9C0411EA3}"/>
          </ac:spMkLst>
        </pc:spChg>
        <pc:spChg chg="del">
          <ac:chgData name="Tea Boon Chian" userId="ab84e6a5-2079-4f96-af03-c8dde00dcc75" providerId="ADAL" clId="{34C72852-7158-4463-AF52-42819474CE49}" dt="2023-12-12T10:10:51.467" v="2672" actId="26606"/>
          <ac:spMkLst>
            <pc:docMk/>
            <pc:sldMk cId="99958037" sldId="256"/>
            <ac:spMk id="1033" creationId="{BA6285CA-6AFA-4F27-AFB5-1B32CDE09B1A}"/>
          </ac:spMkLst>
        </pc:spChg>
        <pc:spChg chg="del">
          <ac:chgData name="Tea Boon Chian" userId="ab84e6a5-2079-4f96-af03-c8dde00dcc75" providerId="ADAL" clId="{34C72852-7158-4463-AF52-42819474CE49}" dt="2023-12-12T10:10:51.467" v="2672" actId="26606"/>
          <ac:spMkLst>
            <pc:docMk/>
            <pc:sldMk cId="99958037" sldId="256"/>
            <ac:spMk id="1066" creationId="{94D786EB-944C-47D5-B631-899F4029B02E}"/>
          </ac:spMkLst>
        </pc:spChg>
        <pc:spChg chg="add del">
          <ac:chgData name="Tea Boon Chian" userId="ab84e6a5-2079-4f96-af03-c8dde00dcc75" providerId="ADAL" clId="{34C72852-7158-4463-AF52-42819474CE49}" dt="2023-12-12T10:14:25.274" v="2746"/>
          <ac:spMkLst>
            <pc:docMk/>
            <pc:sldMk cId="99958037" sldId="256"/>
            <ac:spMk id="1071" creationId="{13B6DAC6-0186-4D62-AD69-90B9C0411EA3}"/>
          </ac:spMkLst>
        </pc:spChg>
        <pc:spChg chg="add del">
          <ac:chgData name="Tea Boon Chian" userId="ab84e6a5-2079-4f96-af03-c8dde00dcc75" providerId="ADAL" clId="{34C72852-7158-4463-AF52-42819474CE49}" dt="2023-12-12T10:14:25.274" v="2746"/>
          <ac:spMkLst>
            <pc:docMk/>
            <pc:sldMk cId="99958037" sldId="256"/>
            <ac:spMk id="1073" creationId="{BA6285CA-6AFA-4F27-AFB5-1B32CDE09B1A}"/>
          </ac:spMkLst>
        </pc:spChg>
        <pc:spChg chg="add del">
          <ac:chgData name="Tea Boon Chian" userId="ab84e6a5-2079-4f96-af03-c8dde00dcc75" providerId="ADAL" clId="{34C72852-7158-4463-AF52-42819474CE49}" dt="2023-12-12T10:14:25.274" v="2746"/>
          <ac:spMkLst>
            <pc:docMk/>
            <pc:sldMk cId="99958037" sldId="256"/>
            <ac:spMk id="1075" creationId="{94D786EB-944C-47D5-B631-899F4029B02E}"/>
          </ac:spMkLst>
        </pc:spChg>
        <pc:spChg chg="add del">
          <ac:chgData name="Tea Boon Chian" userId="ab84e6a5-2079-4f96-af03-c8dde00dcc75" providerId="ADAL" clId="{34C72852-7158-4463-AF52-42819474CE49}" dt="2023-12-12T10:14:25.274" v="2746"/>
          <ac:spMkLst>
            <pc:docMk/>
            <pc:sldMk cId="99958037" sldId="256"/>
            <ac:spMk id="1077" creationId="{41FB6F01-9581-4ED4-833E-048E9F3C8BEA}"/>
          </ac:spMkLst>
        </pc:spChg>
        <pc:grpChg chg="del">
          <ac:chgData name="Tea Boon Chian" userId="ab84e6a5-2079-4f96-af03-c8dde00dcc75" providerId="ADAL" clId="{34C72852-7158-4463-AF52-42819474CE49}" dt="2023-12-12T10:10:51.467" v="2672" actId="26606"/>
          <ac:grpSpMkLst>
            <pc:docMk/>
            <pc:sldMk cId="99958037" sldId="256"/>
            <ac:grpSpMk id="1035" creationId="{91108A0F-8C78-4294-B028-9F09581FC0A3}"/>
          </ac:grpSpMkLst>
        </pc:grpChg>
        <pc:grpChg chg="add del">
          <ac:chgData name="Tea Boon Chian" userId="ab84e6a5-2079-4f96-af03-c8dde00dcc75" providerId="ADAL" clId="{34C72852-7158-4463-AF52-42819474CE49}" dt="2023-12-12T10:14:25.274" v="2746"/>
          <ac:grpSpMkLst>
            <pc:docMk/>
            <pc:sldMk cId="99958037" sldId="256"/>
            <ac:grpSpMk id="1079" creationId="{91108A0F-8C78-4294-B028-9F09581FC0A3}"/>
          </ac:grpSpMkLst>
        </pc:grpChg>
        <pc:picChg chg="mod ord">
          <ac:chgData name="Tea Boon Chian" userId="ab84e6a5-2079-4f96-af03-c8dde00dcc75" providerId="ADAL" clId="{34C72852-7158-4463-AF52-42819474CE49}" dt="2023-12-12T10:15:34.811" v="2767" actId="1076"/>
          <ac:picMkLst>
            <pc:docMk/>
            <pc:sldMk cId="99958037" sldId="256"/>
            <ac:picMk id="1026" creationId="{1253DA26-3E34-5633-F2C0-23A25713CA1D}"/>
          </ac:picMkLst>
        </pc:picChg>
      </pc:sldChg>
      <pc:sldChg chg="addSp delSp modSp mod setBg">
        <pc:chgData name="Tea Boon Chian" userId="ab84e6a5-2079-4f96-af03-c8dde00dcc75" providerId="ADAL" clId="{34C72852-7158-4463-AF52-42819474CE49}" dt="2023-12-14T17:06:15.011" v="7367"/>
        <pc:sldMkLst>
          <pc:docMk/>
          <pc:sldMk cId="3210867284" sldId="257"/>
        </pc:sldMkLst>
        <pc:spChg chg="mod">
          <ac:chgData name="Tea Boon Chian" userId="ab84e6a5-2079-4f96-af03-c8dde00dcc75" providerId="ADAL" clId="{34C72852-7158-4463-AF52-42819474CE49}" dt="2023-12-12T10:15:35.390" v="2768" actId="14100"/>
          <ac:spMkLst>
            <pc:docMk/>
            <pc:sldMk cId="3210867284" sldId="257"/>
            <ac:spMk id="2" creationId="{5C55BA55-1727-82AF-98DD-D0E26E859410}"/>
          </ac:spMkLst>
        </pc:spChg>
        <pc:spChg chg="add del mod">
          <ac:chgData name="Tea Boon Chian" userId="ab84e6a5-2079-4f96-af03-c8dde00dcc75" providerId="ADAL" clId="{34C72852-7158-4463-AF52-42819474CE49}" dt="2023-12-14T17:06:15.011" v="7367"/>
          <ac:spMkLst>
            <pc:docMk/>
            <pc:sldMk cId="3210867284" sldId="257"/>
            <ac:spMk id="3" creationId="{F12E7423-6000-3D2B-9697-420FA8D76767}"/>
          </ac:spMkLst>
        </pc:spChg>
        <pc:spChg chg="add del">
          <ac:chgData name="Tea Boon Chian" userId="ab84e6a5-2079-4f96-af03-c8dde00dcc75" providerId="ADAL" clId="{34C72852-7158-4463-AF52-42819474CE49}" dt="2023-12-12T10:13:11.665" v="2708" actId="26606"/>
          <ac:spMkLst>
            <pc:docMk/>
            <pc:sldMk cId="3210867284" sldId="257"/>
            <ac:spMk id="8" creationId="{1C582B07-D0F0-4B6B-A5D9-D2F192CB3A4E}"/>
          </ac:spMkLst>
        </pc:spChg>
        <pc:spChg chg="add del">
          <ac:chgData name="Tea Boon Chian" userId="ab84e6a5-2079-4f96-af03-c8dde00dcc75" providerId="ADAL" clId="{34C72852-7158-4463-AF52-42819474CE49}" dt="2023-12-12T10:12:00.049" v="2693" actId="26606"/>
          <ac:spMkLst>
            <pc:docMk/>
            <pc:sldMk cId="3210867284" sldId="257"/>
            <ac:spMk id="9" creationId="{8E7E1993-6448-42F8-8FB3-76104F45B344}"/>
          </ac:spMkLst>
        </pc:spChg>
        <pc:spChg chg="add del">
          <ac:chgData name="Tea Boon Chian" userId="ab84e6a5-2079-4f96-af03-c8dde00dcc75" providerId="ADAL" clId="{34C72852-7158-4463-AF52-42819474CE49}" dt="2023-12-12T10:13:11.665" v="2708" actId="26606"/>
          <ac:spMkLst>
            <pc:docMk/>
            <pc:sldMk cId="3210867284" sldId="257"/>
            <ac:spMk id="10" creationId="{181CC2FD-F5D2-4415-8486-46858CC427A4}"/>
          </ac:spMkLst>
        </pc:spChg>
        <pc:spChg chg="add del">
          <ac:chgData name="Tea Boon Chian" userId="ab84e6a5-2079-4f96-af03-c8dde00dcc75" providerId="ADAL" clId="{34C72852-7158-4463-AF52-42819474CE49}" dt="2023-12-12T10:12:00.049" v="2693" actId="26606"/>
          <ac:spMkLst>
            <pc:docMk/>
            <pc:sldMk cId="3210867284" sldId="257"/>
            <ac:spMk id="11" creationId="{3CDAD724-AF32-45EC-B0B9-360C73C9D26E}"/>
          </ac:spMkLst>
        </pc:spChg>
        <pc:spChg chg="add del">
          <ac:chgData name="Tea Boon Chian" userId="ab84e6a5-2079-4f96-af03-c8dde00dcc75" providerId="ADAL" clId="{34C72852-7158-4463-AF52-42819474CE49}" dt="2023-12-12T10:13:11.665" v="2708" actId="26606"/>
          <ac:spMkLst>
            <pc:docMk/>
            <pc:sldMk cId="3210867284" sldId="257"/>
            <ac:spMk id="12" creationId="{DA1A4301-6FFC-4C82-A1FA-7634D8CAA8F5}"/>
          </ac:spMkLst>
        </pc:spChg>
        <pc:spChg chg="add del">
          <ac:chgData name="Tea Boon Chian" userId="ab84e6a5-2079-4f96-af03-c8dde00dcc75" providerId="ADAL" clId="{34C72852-7158-4463-AF52-42819474CE49}" dt="2023-12-12T10:12:00.049" v="2693" actId="26606"/>
          <ac:spMkLst>
            <pc:docMk/>
            <pc:sldMk cId="3210867284" sldId="257"/>
            <ac:spMk id="13" creationId="{2391C84E-C2EA-44FC-A7D1-FAE3E2850552}"/>
          </ac:spMkLst>
        </pc:spChg>
        <pc:spChg chg="add del">
          <ac:chgData name="Tea Boon Chian" userId="ab84e6a5-2079-4f96-af03-c8dde00dcc75" providerId="ADAL" clId="{34C72852-7158-4463-AF52-42819474CE49}" dt="2023-12-12T10:13:11.665" v="2708" actId="26606"/>
          <ac:spMkLst>
            <pc:docMk/>
            <pc:sldMk cId="3210867284" sldId="257"/>
            <ac:spMk id="14" creationId="{E1063619-981B-4E62-A26E-E345BB3080BA}"/>
          </ac:spMkLst>
        </pc:spChg>
        <pc:spChg chg="add del">
          <ac:chgData name="Tea Boon Chian" userId="ab84e6a5-2079-4f96-af03-c8dde00dcc75" providerId="ADAL" clId="{34C72852-7158-4463-AF52-42819474CE49}" dt="2023-12-12T10:12:00.049" v="2693" actId="26606"/>
          <ac:spMkLst>
            <pc:docMk/>
            <pc:sldMk cId="3210867284" sldId="257"/>
            <ac:spMk id="46" creationId="{BA4D4000-2689-4306-BBA6-BF744AB5F807}"/>
          </ac:spMkLst>
        </pc:spChg>
        <pc:grpChg chg="add del">
          <ac:chgData name="Tea Boon Chian" userId="ab84e6a5-2079-4f96-af03-c8dde00dcc75" providerId="ADAL" clId="{34C72852-7158-4463-AF52-42819474CE49}" dt="2023-12-12T10:12:00.049" v="2693" actId="26606"/>
          <ac:grpSpMkLst>
            <pc:docMk/>
            <pc:sldMk cId="3210867284" sldId="257"/>
            <ac:grpSpMk id="15" creationId="{47B3131A-B518-43E5-A896-E9D654A4863F}"/>
          </ac:grpSpMkLst>
        </pc:grpChg>
        <pc:grpChg chg="add del">
          <ac:chgData name="Tea Boon Chian" userId="ab84e6a5-2079-4f96-af03-c8dde00dcc75" providerId="ADAL" clId="{34C72852-7158-4463-AF52-42819474CE49}" dt="2023-12-12T10:13:11.665" v="2708" actId="26606"/>
          <ac:grpSpMkLst>
            <pc:docMk/>
            <pc:sldMk cId="3210867284" sldId="257"/>
            <ac:grpSpMk id="16" creationId="{8323DD1D-77DE-48B2-A0A0-6265801531E5}"/>
          </ac:grpSpMkLst>
        </pc:grpChg>
        <pc:graphicFrameChg chg="add del mod">
          <ac:chgData name="Tea Boon Chian" userId="ab84e6a5-2079-4f96-af03-c8dde00dcc75" providerId="ADAL" clId="{34C72852-7158-4463-AF52-42819474CE49}" dt="2023-12-12T09:44:51.546" v="8"/>
          <ac:graphicFrameMkLst>
            <pc:docMk/>
            <pc:sldMk cId="3210867284" sldId="257"/>
            <ac:graphicFrameMk id="4" creationId="{FC4ECCBD-E82E-09B4-E6C8-6D687804959F}"/>
          </ac:graphicFrameMkLst>
        </pc:graphicFrameChg>
        <pc:graphicFrameChg chg="add del">
          <ac:chgData name="Tea Boon Chian" userId="ab84e6a5-2079-4f96-af03-c8dde00dcc75" providerId="ADAL" clId="{34C72852-7158-4463-AF52-42819474CE49}" dt="2023-12-12T10:12:00.049" v="2693" actId="26606"/>
          <ac:graphicFrameMkLst>
            <pc:docMk/>
            <pc:sldMk cId="3210867284" sldId="257"/>
            <ac:graphicFrameMk id="5" creationId="{58210C13-D5BC-388C-BA5F-D02AD6D8BEF5}"/>
          </ac:graphicFrameMkLst>
        </pc:graphicFrameChg>
      </pc:sldChg>
      <pc:sldChg chg="add del">
        <pc:chgData name="Tea Boon Chian" userId="ab84e6a5-2079-4f96-af03-c8dde00dcc75" providerId="ADAL" clId="{34C72852-7158-4463-AF52-42819474CE49}" dt="2023-12-12T09:44:49.548" v="5"/>
        <pc:sldMkLst>
          <pc:docMk/>
          <pc:sldMk cId="1584192587" sldId="258"/>
        </pc:sldMkLst>
      </pc:sldChg>
      <pc:sldChg chg="modSp add del mod">
        <pc:chgData name="Tea Boon Chian" userId="ab84e6a5-2079-4f96-af03-c8dde00dcc75" providerId="ADAL" clId="{34C72852-7158-4463-AF52-42819474CE49}" dt="2023-12-12T09:47:22.206" v="126" actId="47"/>
        <pc:sldMkLst>
          <pc:docMk/>
          <pc:sldMk cId="2564386957" sldId="258"/>
        </pc:sldMkLst>
        <pc:spChg chg="mod">
          <ac:chgData name="Tea Boon Chian" userId="ab84e6a5-2079-4f96-af03-c8dde00dcc75" providerId="ADAL" clId="{34C72852-7158-4463-AF52-42819474CE49}" dt="2023-12-12T09:44:53.893" v="10" actId="20577"/>
          <ac:spMkLst>
            <pc:docMk/>
            <pc:sldMk cId="2564386957" sldId="258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2T09:44:55.545" v="11" actId="12"/>
          <ac:spMkLst>
            <pc:docMk/>
            <pc:sldMk cId="2564386957" sldId="258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47:22.375" v="127" actId="47"/>
        <pc:sldMkLst>
          <pc:docMk/>
          <pc:sldMk cId="115340178" sldId="259"/>
        </pc:sldMkLst>
      </pc:sldChg>
      <pc:sldChg chg="add del">
        <pc:chgData name="Tea Boon Chian" userId="ab84e6a5-2079-4f96-af03-c8dde00dcc75" providerId="ADAL" clId="{34C72852-7158-4463-AF52-42819474CE49}" dt="2023-12-12T09:47:22.479" v="128" actId="47"/>
        <pc:sldMkLst>
          <pc:docMk/>
          <pc:sldMk cId="2862927386" sldId="260"/>
        </pc:sldMkLst>
      </pc:sldChg>
      <pc:sldChg chg="add del">
        <pc:chgData name="Tea Boon Chian" userId="ab84e6a5-2079-4f96-af03-c8dde00dcc75" providerId="ADAL" clId="{34C72852-7158-4463-AF52-42819474CE49}" dt="2023-12-12T09:47:22.607" v="129" actId="47"/>
        <pc:sldMkLst>
          <pc:docMk/>
          <pc:sldMk cId="23762789" sldId="261"/>
        </pc:sldMkLst>
      </pc:sldChg>
      <pc:sldChg chg="add del">
        <pc:chgData name="Tea Boon Chian" userId="ab84e6a5-2079-4f96-af03-c8dde00dcc75" providerId="ADAL" clId="{34C72852-7158-4463-AF52-42819474CE49}" dt="2023-12-12T09:47:22.723" v="130" actId="47"/>
        <pc:sldMkLst>
          <pc:docMk/>
          <pc:sldMk cId="987054773" sldId="262"/>
        </pc:sldMkLst>
      </pc:sldChg>
      <pc:sldChg chg="add del">
        <pc:chgData name="Tea Boon Chian" userId="ab84e6a5-2079-4f96-af03-c8dde00dcc75" providerId="ADAL" clId="{34C72852-7158-4463-AF52-42819474CE49}" dt="2023-12-12T09:47:23.118" v="131" actId="47"/>
        <pc:sldMkLst>
          <pc:docMk/>
          <pc:sldMk cId="3211423235" sldId="263"/>
        </pc:sldMkLst>
      </pc:sldChg>
      <pc:sldChg chg="add del">
        <pc:chgData name="Tea Boon Chian" userId="ab84e6a5-2079-4f96-af03-c8dde00dcc75" providerId="ADAL" clId="{34C72852-7158-4463-AF52-42819474CE49}" dt="2023-12-12T09:47:23.248" v="132" actId="47"/>
        <pc:sldMkLst>
          <pc:docMk/>
          <pc:sldMk cId="747157836" sldId="264"/>
        </pc:sldMkLst>
      </pc:sldChg>
      <pc:sldChg chg="add del">
        <pc:chgData name="Tea Boon Chian" userId="ab84e6a5-2079-4f96-af03-c8dde00dcc75" providerId="ADAL" clId="{34C72852-7158-4463-AF52-42819474CE49}" dt="2023-12-12T09:47:23.331" v="133" actId="47"/>
        <pc:sldMkLst>
          <pc:docMk/>
          <pc:sldMk cId="3623125060" sldId="265"/>
        </pc:sldMkLst>
      </pc:sldChg>
      <pc:sldChg chg="add del">
        <pc:chgData name="Tea Boon Chian" userId="ab84e6a5-2079-4f96-af03-c8dde00dcc75" providerId="ADAL" clId="{34C72852-7158-4463-AF52-42819474CE49}" dt="2023-12-12T09:47:23.666" v="134" actId="47"/>
        <pc:sldMkLst>
          <pc:docMk/>
          <pc:sldMk cId="291154134" sldId="266"/>
        </pc:sldMkLst>
      </pc:sldChg>
      <pc:sldChg chg="add del">
        <pc:chgData name="Tea Boon Chian" userId="ab84e6a5-2079-4f96-af03-c8dde00dcc75" providerId="ADAL" clId="{34C72852-7158-4463-AF52-42819474CE49}" dt="2023-12-12T09:47:23.892" v="135" actId="47"/>
        <pc:sldMkLst>
          <pc:docMk/>
          <pc:sldMk cId="1106071988" sldId="267"/>
        </pc:sldMkLst>
      </pc:sldChg>
      <pc:sldChg chg="add del">
        <pc:chgData name="Tea Boon Chian" userId="ab84e6a5-2079-4f96-af03-c8dde00dcc75" providerId="ADAL" clId="{34C72852-7158-4463-AF52-42819474CE49}" dt="2023-12-12T09:47:24.039" v="136" actId="47"/>
        <pc:sldMkLst>
          <pc:docMk/>
          <pc:sldMk cId="3010109619" sldId="268"/>
        </pc:sldMkLst>
      </pc:sldChg>
      <pc:sldChg chg="add del">
        <pc:chgData name="Tea Boon Chian" userId="ab84e6a5-2079-4f96-af03-c8dde00dcc75" providerId="ADAL" clId="{34C72852-7158-4463-AF52-42819474CE49}" dt="2023-12-12T09:47:24.211" v="137" actId="47"/>
        <pc:sldMkLst>
          <pc:docMk/>
          <pc:sldMk cId="3484927978" sldId="269"/>
        </pc:sldMkLst>
      </pc:sldChg>
      <pc:sldChg chg="add del">
        <pc:chgData name="Tea Boon Chian" userId="ab84e6a5-2079-4f96-af03-c8dde00dcc75" providerId="ADAL" clId="{34C72852-7158-4463-AF52-42819474CE49}" dt="2023-12-12T09:47:24.523" v="138" actId="47"/>
        <pc:sldMkLst>
          <pc:docMk/>
          <pc:sldMk cId="1518485263" sldId="270"/>
        </pc:sldMkLst>
      </pc:sldChg>
      <pc:sldChg chg="add del">
        <pc:chgData name="Tea Boon Chian" userId="ab84e6a5-2079-4f96-af03-c8dde00dcc75" providerId="ADAL" clId="{34C72852-7158-4463-AF52-42819474CE49}" dt="2023-12-12T09:47:24.782" v="139" actId="47"/>
        <pc:sldMkLst>
          <pc:docMk/>
          <pc:sldMk cId="672740703" sldId="271"/>
        </pc:sldMkLst>
      </pc:sldChg>
      <pc:sldChg chg="add del">
        <pc:chgData name="Tea Boon Chian" userId="ab84e6a5-2079-4f96-af03-c8dde00dcc75" providerId="ADAL" clId="{34C72852-7158-4463-AF52-42819474CE49}" dt="2023-12-12T09:47:24.991" v="140" actId="47"/>
        <pc:sldMkLst>
          <pc:docMk/>
          <pc:sldMk cId="2423057922" sldId="272"/>
        </pc:sldMkLst>
      </pc:sldChg>
      <pc:sldChg chg="add del">
        <pc:chgData name="Tea Boon Chian" userId="ab84e6a5-2079-4f96-af03-c8dde00dcc75" providerId="ADAL" clId="{34C72852-7158-4463-AF52-42819474CE49}" dt="2023-12-12T09:47:25.194" v="141" actId="47"/>
        <pc:sldMkLst>
          <pc:docMk/>
          <pc:sldMk cId="2986065952" sldId="273"/>
        </pc:sldMkLst>
      </pc:sldChg>
      <pc:sldChg chg="add del">
        <pc:chgData name="Tea Boon Chian" userId="ab84e6a5-2079-4f96-af03-c8dde00dcc75" providerId="ADAL" clId="{34C72852-7158-4463-AF52-42819474CE49}" dt="2023-12-12T09:47:25.437" v="142" actId="47"/>
        <pc:sldMkLst>
          <pc:docMk/>
          <pc:sldMk cId="2893090" sldId="274"/>
        </pc:sldMkLst>
      </pc:sldChg>
      <pc:sldChg chg="add del">
        <pc:chgData name="Tea Boon Chian" userId="ab84e6a5-2079-4f96-af03-c8dde00dcc75" providerId="ADAL" clId="{34C72852-7158-4463-AF52-42819474CE49}" dt="2023-12-12T09:47:25.649" v="143" actId="47"/>
        <pc:sldMkLst>
          <pc:docMk/>
          <pc:sldMk cId="2143858047" sldId="275"/>
        </pc:sldMkLst>
      </pc:sldChg>
      <pc:sldChg chg="add del">
        <pc:chgData name="Tea Boon Chian" userId="ab84e6a5-2079-4f96-af03-c8dde00dcc75" providerId="ADAL" clId="{34C72852-7158-4463-AF52-42819474CE49}" dt="2023-12-12T09:47:25.808" v="144" actId="47"/>
        <pc:sldMkLst>
          <pc:docMk/>
          <pc:sldMk cId="2215195148" sldId="276"/>
        </pc:sldMkLst>
      </pc:sldChg>
      <pc:sldChg chg="add del">
        <pc:chgData name="Tea Boon Chian" userId="ab84e6a5-2079-4f96-af03-c8dde00dcc75" providerId="ADAL" clId="{34C72852-7158-4463-AF52-42819474CE49}" dt="2023-12-12T09:47:26.119" v="145" actId="47"/>
        <pc:sldMkLst>
          <pc:docMk/>
          <pc:sldMk cId="1235841661" sldId="277"/>
        </pc:sldMkLst>
      </pc:sldChg>
      <pc:sldChg chg="add del">
        <pc:chgData name="Tea Boon Chian" userId="ab84e6a5-2079-4f96-af03-c8dde00dcc75" providerId="ADAL" clId="{34C72852-7158-4463-AF52-42819474CE49}" dt="2023-12-12T09:47:27.703" v="146" actId="47"/>
        <pc:sldMkLst>
          <pc:docMk/>
          <pc:sldMk cId="3969561340" sldId="278"/>
        </pc:sldMkLst>
      </pc:sldChg>
      <pc:sldChg chg="modSp add mod">
        <pc:chgData name="Tea Boon Chian" userId="ab84e6a5-2079-4f96-af03-c8dde00dcc75" providerId="ADAL" clId="{34C72852-7158-4463-AF52-42819474CE49}" dt="2023-12-12T10:14:25.274" v="2746"/>
        <pc:sldMkLst>
          <pc:docMk/>
          <pc:sldMk cId="2886371756" sldId="279"/>
        </pc:sldMkLst>
        <pc:spChg chg="mod">
          <ac:chgData name="Tea Boon Chian" userId="ab84e6a5-2079-4f96-af03-c8dde00dcc75" providerId="ADAL" clId="{34C72852-7158-4463-AF52-42819474CE49}" dt="2023-12-12T10:14:25.274" v="2746"/>
          <ac:spMkLst>
            <pc:docMk/>
            <pc:sldMk cId="2886371756" sldId="279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2T10:14:25.274" v="2746"/>
          <ac:spMkLst>
            <pc:docMk/>
            <pc:sldMk cId="2886371756" sldId="279"/>
            <ac:spMk id="3" creationId="{F12E7423-6000-3D2B-9697-420FA8D76767}"/>
          </ac:spMkLst>
        </pc:spChg>
      </pc:sldChg>
      <pc:sldChg chg="delSp modSp add mod">
        <pc:chgData name="Tea Boon Chian" userId="ab84e6a5-2079-4f96-af03-c8dde00dcc75" providerId="ADAL" clId="{34C72852-7158-4463-AF52-42819474CE49}" dt="2023-12-12T09:45:16.628" v="63" actId="20577"/>
        <pc:sldMkLst>
          <pc:docMk/>
          <pc:sldMk cId="3963646944" sldId="280"/>
        </pc:sldMkLst>
        <pc:spChg chg="mod">
          <ac:chgData name="Tea Boon Chian" userId="ab84e6a5-2079-4f96-af03-c8dde00dcc75" providerId="ADAL" clId="{34C72852-7158-4463-AF52-42819474CE49}" dt="2023-12-12T09:45:16.628" v="63" actId="20577"/>
          <ac:spMkLst>
            <pc:docMk/>
            <pc:sldMk cId="3963646944" sldId="280"/>
            <ac:spMk id="2" creationId="{5C55BA55-1727-82AF-98DD-D0E26E859410}"/>
          </ac:spMkLst>
        </pc:spChg>
        <pc:spChg chg="del">
          <ac:chgData name="Tea Boon Chian" userId="ab84e6a5-2079-4f96-af03-c8dde00dcc75" providerId="ADAL" clId="{34C72852-7158-4463-AF52-42819474CE49}" dt="2023-12-12T09:45:00.981" v="34" actId="478"/>
          <ac:spMkLst>
            <pc:docMk/>
            <pc:sldMk cId="3963646944" sldId="280"/>
            <ac:spMk id="3" creationId="{F12E7423-6000-3D2B-9697-420FA8D76767}"/>
          </ac:spMkLst>
        </pc:spChg>
      </pc:sldChg>
      <pc:sldChg chg="addSp delSp modSp add mod setBg">
        <pc:chgData name="Tea Boon Chian" userId="ab84e6a5-2079-4f96-af03-c8dde00dcc75" providerId="ADAL" clId="{34C72852-7158-4463-AF52-42819474CE49}" dt="2023-12-26T01:01:46.558" v="9203" actId="113"/>
        <pc:sldMkLst>
          <pc:docMk/>
          <pc:sldMk cId="3778025544" sldId="281"/>
        </pc:sldMkLst>
        <pc:spChg chg="mod">
          <ac:chgData name="Tea Boon Chian" userId="ab84e6a5-2079-4f96-af03-c8dde00dcc75" providerId="ADAL" clId="{34C72852-7158-4463-AF52-42819474CE49}" dt="2023-12-12T10:14:25.274" v="2746"/>
          <ac:spMkLst>
            <pc:docMk/>
            <pc:sldMk cId="3778025544" sldId="281"/>
            <ac:spMk id="2" creationId="{5C55BA55-1727-82AF-98DD-D0E26E859410}"/>
          </ac:spMkLst>
        </pc:spChg>
        <pc:spChg chg="add del mod">
          <ac:chgData name="Tea Boon Chian" userId="ab84e6a5-2079-4f96-af03-c8dde00dcc75" providerId="ADAL" clId="{34C72852-7158-4463-AF52-42819474CE49}" dt="2023-12-26T01:01:46.558" v="9203" actId="113"/>
          <ac:spMkLst>
            <pc:docMk/>
            <pc:sldMk cId="3778025544" sldId="281"/>
            <ac:spMk id="3" creationId="{F12E7423-6000-3D2B-9697-420FA8D76767}"/>
          </ac:spMkLst>
        </pc:spChg>
        <pc:spChg chg="add del">
          <ac:chgData name="Tea Boon Chian" userId="ab84e6a5-2079-4f96-af03-c8dde00dcc75" providerId="ADAL" clId="{34C72852-7158-4463-AF52-42819474CE49}" dt="2023-12-12T10:11:56.737" v="2690" actId="26606"/>
          <ac:spMkLst>
            <pc:docMk/>
            <pc:sldMk cId="3778025544" sldId="281"/>
            <ac:spMk id="9" creationId="{8E7E1993-6448-42F8-8FB3-76104F45B344}"/>
          </ac:spMkLst>
        </pc:spChg>
        <pc:spChg chg="add del">
          <ac:chgData name="Tea Boon Chian" userId="ab84e6a5-2079-4f96-af03-c8dde00dcc75" providerId="ADAL" clId="{34C72852-7158-4463-AF52-42819474CE49}" dt="2023-12-12T10:11:56.737" v="2690" actId="26606"/>
          <ac:spMkLst>
            <pc:docMk/>
            <pc:sldMk cId="3778025544" sldId="281"/>
            <ac:spMk id="11" creationId="{3CDAD724-AF32-45EC-B0B9-360C73C9D26E}"/>
          </ac:spMkLst>
        </pc:spChg>
        <pc:spChg chg="add del">
          <ac:chgData name="Tea Boon Chian" userId="ab84e6a5-2079-4f96-af03-c8dde00dcc75" providerId="ADAL" clId="{34C72852-7158-4463-AF52-42819474CE49}" dt="2023-12-12T10:11:56.737" v="2690" actId="26606"/>
          <ac:spMkLst>
            <pc:docMk/>
            <pc:sldMk cId="3778025544" sldId="281"/>
            <ac:spMk id="13" creationId="{2391C84E-C2EA-44FC-A7D1-FAE3E2850552}"/>
          </ac:spMkLst>
        </pc:spChg>
        <pc:spChg chg="add del">
          <ac:chgData name="Tea Boon Chian" userId="ab84e6a5-2079-4f96-af03-c8dde00dcc75" providerId="ADAL" clId="{34C72852-7158-4463-AF52-42819474CE49}" dt="2023-12-12T10:11:56.737" v="2690" actId="26606"/>
          <ac:spMkLst>
            <pc:docMk/>
            <pc:sldMk cId="3778025544" sldId="281"/>
            <ac:spMk id="46" creationId="{BA4D4000-2689-4306-BBA6-BF744AB5F807}"/>
          </ac:spMkLst>
        </pc:spChg>
        <pc:grpChg chg="add del">
          <ac:chgData name="Tea Boon Chian" userId="ab84e6a5-2079-4f96-af03-c8dde00dcc75" providerId="ADAL" clId="{34C72852-7158-4463-AF52-42819474CE49}" dt="2023-12-12T10:11:56.737" v="2690" actId="26606"/>
          <ac:grpSpMkLst>
            <pc:docMk/>
            <pc:sldMk cId="3778025544" sldId="281"/>
            <ac:grpSpMk id="15" creationId="{47B3131A-B518-43E5-A896-E9D654A4863F}"/>
          </ac:grpSpMkLst>
        </pc:grpChg>
        <pc:graphicFrameChg chg="add del">
          <ac:chgData name="Tea Boon Chian" userId="ab84e6a5-2079-4f96-af03-c8dde00dcc75" providerId="ADAL" clId="{34C72852-7158-4463-AF52-42819474CE49}" dt="2023-12-12T10:11:56.737" v="2690" actId="26606"/>
          <ac:graphicFrameMkLst>
            <pc:docMk/>
            <pc:sldMk cId="3778025544" sldId="281"/>
            <ac:graphicFrameMk id="5" creationId="{7F194B6F-85F1-E940-04B2-F72F87BE97C5}"/>
          </ac:graphicFrameMkLst>
        </pc:graphicFrameChg>
      </pc:sldChg>
      <pc:sldChg chg="delSp modSp add mod">
        <pc:chgData name="Tea Boon Chian" userId="ab84e6a5-2079-4f96-af03-c8dde00dcc75" providerId="ADAL" clId="{34C72852-7158-4463-AF52-42819474CE49}" dt="2023-12-12T10:19:47.414" v="2836" actId="207"/>
        <pc:sldMkLst>
          <pc:docMk/>
          <pc:sldMk cId="194667915" sldId="282"/>
        </pc:sldMkLst>
        <pc:spChg chg="mod">
          <ac:chgData name="Tea Boon Chian" userId="ab84e6a5-2079-4f96-af03-c8dde00dcc75" providerId="ADAL" clId="{34C72852-7158-4463-AF52-42819474CE49}" dt="2023-12-12T10:19:47.414" v="2836" actId="207"/>
          <ac:spMkLst>
            <pc:docMk/>
            <pc:sldMk cId="194667915" sldId="282"/>
            <ac:spMk id="2" creationId="{5C55BA55-1727-82AF-98DD-D0E26E859410}"/>
          </ac:spMkLst>
        </pc:spChg>
        <pc:spChg chg="del mod">
          <ac:chgData name="Tea Boon Chian" userId="ab84e6a5-2079-4f96-af03-c8dde00dcc75" providerId="ADAL" clId="{34C72852-7158-4463-AF52-42819474CE49}" dt="2023-12-12T09:55:12.899" v="975" actId="478"/>
          <ac:spMkLst>
            <pc:docMk/>
            <pc:sldMk cId="194667915" sldId="282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2.904" v="539" actId="47"/>
        <pc:sldMkLst>
          <pc:docMk/>
          <pc:sldMk cId="1735348304" sldId="282"/>
        </pc:sldMkLst>
      </pc:sldChg>
      <pc:sldChg chg="add del">
        <pc:chgData name="Tea Boon Chian" userId="ab84e6a5-2079-4f96-af03-c8dde00dcc75" providerId="ADAL" clId="{34C72852-7158-4463-AF52-42819474CE49}" dt="2023-12-12T09:51:13.409" v="540" actId="47"/>
        <pc:sldMkLst>
          <pc:docMk/>
          <pc:sldMk cId="1900848932" sldId="283"/>
        </pc:sldMkLst>
      </pc:sldChg>
      <pc:sldChg chg="modSp add del mod">
        <pc:chgData name="Tea Boon Chian" userId="ab84e6a5-2079-4f96-af03-c8dde00dcc75" providerId="ADAL" clId="{34C72852-7158-4463-AF52-42819474CE49}" dt="2023-12-12T10:18:43.006" v="2824" actId="47"/>
        <pc:sldMkLst>
          <pc:docMk/>
          <pc:sldMk cId="2735606130" sldId="283"/>
        </pc:sldMkLst>
        <pc:spChg chg="mod">
          <ac:chgData name="Tea Boon Chian" userId="ab84e6a5-2079-4f96-af03-c8dde00dcc75" providerId="ADAL" clId="{34C72852-7158-4463-AF52-42819474CE49}" dt="2023-12-12T10:18:21.768" v="2813" actId="21"/>
          <ac:spMkLst>
            <pc:docMk/>
            <pc:sldMk cId="2735606130" sldId="283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2T10:18:25.499" v="2816" actId="21"/>
          <ac:spMkLst>
            <pc:docMk/>
            <pc:sldMk cId="2735606130" sldId="283"/>
            <ac:spMk id="3" creationId="{F12E7423-6000-3D2B-9697-420FA8D76767}"/>
          </ac:spMkLst>
        </pc:spChg>
      </pc:sldChg>
      <pc:sldChg chg="modSp add del mod">
        <pc:chgData name="Tea Boon Chian" userId="ab84e6a5-2079-4f96-af03-c8dde00dcc75" providerId="ADAL" clId="{34C72852-7158-4463-AF52-42819474CE49}" dt="2023-12-12T10:18:15.933" v="2810" actId="47"/>
        <pc:sldMkLst>
          <pc:docMk/>
          <pc:sldMk cId="1013403715" sldId="284"/>
        </pc:sldMkLst>
        <pc:spChg chg="mod">
          <ac:chgData name="Tea Boon Chian" userId="ab84e6a5-2079-4f96-af03-c8dde00dcc75" providerId="ADAL" clId="{34C72852-7158-4463-AF52-42819474CE49}" dt="2023-12-12T10:17:54.078" v="2798" actId="21"/>
          <ac:spMkLst>
            <pc:docMk/>
            <pc:sldMk cId="1013403715" sldId="284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2T10:17:28.957" v="2796" actId="207"/>
          <ac:spMkLst>
            <pc:docMk/>
            <pc:sldMk cId="1013403715" sldId="284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3.458" v="541" actId="47"/>
        <pc:sldMkLst>
          <pc:docMk/>
          <pc:sldMk cId="2993935969" sldId="284"/>
        </pc:sldMkLst>
      </pc:sldChg>
      <pc:sldChg chg="modSp add mod">
        <pc:chgData name="Tea Boon Chian" userId="ab84e6a5-2079-4f96-af03-c8dde00dcc75" providerId="ADAL" clId="{34C72852-7158-4463-AF52-42819474CE49}" dt="2023-12-14T16:23:19.284" v="5354" actId="20577"/>
        <pc:sldMkLst>
          <pc:docMk/>
          <pc:sldMk cId="889339723" sldId="285"/>
        </pc:sldMkLst>
        <pc:spChg chg="mod">
          <ac:chgData name="Tea Boon Chian" userId="ab84e6a5-2079-4f96-af03-c8dde00dcc75" providerId="ADAL" clId="{34C72852-7158-4463-AF52-42819474CE49}" dt="2023-12-12T10:19:34.420" v="2830" actId="207"/>
          <ac:spMkLst>
            <pc:docMk/>
            <pc:sldMk cId="889339723" sldId="285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23:19.284" v="5354" actId="20577"/>
          <ac:spMkLst>
            <pc:docMk/>
            <pc:sldMk cId="889339723" sldId="285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3.489" v="542" actId="47"/>
        <pc:sldMkLst>
          <pc:docMk/>
          <pc:sldMk cId="3218096292" sldId="285"/>
        </pc:sldMkLst>
      </pc:sldChg>
      <pc:sldChg chg="add del">
        <pc:chgData name="Tea Boon Chian" userId="ab84e6a5-2079-4f96-af03-c8dde00dcc75" providerId="ADAL" clId="{34C72852-7158-4463-AF52-42819474CE49}" dt="2023-12-12T09:51:13.514" v="543" actId="47"/>
        <pc:sldMkLst>
          <pc:docMk/>
          <pc:sldMk cId="1247058512" sldId="286"/>
        </pc:sldMkLst>
      </pc:sldChg>
      <pc:sldChg chg="modSp add mod ord">
        <pc:chgData name="Tea Boon Chian" userId="ab84e6a5-2079-4f96-af03-c8dde00dcc75" providerId="ADAL" clId="{34C72852-7158-4463-AF52-42819474CE49}" dt="2023-12-14T11:35:58.554" v="3747" actId="20577"/>
        <pc:sldMkLst>
          <pc:docMk/>
          <pc:sldMk cId="2326426630" sldId="286"/>
        </pc:sldMkLst>
        <pc:spChg chg="mod">
          <ac:chgData name="Tea Boon Chian" userId="ab84e6a5-2079-4f96-af03-c8dde00dcc75" providerId="ADAL" clId="{34C72852-7158-4463-AF52-42819474CE49}" dt="2023-12-14T06:32:10.094" v="3711" actId="113"/>
          <ac:spMkLst>
            <pc:docMk/>
            <pc:sldMk cId="2326426630" sldId="286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1:35:58.554" v="3747" actId="20577"/>
          <ac:spMkLst>
            <pc:docMk/>
            <pc:sldMk cId="2326426630" sldId="286"/>
            <ac:spMk id="3" creationId="{F12E7423-6000-3D2B-9697-420FA8D76767}"/>
          </ac:spMkLst>
        </pc:spChg>
      </pc:sldChg>
      <pc:sldChg chg="addSp delSp modSp add mod ord">
        <pc:chgData name="Tea Boon Chian" userId="ab84e6a5-2079-4f96-af03-c8dde00dcc75" providerId="ADAL" clId="{34C72852-7158-4463-AF52-42819474CE49}" dt="2023-12-14T11:46:29.692" v="4704" actId="1036"/>
        <pc:sldMkLst>
          <pc:docMk/>
          <pc:sldMk cId="3260053358" sldId="287"/>
        </pc:sldMkLst>
        <pc:spChg chg="mod">
          <ac:chgData name="Tea Boon Chian" userId="ab84e6a5-2079-4f96-af03-c8dde00dcc75" providerId="ADAL" clId="{34C72852-7158-4463-AF52-42819474CE49}" dt="2023-12-14T11:45:26.234" v="4675"/>
          <ac:spMkLst>
            <pc:docMk/>
            <pc:sldMk cId="3260053358" sldId="287"/>
            <ac:spMk id="2" creationId="{5C55BA55-1727-82AF-98DD-D0E26E859410}"/>
          </ac:spMkLst>
        </pc:spChg>
        <pc:spChg chg="del mod">
          <ac:chgData name="Tea Boon Chian" userId="ab84e6a5-2079-4f96-af03-c8dde00dcc75" providerId="ADAL" clId="{34C72852-7158-4463-AF52-42819474CE49}" dt="2023-12-14T11:45:37.641" v="4676" actId="478"/>
          <ac:spMkLst>
            <pc:docMk/>
            <pc:sldMk cId="3260053358" sldId="287"/>
            <ac:spMk id="3" creationId="{F12E7423-6000-3D2B-9697-420FA8D76767}"/>
          </ac:spMkLst>
        </pc:spChg>
        <pc:picChg chg="add mod">
          <ac:chgData name="Tea Boon Chian" userId="ab84e6a5-2079-4f96-af03-c8dde00dcc75" providerId="ADAL" clId="{34C72852-7158-4463-AF52-42819474CE49}" dt="2023-12-14T11:46:29.692" v="4704" actId="1036"/>
          <ac:picMkLst>
            <pc:docMk/>
            <pc:sldMk cId="3260053358" sldId="287"/>
            <ac:picMk id="4" creationId="{6E5C6B8B-DE97-5E92-320E-D724AB278551}"/>
          </ac:picMkLst>
        </pc:picChg>
      </pc:sldChg>
      <pc:sldChg chg="add del">
        <pc:chgData name="Tea Boon Chian" userId="ab84e6a5-2079-4f96-af03-c8dde00dcc75" providerId="ADAL" clId="{34C72852-7158-4463-AF52-42819474CE49}" dt="2023-12-12T09:51:13.540" v="544" actId="47"/>
        <pc:sldMkLst>
          <pc:docMk/>
          <pc:sldMk cId="3320151194" sldId="287"/>
        </pc:sldMkLst>
      </pc:sldChg>
      <pc:sldChg chg="add del">
        <pc:chgData name="Tea Boon Chian" userId="ab84e6a5-2079-4f96-af03-c8dde00dcc75" providerId="ADAL" clId="{34C72852-7158-4463-AF52-42819474CE49}" dt="2023-12-12T09:51:13.577" v="545" actId="47"/>
        <pc:sldMkLst>
          <pc:docMk/>
          <pc:sldMk cId="1659839484" sldId="288"/>
        </pc:sldMkLst>
      </pc:sldChg>
      <pc:sldChg chg="modSp add mod ord">
        <pc:chgData name="Tea Boon Chian" userId="ab84e6a5-2079-4f96-af03-c8dde00dcc75" providerId="ADAL" clId="{34C72852-7158-4463-AF52-42819474CE49}" dt="2023-12-14T16:24:45.400" v="5386" actId="20577"/>
        <pc:sldMkLst>
          <pc:docMk/>
          <pc:sldMk cId="2654249550" sldId="288"/>
        </pc:sldMkLst>
        <pc:spChg chg="mod">
          <ac:chgData name="Tea Boon Chian" userId="ab84e6a5-2079-4f96-af03-c8dde00dcc75" providerId="ADAL" clId="{34C72852-7158-4463-AF52-42819474CE49}" dt="2023-12-14T06:31:33.559" v="3706"/>
          <ac:spMkLst>
            <pc:docMk/>
            <pc:sldMk cId="2654249550" sldId="288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24:45.400" v="5386" actId="20577"/>
          <ac:spMkLst>
            <pc:docMk/>
            <pc:sldMk cId="2654249550" sldId="288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3.633" v="546" actId="47"/>
        <pc:sldMkLst>
          <pc:docMk/>
          <pc:sldMk cId="3409516775" sldId="289"/>
        </pc:sldMkLst>
      </pc:sldChg>
      <pc:sldChg chg="modSp add mod">
        <pc:chgData name="Tea Boon Chian" userId="ab84e6a5-2079-4f96-af03-c8dde00dcc75" providerId="ADAL" clId="{34C72852-7158-4463-AF52-42819474CE49}" dt="2023-12-14T11:52:15.644" v="5255" actId="207"/>
        <pc:sldMkLst>
          <pc:docMk/>
          <pc:sldMk cId="3715149057" sldId="289"/>
        </pc:sldMkLst>
        <pc:spChg chg="mod">
          <ac:chgData name="Tea Boon Chian" userId="ab84e6a5-2079-4f96-af03-c8dde00dcc75" providerId="ADAL" clId="{34C72852-7158-4463-AF52-42819474CE49}" dt="2023-12-14T11:47:36.855" v="4706"/>
          <ac:spMkLst>
            <pc:docMk/>
            <pc:sldMk cId="3715149057" sldId="289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1:52:15.644" v="5255" actId="207"/>
          <ac:spMkLst>
            <pc:docMk/>
            <pc:sldMk cId="3715149057" sldId="289"/>
            <ac:spMk id="3" creationId="{F12E7423-6000-3D2B-9697-420FA8D76767}"/>
          </ac:spMkLst>
        </pc:spChg>
      </pc:sldChg>
      <pc:sldChg chg="addSp delSp modSp add mod">
        <pc:chgData name="Tea Boon Chian" userId="ab84e6a5-2079-4f96-af03-c8dde00dcc75" providerId="ADAL" clId="{34C72852-7158-4463-AF52-42819474CE49}" dt="2023-12-14T16:32:38.649" v="6148" actId="5793"/>
        <pc:sldMkLst>
          <pc:docMk/>
          <pc:sldMk cId="2840287968" sldId="290"/>
        </pc:sldMkLst>
        <pc:spChg chg="mod">
          <ac:chgData name="Tea Boon Chian" userId="ab84e6a5-2079-4f96-af03-c8dde00dcc75" providerId="ADAL" clId="{34C72852-7158-4463-AF52-42819474CE49}" dt="2023-12-14T16:32:38.649" v="6148" actId="5793"/>
          <ac:spMkLst>
            <pc:docMk/>
            <pc:sldMk cId="2840287968" sldId="290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31:53.558" v="6131" actId="207"/>
          <ac:spMkLst>
            <pc:docMk/>
            <pc:sldMk cId="2840287968" sldId="290"/>
            <ac:spMk id="3" creationId="{F12E7423-6000-3D2B-9697-420FA8D76767}"/>
          </ac:spMkLst>
        </pc:spChg>
        <pc:spChg chg="add del">
          <ac:chgData name="Tea Boon Chian" userId="ab84e6a5-2079-4f96-af03-c8dde00dcc75" providerId="ADAL" clId="{34C72852-7158-4463-AF52-42819474CE49}" dt="2023-12-14T16:25:16.718" v="5390"/>
          <ac:spMkLst>
            <pc:docMk/>
            <pc:sldMk cId="2840287968" sldId="290"/>
            <ac:spMk id="5" creationId="{1F36F9EC-7C8E-E716-20F9-FBAB5FE84FDC}"/>
          </ac:spMkLst>
        </pc:spChg>
      </pc:sldChg>
      <pc:sldChg chg="add del">
        <pc:chgData name="Tea Boon Chian" userId="ab84e6a5-2079-4f96-af03-c8dde00dcc75" providerId="ADAL" clId="{34C72852-7158-4463-AF52-42819474CE49}" dt="2023-12-12T09:51:13.660" v="547" actId="47"/>
        <pc:sldMkLst>
          <pc:docMk/>
          <pc:sldMk cId="3591991468" sldId="290"/>
        </pc:sldMkLst>
      </pc:sldChg>
      <pc:sldChg chg="add del">
        <pc:chgData name="Tea Boon Chian" userId="ab84e6a5-2079-4f96-af03-c8dde00dcc75" providerId="ADAL" clId="{34C72852-7158-4463-AF52-42819474CE49}" dt="2023-12-12T09:51:13.681" v="548" actId="47"/>
        <pc:sldMkLst>
          <pc:docMk/>
          <pc:sldMk cId="1488724749" sldId="291"/>
        </pc:sldMkLst>
      </pc:sldChg>
      <pc:sldChg chg="addSp delSp modSp add mod">
        <pc:chgData name="Tea Boon Chian" userId="ab84e6a5-2079-4f96-af03-c8dde00dcc75" providerId="ADAL" clId="{34C72852-7158-4463-AF52-42819474CE49}" dt="2023-12-14T16:41:22.349" v="6487" actId="1076"/>
        <pc:sldMkLst>
          <pc:docMk/>
          <pc:sldMk cId="2534202517" sldId="291"/>
        </pc:sldMkLst>
        <pc:spChg chg="add del mod">
          <ac:chgData name="Tea Boon Chian" userId="ab84e6a5-2079-4f96-af03-c8dde00dcc75" providerId="ADAL" clId="{34C72852-7158-4463-AF52-42819474CE49}" dt="2023-12-14T16:33:48.828" v="6176" actId="478"/>
          <ac:spMkLst>
            <pc:docMk/>
            <pc:sldMk cId="2534202517" sldId="291"/>
            <ac:spMk id="2" creationId="{5C55BA55-1727-82AF-98DD-D0E26E859410}"/>
          </ac:spMkLst>
        </pc:spChg>
        <pc:spChg chg="del mod">
          <ac:chgData name="Tea Boon Chian" userId="ab84e6a5-2079-4f96-af03-c8dde00dcc75" providerId="ADAL" clId="{34C72852-7158-4463-AF52-42819474CE49}" dt="2023-12-14T16:33:51.624" v="6177" actId="478"/>
          <ac:spMkLst>
            <pc:docMk/>
            <pc:sldMk cId="2534202517" sldId="291"/>
            <ac:spMk id="3" creationId="{F12E7423-6000-3D2B-9697-420FA8D76767}"/>
          </ac:spMkLst>
        </pc:spChg>
        <pc:spChg chg="add del mod">
          <ac:chgData name="Tea Boon Chian" userId="ab84e6a5-2079-4f96-af03-c8dde00dcc75" providerId="ADAL" clId="{34C72852-7158-4463-AF52-42819474CE49}" dt="2023-12-14T16:33:48.828" v="6176" actId="478"/>
          <ac:spMkLst>
            <pc:docMk/>
            <pc:sldMk cId="2534202517" sldId="291"/>
            <ac:spMk id="6" creationId="{47E2F8AA-4E47-C64A-082E-52381A455828}"/>
          </ac:spMkLst>
        </pc:spChg>
        <pc:picChg chg="add del mod">
          <ac:chgData name="Tea Boon Chian" userId="ab84e6a5-2079-4f96-af03-c8dde00dcc75" providerId="ADAL" clId="{34C72852-7158-4463-AF52-42819474CE49}" dt="2023-12-14T16:34:00.604" v="6182" actId="478"/>
          <ac:picMkLst>
            <pc:docMk/>
            <pc:sldMk cId="2534202517" sldId="291"/>
            <ac:picMk id="4" creationId="{DB3A8D1E-48EF-D87F-5D88-9B1AC190E4CF}"/>
          </ac:picMkLst>
        </pc:picChg>
        <pc:picChg chg="add mod">
          <ac:chgData name="Tea Boon Chian" userId="ab84e6a5-2079-4f96-af03-c8dde00dcc75" providerId="ADAL" clId="{34C72852-7158-4463-AF52-42819474CE49}" dt="2023-12-14T16:41:22.349" v="6487" actId="1076"/>
          <ac:picMkLst>
            <pc:docMk/>
            <pc:sldMk cId="2534202517" sldId="291"/>
            <ac:picMk id="7" creationId="{4C11088B-43EB-6399-C8CB-C26302FDA614}"/>
          </ac:picMkLst>
        </pc:picChg>
      </pc:sldChg>
      <pc:sldChg chg="add del">
        <pc:chgData name="Tea Boon Chian" userId="ab84e6a5-2079-4f96-af03-c8dde00dcc75" providerId="ADAL" clId="{34C72852-7158-4463-AF52-42819474CE49}" dt="2023-12-12T09:51:13.717" v="549" actId="47"/>
        <pc:sldMkLst>
          <pc:docMk/>
          <pc:sldMk cId="1151229358" sldId="292"/>
        </pc:sldMkLst>
      </pc:sldChg>
      <pc:sldChg chg="modSp add mod">
        <pc:chgData name="Tea Boon Chian" userId="ab84e6a5-2079-4f96-af03-c8dde00dcc75" providerId="ADAL" clId="{34C72852-7158-4463-AF52-42819474CE49}" dt="2023-12-14T16:39:49.899" v="6445" actId="20577"/>
        <pc:sldMkLst>
          <pc:docMk/>
          <pc:sldMk cId="2484146838" sldId="292"/>
        </pc:sldMkLst>
        <pc:spChg chg="mod">
          <ac:chgData name="Tea Boon Chian" userId="ab84e6a5-2079-4f96-af03-c8dde00dcc75" providerId="ADAL" clId="{34C72852-7158-4463-AF52-42819474CE49}" dt="2023-12-14T16:35:28.950" v="6199"/>
          <ac:spMkLst>
            <pc:docMk/>
            <pc:sldMk cId="2484146838" sldId="292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39:49.899" v="6445" actId="20577"/>
          <ac:spMkLst>
            <pc:docMk/>
            <pc:sldMk cId="2484146838" sldId="292"/>
            <ac:spMk id="3" creationId="{F12E7423-6000-3D2B-9697-420FA8D76767}"/>
          </ac:spMkLst>
        </pc:spChg>
      </pc:sldChg>
      <pc:sldChg chg="addSp delSp modSp add mod">
        <pc:chgData name="Tea Boon Chian" userId="ab84e6a5-2079-4f96-af03-c8dde00dcc75" providerId="ADAL" clId="{34C72852-7158-4463-AF52-42819474CE49}" dt="2023-12-14T16:41:11.724" v="6482" actId="1076"/>
        <pc:sldMkLst>
          <pc:docMk/>
          <pc:sldMk cId="2315704733" sldId="293"/>
        </pc:sldMkLst>
        <pc:spChg chg="mod">
          <ac:chgData name="Tea Boon Chian" userId="ab84e6a5-2079-4f96-af03-c8dde00dcc75" providerId="ADAL" clId="{34C72852-7158-4463-AF52-42819474CE49}" dt="2023-12-14T16:40:32.044" v="6477" actId="207"/>
          <ac:spMkLst>
            <pc:docMk/>
            <pc:sldMk cId="2315704733" sldId="293"/>
            <ac:spMk id="2" creationId="{5C55BA55-1727-82AF-98DD-D0E26E859410}"/>
          </ac:spMkLst>
        </pc:spChg>
        <pc:spChg chg="del mod">
          <ac:chgData name="Tea Boon Chian" userId="ab84e6a5-2079-4f96-af03-c8dde00dcc75" providerId="ADAL" clId="{34C72852-7158-4463-AF52-42819474CE49}" dt="2023-12-14T16:41:03.480" v="6478" actId="478"/>
          <ac:spMkLst>
            <pc:docMk/>
            <pc:sldMk cId="2315704733" sldId="293"/>
            <ac:spMk id="3" creationId="{F12E7423-6000-3D2B-9697-420FA8D76767}"/>
          </ac:spMkLst>
        </pc:spChg>
        <pc:picChg chg="add mod">
          <ac:chgData name="Tea Boon Chian" userId="ab84e6a5-2079-4f96-af03-c8dde00dcc75" providerId="ADAL" clId="{34C72852-7158-4463-AF52-42819474CE49}" dt="2023-12-14T16:41:11.724" v="6482" actId="1076"/>
          <ac:picMkLst>
            <pc:docMk/>
            <pc:sldMk cId="2315704733" sldId="293"/>
            <ac:picMk id="4" creationId="{9C5AE3E1-14EA-4851-7900-65B4F9D20675}"/>
          </ac:picMkLst>
        </pc:picChg>
      </pc:sldChg>
      <pc:sldChg chg="add del">
        <pc:chgData name="Tea Boon Chian" userId="ab84e6a5-2079-4f96-af03-c8dde00dcc75" providerId="ADAL" clId="{34C72852-7158-4463-AF52-42819474CE49}" dt="2023-12-12T09:51:13.743" v="550" actId="47"/>
        <pc:sldMkLst>
          <pc:docMk/>
          <pc:sldMk cId="2555906062" sldId="293"/>
        </pc:sldMkLst>
      </pc:sldChg>
      <pc:sldChg chg="add del">
        <pc:chgData name="Tea Boon Chian" userId="ab84e6a5-2079-4f96-af03-c8dde00dcc75" providerId="ADAL" clId="{34C72852-7158-4463-AF52-42819474CE49}" dt="2023-12-12T09:51:13.780" v="551" actId="47"/>
        <pc:sldMkLst>
          <pc:docMk/>
          <pc:sldMk cId="2151640078" sldId="294"/>
        </pc:sldMkLst>
      </pc:sldChg>
      <pc:sldChg chg="modSp add mod">
        <pc:chgData name="Tea Boon Chian" userId="ab84e6a5-2079-4f96-af03-c8dde00dcc75" providerId="ADAL" clId="{34C72852-7158-4463-AF52-42819474CE49}" dt="2023-12-14T16:43:10.520" v="6524" actId="207"/>
        <pc:sldMkLst>
          <pc:docMk/>
          <pc:sldMk cId="2466589535" sldId="294"/>
        </pc:sldMkLst>
        <pc:spChg chg="mod">
          <ac:chgData name="Tea Boon Chian" userId="ab84e6a5-2079-4f96-af03-c8dde00dcc75" providerId="ADAL" clId="{34C72852-7158-4463-AF52-42819474CE49}" dt="2023-12-14T16:41:30.881" v="6489"/>
          <ac:spMkLst>
            <pc:docMk/>
            <pc:sldMk cId="2466589535" sldId="294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43:10.520" v="6524" actId="207"/>
          <ac:spMkLst>
            <pc:docMk/>
            <pc:sldMk cId="2466589535" sldId="294"/>
            <ac:spMk id="3" creationId="{F12E7423-6000-3D2B-9697-420FA8D76767}"/>
          </ac:spMkLst>
        </pc:spChg>
      </pc:sldChg>
      <pc:sldChg chg="addSp delSp modSp add mod">
        <pc:chgData name="Tea Boon Chian" userId="ab84e6a5-2079-4f96-af03-c8dde00dcc75" providerId="ADAL" clId="{34C72852-7158-4463-AF52-42819474CE49}" dt="2023-12-14T16:44:29.208" v="6559" actId="123"/>
        <pc:sldMkLst>
          <pc:docMk/>
          <pc:sldMk cId="2016789384" sldId="295"/>
        </pc:sldMkLst>
        <pc:spChg chg="mod">
          <ac:chgData name="Tea Boon Chian" userId="ab84e6a5-2079-4f96-af03-c8dde00dcc75" providerId="ADAL" clId="{34C72852-7158-4463-AF52-42819474CE49}" dt="2023-12-14T16:44:29.208" v="6559" actId="123"/>
          <ac:spMkLst>
            <pc:docMk/>
            <pc:sldMk cId="2016789384" sldId="295"/>
            <ac:spMk id="2" creationId="{5C55BA55-1727-82AF-98DD-D0E26E859410}"/>
          </ac:spMkLst>
        </pc:spChg>
        <pc:spChg chg="del mod">
          <ac:chgData name="Tea Boon Chian" userId="ab84e6a5-2079-4f96-af03-c8dde00dcc75" providerId="ADAL" clId="{34C72852-7158-4463-AF52-42819474CE49}" dt="2023-12-14T16:44:00.893" v="6547" actId="478"/>
          <ac:spMkLst>
            <pc:docMk/>
            <pc:sldMk cId="2016789384" sldId="295"/>
            <ac:spMk id="3" creationId="{F12E7423-6000-3D2B-9697-420FA8D76767}"/>
          </ac:spMkLst>
        </pc:spChg>
        <pc:picChg chg="add mod">
          <ac:chgData name="Tea Boon Chian" userId="ab84e6a5-2079-4f96-af03-c8dde00dcc75" providerId="ADAL" clId="{34C72852-7158-4463-AF52-42819474CE49}" dt="2023-12-14T16:44:17.725" v="6554" actId="1076"/>
          <ac:picMkLst>
            <pc:docMk/>
            <pc:sldMk cId="2016789384" sldId="295"/>
            <ac:picMk id="4" creationId="{D919552F-8BEF-4318-8757-5D3B107957E5}"/>
          </ac:picMkLst>
        </pc:picChg>
      </pc:sldChg>
      <pc:sldChg chg="add del">
        <pc:chgData name="Tea Boon Chian" userId="ab84e6a5-2079-4f96-af03-c8dde00dcc75" providerId="ADAL" clId="{34C72852-7158-4463-AF52-42819474CE49}" dt="2023-12-12T09:51:13.941" v="552" actId="47"/>
        <pc:sldMkLst>
          <pc:docMk/>
          <pc:sldMk cId="3687356624" sldId="295"/>
        </pc:sldMkLst>
      </pc:sldChg>
      <pc:sldChg chg="add del">
        <pc:chgData name="Tea Boon Chian" userId="ab84e6a5-2079-4f96-af03-c8dde00dcc75" providerId="ADAL" clId="{34C72852-7158-4463-AF52-42819474CE49}" dt="2023-12-12T09:51:14.051" v="553" actId="47"/>
        <pc:sldMkLst>
          <pc:docMk/>
          <pc:sldMk cId="734677715" sldId="296"/>
        </pc:sldMkLst>
      </pc:sldChg>
      <pc:sldChg chg="modSp add mod">
        <pc:chgData name="Tea Boon Chian" userId="ab84e6a5-2079-4f96-af03-c8dde00dcc75" providerId="ADAL" clId="{34C72852-7158-4463-AF52-42819474CE49}" dt="2023-12-14T16:47:52.723" v="6635" actId="207"/>
        <pc:sldMkLst>
          <pc:docMk/>
          <pc:sldMk cId="1724551435" sldId="296"/>
        </pc:sldMkLst>
        <pc:spChg chg="mod">
          <ac:chgData name="Tea Boon Chian" userId="ab84e6a5-2079-4f96-af03-c8dde00dcc75" providerId="ADAL" clId="{34C72852-7158-4463-AF52-42819474CE49}" dt="2023-12-14T16:44:56.748" v="6584"/>
          <ac:spMkLst>
            <pc:docMk/>
            <pc:sldMk cId="1724551435" sldId="296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47:52.723" v="6635" actId="207"/>
          <ac:spMkLst>
            <pc:docMk/>
            <pc:sldMk cId="1724551435" sldId="296"/>
            <ac:spMk id="3" creationId="{F12E7423-6000-3D2B-9697-420FA8D76767}"/>
          </ac:spMkLst>
        </pc:spChg>
      </pc:sldChg>
      <pc:sldChg chg="addSp delSp modSp new add del mod setBg">
        <pc:chgData name="Tea Boon Chian" userId="ab84e6a5-2079-4f96-af03-c8dde00dcc75" providerId="ADAL" clId="{34C72852-7158-4463-AF52-42819474CE49}" dt="2023-12-12T10:13:11.682" v="2709" actId="680"/>
        <pc:sldMkLst>
          <pc:docMk/>
          <pc:sldMk cId="540303836" sldId="297"/>
        </pc:sldMkLst>
        <pc:spChg chg="mod">
          <ac:chgData name="Tea Boon Chian" userId="ab84e6a5-2079-4f96-af03-c8dde00dcc75" providerId="ADAL" clId="{34C72852-7158-4463-AF52-42819474CE49}" dt="2023-12-12T10:13:11.660" v="2707" actId="26606"/>
          <ac:spMkLst>
            <pc:docMk/>
            <pc:sldMk cId="540303836" sldId="297"/>
            <ac:spMk id="2" creationId="{DF36E4CE-E878-A84C-4051-493EE5A9037F}"/>
          </ac:spMkLst>
        </pc:spChg>
        <pc:spChg chg="mod">
          <ac:chgData name="Tea Boon Chian" userId="ab84e6a5-2079-4f96-af03-c8dde00dcc75" providerId="ADAL" clId="{34C72852-7158-4463-AF52-42819474CE49}" dt="2023-12-12T10:13:11.660" v="2707" actId="26606"/>
          <ac:spMkLst>
            <pc:docMk/>
            <pc:sldMk cId="540303836" sldId="297"/>
            <ac:spMk id="3" creationId="{BCA7B6E2-1786-B5AE-0052-A558F4EE75F2}"/>
          </ac:spMkLst>
        </pc:spChg>
        <pc:spChg chg="add del">
          <ac:chgData name="Tea Boon Chian" userId="ab84e6a5-2079-4f96-af03-c8dde00dcc75" providerId="ADAL" clId="{34C72852-7158-4463-AF52-42819474CE49}" dt="2023-12-12T10:13:11.660" v="2707" actId="26606"/>
          <ac:spMkLst>
            <pc:docMk/>
            <pc:sldMk cId="540303836" sldId="297"/>
            <ac:spMk id="8" creationId="{1C582B07-D0F0-4B6B-A5D9-D2F192CB3A4E}"/>
          </ac:spMkLst>
        </pc:spChg>
        <pc:spChg chg="add del">
          <ac:chgData name="Tea Boon Chian" userId="ab84e6a5-2079-4f96-af03-c8dde00dcc75" providerId="ADAL" clId="{34C72852-7158-4463-AF52-42819474CE49}" dt="2023-12-12T10:13:11.660" v="2707" actId="26606"/>
          <ac:spMkLst>
            <pc:docMk/>
            <pc:sldMk cId="540303836" sldId="297"/>
            <ac:spMk id="10" creationId="{181CC2FD-F5D2-4415-8486-46858CC427A4}"/>
          </ac:spMkLst>
        </pc:spChg>
        <pc:spChg chg="add del">
          <ac:chgData name="Tea Boon Chian" userId="ab84e6a5-2079-4f96-af03-c8dde00dcc75" providerId="ADAL" clId="{34C72852-7158-4463-AF52-42819474CE49}" dt="2023-12-12T10:13:11.660" v="2707" actId="26606"/>
          <ac:spMkLst>
            <pc:docMk/>
            <pc:sldMk cId="540303836" sldId="297"/>
            <ac:spMk id="12" creationId="{DA1A4301-6FFC-4C82-A1FA-7634D8CAA8F5}"/>
          </ac:spMkLst>
        </pc:spChg>
        <pc:spChg chg="add del">
          <ac:chgData name="Tea Boon Chian" userId="ab84e6a5-2079-4f96-af03-c8dde00dcc75" providerId="ADAL" clId="{34C72852-7158-4463-AF52-42819474CE49}" dt="2023-12-12T10:13:11.660" v="2707" actId="26606"/>
          <ac:spMkLst>
            <pc:docMk/>
            <pc:sldMk cId="540303836" sldId="297"/>
            <ac:spMk id="14" creationId="{E1063619-981B-4E62-A26E-E345BB3080BA}"/>
          </ac:spMkLst>
        </pc:spChg>
        <pc:grpChg chg="add del">
          <ac:chgData name="Tea Boon Chian" userId="ab84e6a5-2079-4f96-af03-c8dde00dcc75" providerId="ADAL" clId="{34C72852-7158-4463-AF52-42819474CE49}" dt="2023-12-12T10:13:11.660" v="2707" actId="26606"/>
          <ac:grpSpMkLst>
            <pc:docMk/>
            <pc:sldMk cId="540303836" sldId="297"/>
            <ac:grpSpMk id="16" creationId="{8323DD1D-77DE-48B2-A0A0-6265801531E5}"/>
          </ac:grpSpMkLst>
        </pc:grpChg>
      </pc:sldChg>
      <pc:sldChg chg="addSp delSp add del setBg delDesignElem">
        <pc:chgData name="Tea Boon Chian" userId="ab84e6a5-2079-4f96-af03-c8dde00dcc75" providerId="ADAL" clId="{34C72852-7158-4463-AF52-42819474CE49}" dt="2023-12-12T10:13:43.562" v="2724"/>
        <pc:sldMkLst>
          <pc:docMk/>
          <pc:sldMk cId="901907633" sldId="297"/>
        </pc:sldMkLst>
        <pc:spChg chg="add del">
          <ac:chgData name="Tea Boon Chian" userId="ab84e6a5-2079-4f96-af03-c8dde00dcc75" providerId="ADAL" clId="{34C72852-7158-4463-AF52-42819474CE49}" dt="2023-12-12T10:13:43.562" v="2724"/>
          <ac:spMkLst>
            <pc:docMk/>
            <pc:sldMk cId="901907633" sldId="297"/>
            <ac:spMk id="8" creationId="{1C582B07-D0F0-4B6B-A5D9-D2F192CB3A4E}"/>
          </ac:spMkLst>
        </pc:spChg>
        <pc:spChg chg="add del">
          <ac:chgData name="Tea Boon Chian" userId="ab84e6a5-2079-4f96-af03-c8dde00dcc75" providerId="ADAL" clId="{34C72852-7158-4463-AF52-42819474CE49}" dt="2023-12-12T10:13:43.562" v="2724"/>
          <ac:spMkLst>
            <pc:docMk/>
            <pc:sldMk cId="901907633" sldId="297"/>
            <ac:spMk id="10" creationId="{181CC2FD-F5D2-4415-8486-46858CC427A4}"/>
          </ac:spMkLst>
        </pc:spChg>
        <pc:spChg chg="add del">
          <ac:chgData name="Tea Boon Chian" userId="ab84e6a5-2079-4f96-af03-c8dde00dcc75" providerId="ADAL" clId="{34C72852-7158-4463-AF52-42819474CE49}" dt="2023-12-12T10:13:43.562" v="2724"/>
          <ac:spMkLst>
            <pc:docMk/>
            <pc:sldMk cId="901907633" sldId="297"/>
            <ac:spMk id="12" creationId="{DA1A4301-6FFC-4C82-A1FA-7634D8CAA8F5}"/>
          </ac:spMkLst>
        </pc:spChg>
        <pc:spChg chg="add del">
          <ac:chgData name="Tea Boon Chian" userId="ab84e6a5-2079-4f96-af03-c8dde00dcc75" providerId="ADAL" clId="{34C72852-7158-4463-AF52-42819474CE49}" dt="2023-12-12T10:13:43.562" v="2724"/>
          <ac:spMkLst>
            <pc:docMk/>
            <pc:sldMk cId="901907633" sldId="297"/>
            <ac:spMk id="14" creationId="{E1063619-981B-4E62-A26E-E345BB3080BA}"/>
          </ac:spMkLst>
        </pc:spChg>
        <pc:grpChg chg="add del">
          <ac:chgData name="Tea Boon Chian" userId="ab84e6a5-2079-4f96-af03-c8dde00dcc75" providerId="ADAL" clId="{34C72852-7158-4463-AF52-42819474CE49}" dt="2023-12-12T10:13:43.562" v="2724"/>
          <ac:grpSpMkLst>
            <pc:docMk/>
            <pc:sldMk cId="901907633" sldId="297"/>
            <ac:grpSpMk id="16" creationId="{8323DD1D-77DE-48B2-A0A0-6265801531E5}"/>
          </ac:grpSpMkLst>
        </pc:grpChg>
      </pc:sldChg>
      <pc:sldChg chg="add del">
        <pc:chgData name="Tea Boon Chian" userId="ab84e6a5-2079-4f96-af03-c8dde00dcc75" providerId="ADAL" clId="{34C72852-7158-4463-AF52-42819474CE49}" dt="2023-12-12T09:51:14.143" v="554" actId="47"/>
        <pc:sldMkLst>
          <pc:docMk/>
          <pc:sldMk cId="1813997265" sldId="297"/>
        </pc:sldMkLst>
      </pc:sldChg>
      <pc:sldChg chg="modSp add mod ord">
        <pc:chgData name="Tea Boon Chian" userId="ab84e6a5-2079-4f96-af03-c8dde00dcc75" providerId="ADAL" clId="{34C72852-7158-4463-AF52-42819474CE49}" dt="2023-12-12T10:19:29.127" v="2828" actId="207"/>
        <pc:sldMkLst>
          <pc:docMk/>
          <pc:sldMk cId="1930050552" sldId="297"/>
        </pc:sldMkLst>
        <pc:spChg chg="mod">
          <ac:chgData name="Tea Boon Chian" userId="ab84e6a5-2079-4f96-af03-c8dde00dcc75" providerId="ADAL" clId="{34C72852-7158-4463-AF52-42819474CE49}" dt="2023-12-12T10:19:29.127" v="2828" actId="207"/>
          <ac:spMkLst>
            <pc:docMk/>
            <pc:sldMk cId="1930050552" sldId="297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2T10:18:34.607" v="2823" actId="20577"/>
          <ac:spMkLst>
            <pc:docMk/>
            <pc:sldMk cId="1930050552" sldId="297"/>
            <ac:spMk id="3" creationId="{F12E7423-6000-3D2B-9697-420FA8D76767}"/>
          </ac:spMkLst>
        </pc:spChg>
      </pc:sldChg>
      <pc:sldChg chg="new add del">
        <pc:chgData name="Tea Boon Chian" userId="ab84e6a5-2079-4f96-af03-c8dde00dcc75" providerId="ADAL" clId="{34C72852-7158-4463-AF52-42819474CE49}" dt="2023-12-12T10:13:54.693" v="2744" actId="47"/>
        <pc:sldMkLst>
          <pc:docMk/>
          <pc:sldMk cId="4251336005" sldId="297"/>
        </pc:sldMkLst>
      </pc:sldChg>
      <pc:sldChg chg="add del">
        <pc:chgData name="Tea Boon Chian" userId="ab84e6a5-2079-4f96-af03-c8dde00dcc75" providerId="ADAL" clId="{34C72852-7158-4463-AF52-42819474CE49}" dt="2023-12-12T09:51:14.252" v="555" actId="47"/>
        <pc:sldMkLst>
          <pc:docMk/>
          <pc:sldMk cId="667086548" sldId="298"/>
        </pc:sldMkLst>
      </pc:sldChg>
      <pc:sldChg chg="modSp add mod">
        <pc:chgData name="Tea Boon Chian" userId="ab84e6a5-2079-4f96-af03-c8dde00dcc75" providerId="ADAL" clId="{34C72852-7158-4463-AF52-42819474CE49}" dt="2023-12-14T16:32:27.925" v="6143" actId="20577"/>
        <pc:sldMkLst>
          <pc:docMk/>
          <pc:sldMk cId="923103170" sldId="298"/>
        </pc:sldMkLst>
        <pc:spChg chg="mod">
          <ac:chgData name="Tea Boon Chian" userId="ab84e6a5-2079-4f96-af03-c8dde00dcc75" providerId="ADAL" clId="{34C72852-7158-4463-AF52-42819474CE49}" dt="2023-12-14T16:32:27.925" v="6143" actId="20577"/>
          <ac:spMkLst>
            <pc:docMk/>
            <pc:sldMk cId="923103170" sldId="298"/>
            <ac:spMk id="2" creationId="{5C55BA55-1727-82AF-98DD-D0E26E859410}"/>
          </ac:spMkLst>
        </pc:spChg>
      </pc:sldChg>
      <pc:sldChg chg="modSp add mod">
        <pc:chgData name="Tea Boon Chian" userId="ab84e6a5-2079-4f96-af03-c8dde00dcc75" providerId="ADAL" clId="{34C72852-7158-4463-AF52-42819474CE49}" dt="2023-12-14T16:59:46.087" v="6942" actId="207"/>
        <pc:sldMkLst>
          <pc:docMk/>
          <pc:sldMk cId="248791045" sldId="299"/>
        </pc:sldMkLst>
        <pc:spChg chg="mod">
          <ac:chgData name="Tea Boon Chian" userId="ab84e6a5-2079-4f96-af03-c8dde00dcc75" providerId="ADAL" clId="{34C72852-7158-4463-AF52-42819474CE49}" dt="2023-12-14T16:54:43.688" v="6648" actId="207"/>
          <ac:spMkLst>
            <pc:docMk/>
            <pc:sldMk cId="248791045" sldId="299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6:59:46.087" v="6942" actId="207"/>
          <ac:spMkLst>
            <pc:docMk/>
            <pc:sldMk cId="248791045" sldId="299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4.388" v="556" actId="47"/>
        <pc:sldMkLst>
          <pc:docMk/>
          <pc:sldMk cId="1177070261" sldId="299"/>
        </pc:sldMkLst>
      </pc:sldChg>
      <pc:sldChg chg="add del">
        <pc:chgData name="Tea Boon Chian" userId="ab84e6a5-2079-4f96-af03-c8dde00dcc75" providerId="ADAL" clId="{34C72852-7158-4463-AF52-42819474CE49}" dt="2023-12-12T09:51:14.495" v="557" actId="47"/>
        <pc:sldMkLst>
          <pc:docMk/>
          <pc:sldMk cId="2443200979" sldId="300"/>
        </pc:sldMkLst>
      </pc:sldChg>
      <pc:sldChg chg="addSp modSp add mod">
        <pc:chgData name="Tea Boon Chian" userId="ab84e6a5-2079-4f96-af03-c8dde00dcc75" providerId="ADAL" clId="{34C72852-7158-4463-AF52-42819474CE49}" dt="2023-12-14T17:01:47.361" v="7128" actId="1076"/>
        <pc:sldMkLst>
          <pc:docMk/>
          <pc:sldMk cId="3463940762" sldId="300"/>
        </pc:sldMkLst>
        <pc:spChg chg="mod">
          <ac:chgData name="Tea Boon Chian" userId="ab84e6a5-2079-4f96-af03-c8dde00dcc75" providerId="ADAL" clId="{34C72852-7158-4463-AF52-42819474CE49}" dt="2023-12-14T16:59:49.868" v="6944"/>
          <ac:spMkLst>
            <pc:docMk/>
            <pc:sldMk cId="3463940762" sldId="300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7:01:20.059" v="7122" actId="20577"/>
          <ac:spMkLst>
            <pc:docMk/>
            <pc:sldMk cId="3463940762" sldId="300"/>
            <ac:spMk id="3" creationId="{F12E7423-6000-3D2B-9697-420FA8D76767}"/>
          </ac:spMkLst>
        </pc:spChg>
        <pc:picChg chg="add mod">
          <ac:chgData name="Tea Boon Chian" userId="ab84e6a5-2079-4f96-af03-c8dde00dcc75" providerId="ADAL" clId="{34C72852-7158-4463-AF52-42819474CE49}" dt="2023-12-14T17:01:47.361" v="7128" actId="1076"/>
          <ac:picMkLst>
            <pc:docMk/>
            <pc:sldMk cId="3463940762" sldId="300"/>
            <ac:picMk id="4" creationId="{DBD74166-D38C-9DE8-B395-7A5410987775}"/>
          </ac:picMkLst>
        </pc:picChg>
      </pc:sldChg>
      <pc:sldChg chg="addSp delSp modSp add mod">
        <pc:chgData name="Tea Boon Chian" userId="ab84e6a5-2079-4f96-af03-c8dde00dcc75" providerId="ADAL" clId="{34C72852-7158-4463-AF52-42819474CE49}" dt="2023-12-15T04:31:49.682" v="8216" actId="207"/>
        <pc:sldMkLst>
          <pc:docMk/>
          <pc:sldMk cId="856802632" sldId="301"/>
        </pc:sldMkLst>
        <pc:spChg chg="mod">
          <ac:chgData name="Tea Boon Chian" userId="ab84e6a5-2079-4f96-af03-c8dde00dcc75" providerId="ADAL" clId="{34C72852-7158-4463-AF52-42819474CE49}" dt="2023-12-15T04:31:49.682" v="8216" actId="207"/>
          <ac:spMkLst>
            <pc:docMk/>
            <pc:sldMk cId="856802632" sldId="301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4T17:10:16.056" v="7699" actId="20577"/>
          <ac:spMkLst>
            <pc:docMk/>
            <pc:sldMk cId="856802632" sldId="301"/>
            <ac:spMk id="3" creationId="{F12E7423-6000-3D2B-9697-420FA8D76767}"/>
          </ac:spMkLst>
        </pc:spChg>
        <pc:picChg chg="add mod">
          <ac:chgData name="Tea Boon Chian" userId="ab84e6a5-2079-4f96-af03-c8dde00dcc75" providerId="ADAL" clId="{34C72852-7158-4463-AF52-42819474CE49}" dt="2023-12-14T17:09:43.723" v="7687" actId="1076"/>
          <ac:picMkLst>
            <pc:docMk/>
            <pc:sldMk cId="856802632" sldId="301"/>
            <ac:picMk id="4" creationId="{8286D5F0-5090-0D3D-E6D5-4E0F2DC80974}"/>
          </ac:picMkLst>
        </pc:picChg>
        <pc:picChg chg="add del mod">
          <ac:chgData name="Tea Boon Chian" userId="ab84e6a5-2079-4f96-af03-c8dde00dcc75" providerId="ADAL" clId="{34C72852-7158-4463-AF52-42819474CE49}" dt="2023-12-14T17:10:02.723" v="7691"/>
          <ac:picMkLst>
            <pc:docMk/>
            <pc:sldMk cId="856802632" sldId="301"/>
            <ac:picMk id="5" creationId="{397B2410-E2C2-F7EF-91C5-4D1239CFC52E}"/>
          </ac:picMkLst>
        </pc:picChg>
      </pc:sldChg>
      <pc:sldChg chg="add del">
        <pc:chgData name="Tea Boon Chian" userId="ab84e6a5-2079-4f96-af03-c8dde00dcc75" providerId="ADAL" clId="{34C72852-7158-4463-AF52-42819474CE49}" dt="2023-12-12T09:51:14.625" v="558" actId="47"/>
        <pc:sldMkLst>
          <pc:docMk/>
          <pc:sldMk cId="3984064324" sldId="301"/>
        </pc:sldMkLst>
      </pc:sldChg>
      <pc:sldChg chg="modSp add mod">
        <pc:chgData name="Tea Boon Chian" userId="ab84e6a5-2079-4f96-af03-c8dde00dcc75" providerId="ADAL" clId="{34C72852-7158-4463-AF52-42819474CE49}" dt="2023-12-15T04:36:17.307" v="8576" actId="20577"/>
        <pc:sldMkLst>
          <pc:docMk/>
          <pc:sldMk cId="701587747" sldId="302"/>
        </pc:sldMkLst>
        <pc:spChg chg="mod">
          <ac:chgData name="Tea Boon Chian" userId="ab84e6a5-2079-4f96-af03-c8dde00dcc75" providerId="ADAL" clId="{34C72852-7158-4463-AF52-42819474CE49}" dt="2023-12-15T04:32:11.273" v="8228" actId="207"/>
          <ac:spMkLst>
            <pc:docMk/>
            <pc:sldMk cId="701587747" sldId="302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5T04:36:17.307" v="8576" actId="20577"/>
          <ac:spMkLst>
            <pc:docMk/>
            <pc:sldMk cId="701587747" sldId="302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4.741" v="559" actId="47"/>
        <pc:sldMkLst>
          <pc:docMk/>
          <pc:sldMk cId="2053422687" sldId="302"/>
        </pc:sldMkLst>
      </pc:sldChg>
      <pc:sldChg chg="addSp delSp modSp add mod">
        <pc:chgData name="Tea Boon Chian" userId="ab84e6a5-2079-4f96-af03-c8dde00dcc75" providerId="ADAL" clId="{34C72852-7158-4463-AF52-42819474CE49}" dt="2023-12-15T04:37:04.609" v="8609" actId="20577"/>
        <pc:sldMkLst>
          <pc:docMk/>
          <pc:sldMk cId="3391986223" sldId="303"/>
        </pc:sldMkLst>
        <pc:spChg chg="mod">
          <ac:chgData name="Tea Boon Chian" userId="ab84e6a5-2079-4f96-af03-c8dde00dcc75" providerId="ADAL" clId="{34C72852-7158-4463-AF52-42819474CE49}" dt="2023-12-15T04:32:16.804" v="8229" actId="207"/>
          <ac:spMkLst>
            <pc:docMk/>
            <pc:sldMk cId="3391986223" sldId="303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5T04:37:04.609" v="8609" actId="20577"/>
          <ac:spMkLst>
            <pc:docMk/>
            <pc:sldMk cId="3391986223" sldId="303"/>
            <ac:spMk id="3" creationId="{F12E7423-6000-3D2B-9697-420FA8D76767}"/>
          </ac:spMkLst>
        </pc:spChg>
        <pc:spChg chg="add del">
          <ac:chgData name="Tea Boon Chian" userId="ab84e6a5-2079-4f96-af03-c8dde00dcc75" providerId="ADAL" clId="{34C72852-7158-4463-AF52-42819474CE49}" dt="2023-12-15T04:32:05.992" v="8224"/>
          <ac:spMkLst>
            <pc:docMk/>
            <pc:sldMk cId="3391986223" sldId="303"/>
            <ac:spMk id="5" creationId="{52DF5CA7-061B-29AA-7117-9F0F889F96CC}"/>
          </ac:spMkLst>
        </pc:spChg>
      </pc:sldChg>
      <pc:sldChg chg="add del">
        <pc:chgData name="Tea Boon Chian" userId="ab84e6a5-2079-4f96-af03-c8dde00dcc75" providerId="ADAL" clId="{34C72852-7158-4463-AF52-42819474CE49}" dt="2023-12-12T09:51:14.865" v="560" actId="47"/>
        <pc:sldMkLst>
          <pc:docMk/>
          <pc:sldMk cId="3435616490" sldId="303"/>
        </pc:sldMkLst>
      </pc:sldChg>
      <pc:sldChg chg="modSp add mod">
        <pc:chgData name="Tea Boon Chian" userId="ab84e6a5-2079-4f96-af03-c8dde00dcc75" providerId="ADAL" clId="{34C72852-7158-4463-AF52-42819474CE49}" dt="2023-12-15T04:59:49.300" v="9197" actId="5793"/>
        <pc:sldMkLst>
          <pc:docMk/>
          <pc:sldMk cId="1998464181" sldId="304"/>
        </pc:sldMkLst>
        <pc:spChg chg="mod">
          <ac:chgData name="Tea Boon Chian" userId="ab84e6a5-2079-4f96-af03-c8dde00dcc75" providerId="ADAL" clId="{34C72852-7158-4463-AF52-42819474CE49}" dt="2023-12-15T04:47:36.481" v="8611"/>
          <ac:spMkLst>
            <pc:docMk/>
            <pc:sldMk cId="1998464181" sldId="304"/>
            <ac:spMk id="2" creationId="{5C55BA55-1727-82AF-98DD-D0E26E859410}"/>
          </ac:spMkLst>
        </pc:spChg>
        <pc:spChg chg="mod">
          <ac:chgData name="Tea Boon Chian" userId="ab84e6a5-2079-4f96-af03-c8dde00dcc75" providerId="ADAL" clId="{34C72852-7158-4463-AF52-42819474CE49}" dt="2023-12-15T04:59:49.300" v="9197" actId="5793"/>
          <ac:spMkLst>
            <pc:docMk/>
            <pc:sldMk cId="1998464181" sldId="304"/>
            <ac:spMk id="3" creationId="{F12E7423-6000-3D2B-9697-420FA8D76767}"/>
          </ac:spMkLst>
        </pc:spChg>
      </pc:sldChg>
      <pc:sldChg chg="add del">
        <pc:chgData name="Tea Boon Chian" userId="ab84e6a5-2079-4f96-af03-c8dde00dcc75" providerId="ADAL" clId="{34C72852-7158-4463-AF52-42819474CE49}" dt="2023-12-12T09:51:14.984" v="561" actId="47"/>
        <pc:sldMkLst>
          <pc:docMk/>
          <pc:sldMk cId="3944277435" sldId="304"/>
        </pc:sldMkLst>
      </pc:sldChg>
      <pc:sldChg chg="add del">
        <pc:chgData name="Tea Boon Chian" userId="ab84e6a5-2079-4f96-af03-c8dde00dcc75" providerId="ADAL" clId="{34C72852-7158-4463-AF52-42819474CE49}" dt="2023-12-12T09:51:15.108" v="562" actId="47"/>
        <pc:sldMkLst>
          <pc:docMk/>
          <pc:sldMk cId="1204158840" sldId="305"/>
        </pc:sldMkLst>
      </pc:sldChg>
      <pc:sldChg chg="add del">
        <pc:chgData name="Tea Boon Chian" userId="ab84e6a5-2079-4f96-af03-c8dde00dcc75" providerId="ADAL" clId="{34C72852-7158-4463-AF52-42819474CE49}" dt="2023-12-15T04:59:51.424" v="9198" actId="47"/>
        <pc:sldMkLst>
          <pc:docMk/>
          <pc:sldMk cId="2254036763" sldId="305"/>
        </pc:sldMkLst>
      </pc:sldChg>
      <pc:sldChg chg="add del">
        <pc:chgData name="Tea Boon Chian" userId="ab84e6a5-2079-4f96-af03-c8dde00dcc75" providerId="ADAL" clId="{34C72852-7158-4463-AF52-42819474CE49}" dt="2023-12-15T04:59:52.174" v="9199" actId="47"/>
        <pc:sldMkLst>
          <pc:docMk/>
          <pc:sldMk cId="4135333" sldId="306"/>
        </pc:sldMkLst>
      </pc:sldChg>
      <pc:sldChg chg="add del">
        <pc:chgData name="Tea Boon Chian" userId="ab84e6a5-2079-4f96-af03-c8dde00dcc75" providerId="ADAL" clId="{34C72852-7158-4463-AF52-42819474CE49}" dt="2023-12-12T09:51:15.233" v="563" actId="47"/>
        <pc:sldMkLst>
          <pc:docMk/>
          <pc:sldMk cId="3172286372" sldId="306"/>
        </pc:sldMkLst>
      </pc:sldChg>
      <pc:sldChg chg="add del">
        <pc:chgData name="Tea Boon Chian" userId="ab84e6a5-2079-4f96-af03-c8dde00dcc75" providerId="ADAL" clId="{34C72852-7158-4463-AF52-42819474CE49}" dt="2023-12-15T04:59:52.705" v="9200" actId="47"/>
        <pc:sldMkLst>
          <pc:docMk/>
          <pc:sldMk cId="378895377" sldId="307"/>
        </pc:sldMkLst>
      </pc:sldChg>
      <pc:sldChg chg="add del">
        <pc:chgData name="Tea Boon Chian" userId="ab84e6a5-2079-4f96-af03-c8dde00dcc75" providerId="ADAL" clId="{34C72852-7158-4463-AF52-42819474CE49}" dt="2023-12-12T09:51:15.363" v="564" actId="47"/>
        <pc:sldMkLst>
          <pc:docMk/>
          <pc:sldMk cId="718121749" sldId="307"/>
        </pc:sldMkLst>
      </pc:sldChg>
      <pc:sldChg chg="add del">
        <pc:chgData name="Tea Boon Chian" userId="ab84e6a5-2079-4f96-af03-c8dde00dcc75" providerId="ADAL" clId="{34C72852-7158-4463-AF52-42819474CE49}" dt="2023-12-15T04:59:53.127" v="9201" actId="47"/>
        <pc:sldMkLst>
          <pc:docMk/>
          <pc:sldMk cId="1120651374" sldId="308"/>
        </pc:sldMkLst>
      </pc:sldChg>
      <pc:sldChg chg="add del">
        <pc:chgData name="Tea Boon Chian" userId="ab84e6a5-2079-4f96-af03-c8dde00dcc75" providerId="ADAL" clId="{34C72852-7158-4463-AF52-42819474CE49}" dt="2023-12-12T09:51:15.480" v="565" actId="47"/>
        <pc:sldMkLst>
          <pc:docMk/>
          <pc:sldMk cId="3810658124" sldId="308"/>
        </pc:sldMkLst>
      </pc:sldChg>
      <pc:sldChg chg="add del">
        <pc:chgData name="Tea Boon Chian" userId="ab84e6a5-2079-4f96-af03-c8dde00dcc75" providerId="ADAL" clId="{34C72852-7158-4463-AF52-42819474CE49}" dt="2023-12-15T04:59:53.564" v="9202" actId="47"/>
        <pc:sldMkLst>
          <pc:docMk/>
          <pc:sldMk cId="3755513095" sldId="309"/>
        </pc:sldMkLst>
      </pc:sldChg>
      <pc:sldChg chg="add del">
        <pc:chgData name="Tea Boon Chian" userId="ab84e6a5-2079-4f96-af03-c8dde00dcc75" providerId="ADAL" clId="{34C72852-7158-4463-AF52-42819474CE49}" dt="2023-12-12T09:51:15.609" v="566" actId="47"/>
        <pc:sldMkLst>
          <pc:docMk/>
          <pc:sldMk cId="4089077836" sldId="309"/>
        </pc:sldMkLst>
      </pc:sldChg>
      <pc:sldChg chg="add del">
        <pc:chgData name="Tea Boon Chian" userId="ab84e6a5-2079-4f96-af03-c8dde00dcc75" providerId="ADAL" clId="{34C72852-7158-4463-AF52-42819474CE49}" dt="2023-12-12T09:51:15.719" v="567" actId="47"/>
        <pc:sldMkLst>
          <pc:docMk/>
          <pc:sldMk cId="1227049127" sldId="310"/>
        </pc:sldMkLst>
      </pc:sldChg>
      <pc:sldChg chg="modSp add mod">
        <pc:chgData name="Tea Boon Chian" userId="ab84e6a5-2079-4f96-af03-c8dde00dcc75" providerId="ADAL" clId="{34C72852-7158-4463-AF52-42819474CE49}" dt="2023-12-15T04:25:08.329" v="7700" actId="207"/>
        <pc:sldMkLst>
          <pc:docMk/>
          <pc:sldMk cId="1481001989" sldId="310"/>
        </pc:sldMkLst>
        <pc:spChg chg="mod">
          <ac:chgData name="Tea Boon Chian" userId="ab84e6a5-2079-4f96-af03-c8dde00dcc75" providerId="ADAL" clId="{34C72852-7158-4463-AF52-42819474CE49}" dt="2023-12-15T04:25:08.329" v="7700" actId="207"/>
          <ac:spMkLst>
            <pc:docMk/>
            <pc:sldMk cId="1481001989" sldId="310"/>
            <ac:spMk id="2" creationId="{5C55BA55-1727-82AF-98DD-D0E26E859410}"/>
          </ac:spMkLst>
        </pc:spChg>
      </pc:sldChg>
      <pc:sldChg chg="add del">
        <pc:chgData name="Tea Boon Chian" userId="ab84e6a5-2079-4f96-af03-c8dde00dcc75" providerId="ADAL" clId="{34C72852-7158-4463-AF52-42819474CE49}" dt="2023-12-12T09:51:15.851" v="568" actId="47"/>
        <pc:sldMkLst>
          <pc:docMk/>
          <pc:sldMk cId="723859043" sldId="311"/>
        </pc:sldMkLst>
      </pc:sldChg>
      <pc:sldChg chg="add del">
        <pc:chgData name="Tea Boon Chian" userId="ab84e6a5-2079-4f96-af03-c8dde00dcc75" providerId="ADAL" clId="{34C72852-7158-4463-AF52-42819474CE49}" dt="2023-12-12T09:51:15.955" v="569" actId="47"/>
        <pc:sldMkLst>
          <pc:docMk/>
          <pc:sldMk cId="1378168902" sldId="312"/>
        </pc:sldMkLst>
      </pc:sldChg>
      <pc:sldChg chg="add del">
        <pc:chgData name="Tea Boon Chian" userId="ab84e6a5-2079-4f96-af03-c8dde00dcc75" providerId="ADAL" clId="{34C72852-7158-4463-AF52-42819474CE49}" dt="2023-12-12T09:51:16.067" v="570" actId="47"/>
        <pc:sldMkLst>
          <pc:docMk/>
          <pc:sldMk cId="4076888193" sldId="313"/>
        </pc:sldMkLst>
      </pc:sldChg>
      <pc:sldChg chg="add del">
        <pc:chgData name="Tea Boon Chian" userId="ab84e6a5-2079-4f96-af03-c8dde00dcc75" providerId="ADAL" clId="{34C72852-7158-4463-AF52-42819474CE49}" dt="2023-12-12T09:51:16.784" v="571" actId="47"/>
        <pc:sldMkLst>
          <pc:docMk/>
          <pc:sldMk cId="3449951572" sldId="3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3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4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C33F3CA-C7E3-432D-9282-18F13836509A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12/26/2023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5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12/26/2023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1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12/26/2023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1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12/26/2023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3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12/26/2023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12/26/2023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12/26/2023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0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12/26/2023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12/26/2023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5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FC81-1C9F-0178-9C63-393F67C47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2400474"/>
            <a:ext cx="5555624" cy="2785952"/>
          </a:xfrm>
        </p:spPr>
        <p:txBody>
          <a:bodyPr anchor="t">
            <a:normAutofit/>
          </a:bodyPr>
          <a:lstStyle/>
          <a:p>
            <a:pPr algn="l"/>
            <a:r>
              <a:rPr lang="en-MY" sz="4800" b="1" dirty="0">
                <a:solidFill>
                  <a:schemeClr val="tx1"/>
                </a:solidFill>
              </a:rPr>
              <a:t>Modern </a:t>
            </a:r>
            <a:br>
              <a:rPr lang="en-MY" sz="4800" b="1" dirty="0">
                <a:solidFill>
                  <a:schemeClr val="tx1"/>
                </a:solidFill>
              </a:rPr>
            </a:br>
            <a:r>
              <a:rPr lang="en-MY" sz="4800" b="1" dirty="0">
                <a:solidFill>
                  <a:schemeClr val="tx1"/>
                </a:solidFill>
              </a:rPr>
              <a:t>Asymmetric-Key </a:t>
            </a:r>
            <a:br>
              <a:rPr lang="en-MY" sz="4800" b="1" dirty="0">
                <a:solidFill>
                  <a:schemeClr val="tx1"/>
                </a:solidFill>
              </a:rPr>
            </a:br>
            <a:r>
              <a:rPr lang="en-MY" sz="4800" b="1" dirty="0">
                <a:solidFill>
                  <a:schemeClr val="tx1"/>
                </a:solidFill>
              </a:rPr>
              <a:t>Ciphers:</a:t>
            </a:r>
            <a:br>
              <a:rPr lang="en-MY" sz="4800" b="1" dirty="0">
                <a:solidFill>
                  <a:schemeClr val="tx1"/>
                </a:solidFill>
              </a:rPr>
            </a:br>
            <a:r>
              <a:rPr lang="en-MY" sz="4800" b="1" dirty="0">
                <a:solidFill>
                  <a:schemeClr val="tx1"/>
                </a:solidFill>
              </a:rPr>
              <a:t>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54A20-FFC1-AF16-B01A-C451F3307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725466"/>
            <a:ext cx="5555624" cy="1619158"/>
          </a:xfrm>
        </p:spPr>
        <p:txBody>
          <a:bodyPr anchor="b">
            <a:normAutofit/>
          </a:bodyPr>
          <a:lstStyle/>
          <a:p>
            <a:pPr algn="l"/>
            <a:r>
              <a:rPr lang="en-MY" sz="4800" b="1" dirty="0">
                <a:solidFill>
                  <a:srgbClr val="FF0000"/>
                </a:solidFill>
              </a:rPr>
              <a:t>CHAPTER 8</a:t>
            </a:r>
          </a:p>
        </p:txBody>
      </p:sp>
      <p:pic>
        <p:nvPicPr>
          <p:cNvPr id="1026" name="Picture 2" descr="What Is Asymmetric Encryption &amp; How Does It Work? - InfoSec Insights">
            <a:extLst>
              <a:ext uri="{FF2B5EF4-FFF2-40B4-BE49-F238E27FC236}">
                <a16:creationId xmlns:a16="http://schemas.microsoft.com/office/drawing/2014/main" id="{1253DA26-3E34-5633-F2C0-23A25713CA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" r="-1" b="9083"/>
          <a:stretch/>
        </p:blipFill>
        <p:spPr bwMode="auto">
          <a:xfrm>
            <a:off x="5363511" y="1535045"/>
            <a:ext cx="6635962" cy="373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5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84632"/>
            <a:ext cx="10213848" cy="1609344"/>
          </a:xfrm>
        </p:spPr>
        <p:txBody>
          <a:bodyPr/>
          <a:lstStyle/>
          <a:p>
            <a:r>
              <a:rPr lang="en-MY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MY" sz="2800" dirty="0"/>
              <a:t>Asymmetric-Key (Public-Key) Cryptography vs Symmetric-Key (Private-Key) Cryptography.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MY" sz="2800" dirty="0"/>
              <a:t>Principles in Asymmetric-Key Cryptography Design.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MY" sz="2800" dirty="0"/>
              <a:t>Trapdoor One-Way Function.</a:t>
            </a:r>
          </a:p>
        </p:txBody>
      </p:sp>
    </p:spTree>
    <p:extLst>
      <p:ext uri="{BB962C8B-B14F-4D97-AF65-F5344CB8AC3E}">
        <p14:creationId xmlns:p14="http://schemas.microsoft.com/office/powerpoint/2010/main" val="3210867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Learning Objectives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MY" sz="2400" b="1" dirty="0"/>
              <a:t>In the end of this Chapter 8, 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and differentiate between </a:t>
            </a:r>
            <a:r>
              <a:rPr lang="en-MY" sz="2400" b="1" dirty="0">
                <a:solidFill>
                  <a:srgbClr val="FF0000"/>
                </a:solidFill>
              </a:rPr>
              <a:t>symmetric-key (private-key)</a:t>
            </a:r>
            <a:r>
              <a:rPr lang="en-MY" sz="2400" b="1" dirty="0">
                <a:solidFill>
                  <a:srgbClr val="FFFF00"/>
                </a:solidFill>
              </a:rPr>
              <a:t> </a:t>
            </a:r>
            <a:r>
              <a:rPr lang="en-MY" sz="2400" dirty="0"/>
              <a:t>cryptography and </a:t>
            </a:r>
            <a:r>
              <a:rPr lang="en-MY" sz="2400" b="1" dirty="0">
                <a:solidFill>
                  <a:srgbClr val="FF0000"/>
                </a:solidFill>
              </a:rPr>
              <a:t>asymmetric-key (public-key) </a:t>
            </a:r>
            <a:r>
              <a:rPr lang="en-MY" sz="2400" dirty="0"/>
              <a:t>cryptography.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the </a:t>
            </a:r>
            <a:r>
              <a:rPr lang="en-MY" sz="2400" b="1" dirty="0">
                <a:solidFill>
                  <a:srgbClr val="FF0000"/>
                </a:solidFill>
              </a:rPr>
              <a:t>principles</a:t>
            </a:r>
            <a:r>
              <a:rPr lang="en-MY" sz="2400" dirty="0"/>
              <a:t> in designing public-key cryptography and its application with respect to different security objectives.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understand the </a:t>
            </a:r>
            <a:r>
              <a:rPr lang="en-MY" sz="2400" b="1" dirty="0">
                <a:solidFill>
                  <a:srgbClr val="FF0000"/>
                </a:solidFill>
              </a:rPr>
              <a:t>trapdoor one-way function </a:t>
            </a:r>
            <a:r>
              <a:rPr lang="en-MY" sz="2400" dirty="0"/>
              <a:t>and its importance to public-key cryptography.</a:t>
            </a:r>
          </a:p>
        </p:txBody>
      </p:sp>
    </p:spTree>
    <p:extLst>
      <p:ext uri="{BB962C8B-B14F-4D97-AF65-F5344CB8AC3E}">
        <p14:creationId xmlns:p14="http://schemas.microsoft.com/office/powerpoint/2010/main" val="3778025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6124452"/>
          </a:xfrm>
        </p:spPr>
        <p:txBody>
          <a:bodyPr>
            <a:normAutofit/>
          </a:bodyPr>
          <a:lstStyle/>
          <a:p>
            <a:pPr algn="ctr"/>
            <a:r>
              <a:rPr lang="en-MY" sz="6000" dirty="0">
                <a:solidFill>
                  <a:srgbClr val="0000FF"/>
                </a:solidFill>
              </a:rPr>
              <a:t>Asymmetric</a:t>
            </a:r>
            <a:r>
              <a:rPr lang="en-MY" sz="6000" dirty="0"/>
              <a:t>-Key Cryptography</a:t>
            </a:r>
            <a:br>
              <a:rPr lang="en-MY" sz="6000" dirty="0"/>
            </a:br>
            <a:r>
              <a:rPr lang="en-MY" sz="6000" dirty="0"/>
              <a:t>vs</a:t>
            </a:r>
            <a:br>
              <a:rPr lang="en-MY" sz="6000" dirty="0"/>
            </a:br>
            <a:r>
              <a:rPr lang="en-MY" sz="6000" dirty="0">
                <a:solidFill>
                  <a:srgbClr val="FF0000"/>
                </a:solidFill>
              </a:rPr>
              <a:t>Symmetric</a:t>
            </a:r>
            <a:r>
              <a:rPr lang="en-MY" sz="6000" dirty="0"/>
              <a:t>-Key Cryptography</a:t>
            </a:r>
          </a:p>
        </p:txBody>
      </p:sp>
    </p:spTree>
    <p:extLst>
      <p:ext uri="{BB962C8B-B14F-4D97-AF65-F5344CB8AC3E}">
        <p14:creationId xmlns:p14="http://schemas.microsoft.com/office/powerpoint/2010/main" val="19466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FF0000"/>
                </a:solidFill>
              </a:rPr>
              <a:t>Symmetric</a:t>
            </a:r>
            <a:r>
              <a:rPr lang="en-MY" dirty="0"/>
              <a:t>-Key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MY" sz="2200" dirty="0"/>
              <a:t>Recall that in symmetric-key cryptography, it </a:t>
            </a:r>
            <a:r>
              <a:rPr lang="en-MY" sz="2200" b="1" dirty="0">
                <a:solidFill>
                  <a:srgbClr val="0000FF"/>
                </a:solidFill>
              </a:rPr>
              <a:t>uses one private key </a:t>
            </a:r>
            <a:r>
              <a:rPr lang="en-MY" sz="2200" dirty="0"/>
              <a:t>in encryption and decryption operations. </a:t>
            </a:r>
          </a:p>
          <a:p>
            <a:pPr algn="just">
              <a:lnSpc>
                <a:spcPct val="100000"/>
              </a:lnSpc>
            </a:pPr>
            <a:r>
              <a:rPr lang="en-MY" sz="2200" dirty="0"/>
              <a:t>This </a:t>
            </a:r>
            <a:r>
              <a:rPr lang="en-MY" sz="2200" b="1" dirty="0">
                <a:solidFill>
                  <a:srgbClr val="00B050"/>
                </a:solidFill>
              </a:rPr>
              <a:t>same private key </a:t>
            </a:r>
            <a:r>
              <a:rPr lang="en-MY" sz="2200" dirty="0"/>
              <a:t>(hence </a:t>
            </a:r>
            <a:r>
              <a:rPr lang="en-MY" sz="2200" b="1" dirty="0">
                <a:solidFill>
                  <a:srgbClr val="00B050"/>
                </a:solidFill>
              </a:rPr>
              <a:t>symmetric</a:t>
            </a:r>
            <a:r>
              <a:rPr lang="en-MY" sz="2200" dirty="0"/>
              <a:t>) is shared between the sender and the receiver. If this key is disclosed to the attacker, hence the cryptosystem is compromised.</a:t>
            </a:r>
          </a:p>
          <a:p>
            <a:pPr algn="just">
              <a:lnSpc>
                <a:spcPct val="100000"/>
              </a:lnSpc>
            </a:pPr>
            <a:r>
              <a:rPr lang="en-MY" sz="2200" dirty="0"/>
              <a:t>It has been implemented from ancient to modern times (including current time), in both the block and stream ciphers via substitution and/or permutation (transposition).</a:t>
            </a:r>
          </a:p>
          <a:p>
            <a:pPr algn="just">
              <a:lnSpc>
                <a:spcPct val="100000"/>
              </a:lnSpc>
            </a:pPr>
            <a:r>
              <a:rPr lang="en-MY" sz="2200" dirty="0"/>
              <a:t>This symmetric-key cryptography </a:t>
            </a:r>
            <a:r>
              <a:rPr lang="en-MY" sz="2200" b="1" dirty="0">
                <a:solidFill>
                  <a:srgbClr val="FF0000"/>
                </a:solidFill>
              </a:rPr>
              <a:t>DOES NOT </a:t>
            </a:r>
            <a:r>
              <a:rPr lang="en-MY" sz="2200" dirty="0"/>
              <a:t>protect the </a:t>
            </a:r>
            <a:r>
              <a:rPr lang="en-MY" sz="2200" b="1" dirty="0">
                <a:solidFill>
                  <a:srgbClr val="7030A0"/>
                </a:solidFill>
              </a:rPr>
              <a:t>integrity</a:t>
            </a:r>
            <a:r>
              <a:rPr lang="en-MY" sz="2200" dirty="0"/>
              <a:t> and </a:t>
            </a:r>
            <a:r>
              <a:rPr lang="en-MY" sz="2200" b="1" dirty="0">
                <a:solidFill>
                  <a:srgbClr val="7030A0"/>
                </a:solidFill>
              </a:rPr>
              <a:t>non-repudiation</a:t>
            </a:r>
            <a:r>
              <a:rPr lang="en-MY" sz="2200" dirty="0"/>
              <a:t> properties in security.</a:t>
            </a:r>
          </a:p>
        </p:txBody>
      </p:sp>
    </p:spTree>
    <p:extLst>
      <p:ext uri="{BB962C8B-B14F-4D97-AF65-F5344CB8AC3E}">
        <p14:creationId xmlns:p14="http://schemas.microsoft.com/office/powerpoint/2010/main" val="193005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rgbClr val="0000FF"/>
                </a:solidFill>
              </a:rPr>
              <a:t>Asymmetric</a:t>
            </a:r>
            <a:r>
              <a:rPr lang="en-MY" dirty="0"/>
              <a:t>-Key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MY" sz="2200" dirty="0"/>
              <a:t>In contrast to symmetric-key cryptography, asymmetric-key cryptography uses </a:t>
            </a:r>
            <a:r>
              <a:rPr lang="en-MY" sz="2200" b="1" dirty="0">
                <a:solidFill>
                  <a:srgbClr val="0000FF"/>
                </a:solidFill>
              </a:rPr>
              <a:t>two different keys </a:t>
            </a:r>
            <a:r>
              <a:rPr lang="en-MY" sz="2200" dirty="0"/>
              <a:t>(</a:t>
            </a:r>
            <a:r>
              <a:rPr lang="en-MY" sz="2200" b="1" dirty="0">
                <a:solidFill>
                  <a:srgbClr val="00B050"/>
                </a:solidFill>
              </a:rPr>
              <a:t>one public key </a:t>
            </a:r>
            <a:r>
              <a:rPr lang="en-MY" sz="2200" dirty="0"/>
              <a:t>and </a:t>
            </a:r>
            <a:r>
              <a:rPr lang="en-MY" sz="2200" b="1" dirty="0">
                <a:solidFill>
                  <a:srgbClr val="00B050"/>
                </a:solidFill>
              </a:rPr>
              <a:t>one private key</a:t>
            </a:r>
            <a:r>
              <a:rPr lang="en-MY" sz="2200" dirty="0"/>
              <a:t>, hence </a:t>
            </a:r>
            <a:r>
              <a:rPr lang="en-MY" sz="2200" b="1" dirty="0">
                <a:solidFill>
                  <a:srgbClr val="00B050"/>
                </a:solidFill>
              </a:rPr>
              <a:t>asymmetric</a:t>
            </a:r>
            <a:r>
              <a:rPr lang="en-MY" sz="2200" dirty="0"/>
              <a:t>) in encryption and decryption operations, respectively.</a:t>
            </a:r>
          </a:p>
          <a:p>
            <a:pPr algn="just">
              <a:lnSpc>
                <a:spcPct val="100000"/>
              </a:lnSpc>
            </a:pPr>
            <a:r>
              <a:rPr lang="en-MY" sz="2200" dirty="0"/>
              <a:t>Anyone can obtain such public key for encryption or verifying purposes, but can </a:t>
            </a:r>
            <a:r>
              <a:rPr lang="en-MY" sz="2200" b="1" dirty="0">
                <a:solidFill>
                  <a:srgbClr val="FF0000"/>
                </a:solidFill>
              </a:rPr>
              <a:t>NEVER</a:t>
            </a:r>
            <a:r>
              <a:rPr lang="en-MY" sz="2200" dirty="0"/>
              <a:t> able to decrypt or sign the message without the corresponding private key.</a:t>
            </a:r>
          </a:p>
          <a:p>
            <a:pPr algn="just">
              <a:lnSpc>
                <a:spcPct val="100000"/>
              </a:lnSpc>
            </a:pPr>
            <a:r>
              <a:rPr lang="en-MY" sz="2200" dirty="0"/>
              <a:t>It is probably the most significant advancement in the 3000 years of history of cryptography through the </a:t>
            </a:r>
            <a:r>
              <a:rPr lang="en-MY" sz="2200" b="1" dirty="0">
                <a:solidFill>
                  <a:srgbClr val="0000FF"/>
                </a:solidFill>
              </a:rPr>
              <a:t>clever application of number theory</a:t>
            </a:r>
            <a:r>
              <a:rPr lang="en-MY" sz="2200" dirty="0"/>
              <a:t>. </a:t>
            </a:r>
          </a:p>
          <a:p>
            <a:pPr algn="just">
              <a:lnSpc>
                <a:spcPct val="100000"/>
              </a:lnSpc>
            </a:pPr>
            <a:r>
              <a:rPr lang="en-MY" sz="2200" dirty="0"/>
              <a:t>It </a:t>
            </a:r>
            <a:r>
              <a:rPr lang="en-MY" sz="2200" b="1" dirty="0">
                <a:solidFill>
                  <a:srgbClr val="002060"/>
                </a:solidFill>
              </a:rPr>
              <a:t>complements rather than replaces</a:t>
            </a:r>
            <a:r>
              <a:rPr lang="en-MY" sz="2200" dirty="0">
                <a:solidFill>
                  <a:srgbClr val="002060"/>
                </a:solidFill>
              </a:rPr>
              <a:t> </a:t>
            </a:r>
            <a:r>
              <a:rPr lang="en-MY" sz="2200" dirty="0"/>
              <a:t>symmetric-key cryptography.</a:t>
            </a:r>
          </a:p>
        </p:txBody>
      </p:sp>
    </p:spTree>
    <p:extLst>
      <p:ext uri="{BB962C8B-B14F-4D97-AF65-F5344CB8AC3E}">
        <p14:creationId xmlns:p14="http://schemas.microsoft.com/office/powerpoint/2010/main" val="889339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6124452"/>
          </a:xfrm>
        </p:spPr>
        <p:txBody>
          <a:bodyPr>
            <a:normAutofit/>
          </a:bodyPr>
          <a:lstStyle/>
          <a:p>
            <a:pPr algn="ctr"/>
            <a:r>
              <a:rPr lang="en-MY" sz="6000" dirty="0">
                <a:solidFill>
                  <a:srgbClr val="0000FF"/>
                </a:solidFill>
              </a:rPr>
              <a:t>Asymmetric</a:t>
            </a:r>
            <a:r>
              <a:rPr lang="en-MY" sz="6000" dirty="0"/>
              <a:t>-Key Cryptography:</a:t>
            </a:r>
            <a:br>
              <a:rPr lang="en-MY" sz="6000" dirty="0"/>
            </a:br>
            <a:r>
              <a:rPr lang="en-MY" sz="6000" dirty="0">
                <a:solidFill>
                  <a:srgbClr val="FF0000"/>
                </a:solidFill>
              </a:rPr>
              <a:t>basic concepts</a:t>
            </a:r>
            <a:r>
              <a:rPr lang="en-MY" sz="6000" dirty="0"/>
              <a:t> </a:t>
            </a:r>
            <a:br>
              <a:rPr lang="en-MY" sz="6000" dirty="0"/>
            </a:br>
            <a:r>
              <a:rPr lang="en-MY" sz="6000" dirty="0"/>
              <a:t>&amp; </a:t>
            </a:r>
            <a:br>
              <a:rPr lang="en-MY" sz="6000" dirty="0"/>
            </a:br>
            <a:r>
              <a:rPr lang="en-MY" sz="6000" dirty="0">
                <a:solidFill>
                  <a:srgbClr val="00B050"/>
                </a:solidFill>
              </a:rPr>
              <a:t>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92310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0000FF"/>
                </a:solidFill>
              </a:rPr>
              <a:t>Asymmetric</a:t>
            </a:r>
            <a:r>
              <a:rPr lang="en-MY" dirty="0"/>
              <a:t>-Key Cryptography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200" dirty="0"/>
              <a:t>Why public-key cryptography is </a:t>
            </a:r>
            <a:r>
              <a:rPr lang="en-MY" sz="2200" b="1" dirty="0">
                <a:solidFill>
                  <a:srgbClr val="FF0000"/>
                </a:solidFill>
              </a:rPr>
              <a:t>important </a:t>
            </a:r>
            <a:r>
              <a:rPr lang="en-MY" sz="2200" dirty="0"/>
              <a:t>(Why do we need it)?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MY" sz="2200" dirty="0"/>
              <a:t>It is developed to address </a:t>
            </a:r>
            <a:r>
              <a:rPr lang="en-MY" sz="2200" b="1" dirty="0">
                <a:solidFill>
                  <a:srgbClr val="0000FF"/>
                </a:solidFill>
              </a:rPr>
              <a:t>two key issues</a:t>
            </a:r>
            <a:r>
              <a:rPr lang="en-MY" sz="2200" dirty="0"/>
              <a:t> associated with symmetric cryptography.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B050"/>
                </a:solidFill>
              </a:rPr>
              <a:t>Key Distribution Problem</a:t>
            </a:r>
            <a:r>
              <a:rPr lang="en-MY" sz="2200" dirty="0"/>
              <a:t>. </a:t>
            </a:r>
            <a:r>
              <a:rPr lang="en-US" sz="2200" dirty="0"/>
              <a:t>To establish a secure communication in general without having to trust a Key Distribution Center.</a:t>
            </a:r>
          </a:p>
          <a:p>
            <a:pPr marL="731520" lvl="1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00B050"/>
                </a:solidFill>
              </a:rPr>
              <a:t>Message Integrity</a:t>
            </a:r>
            <a:r>
              <a:rPr lang="en-US" sz="2200" dirty="0"/>
              <a:t>. To verify a message that comes intact from the claimed sender.</a:t>
            </a:r>
            <a:endParaRPr lang="en-MY" sz="2200" dirty="0"/>
          </a:p>
          <a:p>
            <a:pPr algn="just"/>
            <a:r>
              <a:rPr lang="en-MY" sz="2200" dirty="0"/>
              <a:t>The very first practical public-key cryptosystem was published by Whitfield Diffie and Martin Hellman in 1976, which realized the idea of </a:t>
            </a:r>
            <a:r>
              <a:rPr lang="en-MY" sz="2200" b="1" dirty="0">
                <a:solidFill>
                  <a:srgbClr val="7030A0"/>
                </a:solidFill>
              </a:rPr>
              <a:t>Key Distribution </a:t>
            </a:r>
            <a:r>
              <a:rPr lang="en-MY" sz="2200" dirty="0"/>
              <a:t>(named the </a:t>
            </a:r>
            <a:r>
              <a:rPr lang="en-MY" sz="2200" b="1" dirty="0">
                <a:solidFill>
                  <a:srgbClr val="FF0000"/>
                </a:solidFill>
              </a:rPr>
              <a:t>Diffie-Hellman Key Exchange</a:t>
            </a:r>
            <a:r>
              <a:rPr lang="en-MY" sz="2200" dirty="0"/>
              <a:t>, </a:t>
            </a:r>
            <a:r>
              <a:rPr lang="en-MY" sz="2200" b="1" dirty="0">
                <a:solidFill>
                  <a:srgbClr val="FF0000"/>
                </a:solidFill>
              </a:rPr>
              <a:t>DHKE</a:t>
            </a:r>
            <a:r>
              <a:rPr lang="en-MY" sz="2200" dirty="0"/>
              <a:t>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MY" sz="2200" dirty="0"/>
          </a:p>
          <a:p>
            <a:pPr algn="just">
              <a:buFont typeface="Wingdings" panose="05000000000000000000" pitchFamily="2" charset="2"/>
              <a:buChar char="Ø"/>
            </a:pPr>
            <a:endParaRPr lang="en-MY" sz="2200" dirty="0"/>
          </a:p>
          <a:p>
            <a:pPr algn="just">
              <a:buFont typeface="Wingdings" panose="05000000000000000000" pitchFamily="2" charset="2"/>
              <a:buChar char="Ø"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232642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FF0000"/>
                </a:solidFill>
              </a:rPr>
              <a:t>basic concepts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dirty="0"/>
                  <a:t>As we have seen it many times, asymmetric-key cryptography uses two different keys: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b="1" dirty="0">
                    <a:solidFill>
                      <a:srgbClr val="00B0F0"/>
                    </a:solidFill>
                  </a:rPr>
                  <a:t>Public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MY" sz="24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𝐏𝐮𝐛</m:t>
                            </m:r>
                          </m:sub>
                        </m:sSub>
                      </m:e>
                    </m:d>
                  </m:oMath>
                </a14:m>
                <a:r>
                  <a:rPr lang="en-MY" sz="2400" dirty="0"/>
                  <a:t>: to </a:t>
                </a:r>
                <a:r>
                  <a:rPr lang="en-MY" sz="2400" b="1" dirty="0">
                    <a:solidFill>
                      <a:srgbClr val="7030A0"/>
                    </a:solidFill>
                  </a:rPr>
                  <a:t>encrypt</a:t>
                </a:r>
                <a:r>
                  <a:rPr lang="en-MY" sz="2400" dirty="0"/>
                  <a:t> plaintext or to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verify</a:t>
                </a:r>
                <a:r>
                  <a:rPr lang="en-MY" sz="2400" dirty="0"/>
                  <a:t> signature.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400" b="1" dirty="0">
                    <a:solidFill>
                      <a:srgbClr val="00B050"/>
                    </a:solidFill>
                  </a:rPr>
                  <a:t>Private key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en-MY" sz="2400" b="1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𝐏</m:t>
                            </m:r>
                            <m:r>
                              <a:rPr lang="en-MY" sz="2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𝐫𝐯</m:t>
                            </m:r>
                          </m:sub>
                        </m:sSub>
                      </m:e>
                    </m:d>
                    <m:r>
                      <a:rPr lang="en-MY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sz="2400" dirty="0"/>
                  <a:t>: to </a:t>
                </a:r>
                <a:r>
                  <a:rPr lang="en-MY" sz="2400" b="1" dirty="0">
                    <a:solidFill>
                      <a:srgbClr val="7030A0"/>
                    </a:solidFill>
                  </a:rPr>
                  <a:t>decrypt</a:t>
                </a:r>
                <a:r>
                  <a:rPr lang="en-MY" sz="2400" dirty="0"/>
                  <a:t> ciphertext or to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sign</a:t>
                </a:r>
                <a:r>
                  <a:rPr lang="en-MY" sz="2400" dirty="0"/>
                  <a:t> message.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400" dirty="0"/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MY" sz="2400" dirty="0"/>
                  <a:t>In other words, once the plaintext is encrypted or a signature is produced, only the other user who possesses the counterpart can decrypt the ciphertext or verify the signature.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256" r="-90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249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FF0000"/>
                </a:solidFill>
              </a:rPr>
              <a:t>basic concepts</a:t>
            </a:r>
            <a:endParaRPr lang="en-MY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6E5C6B8B-DE97-5E92-320E-D724AB278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3752" y="1861575"/>
            <a:ext cx="10058400" cy="409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6005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FF0000"/>
                </a:solidFill>
              </a:rPr>
              <a:t>basic concepts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400" dirty="0"/>
              <a:t>Unlike symmetric-key cryptography that applies to </a:t>
            </a:r>
            <a:r>
              <a:rPr lang="en-MY" sz="2400" b="1" dirty="0">
                <a:solidFill>
                  <a:srgbClr val="0000FF"/>
                </a:solidFill>
              </a:rPr>
              <a:t>any forms of plaintext</a:t>
            </a:r>
            <a:r>
              <a:rPr lang="en-MY" sz="2400" dirty="0"/>
              <a:t> (alphabets, bits, bytes, hexadecimals, etc.), the plaintext and ciphertext are treated as </a:t>
            </a:r>
            <a:r>
              <a:rPr lang="en-MY" sz="2400" b="1" dirty="0">
                <a:solidFill>
                  <a:srgbClr val="00B050"/>
                </a:solidFill>
              </a:rPr>
              <a:t>integers</a:t>
            </a:r>
            <a:r>
              <a:rPr lang="en-MY" sz="2400" dirty="0"/>
              <a:t> (decimals) in asymmetric-key cryptography.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MY" sz="2400" dirty="0"/>
              <a:t>Hence, plaintext and ciphertext must be </a:t>
            </a:r>
            <a:r>
              <a:rPr lang="en-MY" sz="2400" b="1" dirty="0">
                <a:solidFill>
                  <a:srgbClr val="0070C0"/>
                </a:solidFill>
              </a:rPr>
              <a:t>encoded into integers </a:t>
            </a:r>
            <a:r>
              <a:rPr lang="en-MY" sz="2400" dirty="0"/>
              <a:t>before encryption and decryption, respectively. </a:t>
            </a:r>
          </a:p>
        </p:txBody>
      </p:sp>
    </p:spTree>
    <p:extLst>
      <p:ext uri="{BB962C8B-B14F-4D97-AF65-F5344CB8AC3E}">
        <p14:creationId xmlns:p14="http://schemas.microsoft.com/office/powerpoint/2010/main" val="3715149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00B050"/>
                </a:solidFill>
              </a:rPr>
              <a:t>Design principles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MY" sz="2400" dirty="0"/>
              <a:t>The </a:t>
            </a:r>
            <a:r>
              <a:rPr lang="en-MY" sz="2400" b="1" dirty="0">
                <a:solidFill>
                  <a:srgbClr val="FF0000"/>
                </a:solidFill>
              </a:rPr>
              <a:t>design principles </a:t>
            </a:r>
            <a:r>
              <a:rPr lang="en-MY" sz="2400" dirty="0"/>
              <a:t>of asymmetric-key cryptography rely on the following security objectives: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provide </a:t>
            </a:r>
            <a:r>
              <a:rPr lang="en-MY" sz="2400" b="1" dirty="0">
                <a:solidFill>
                  <a:srgbClr val="0000FF"/>
                </a:solidFill>
              </a:rPr>
              <a:t>confidentiality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200" dirty="0"/>
              <a:t>The </a:t>
            </a:r>
            <a:r>
              <a:rPr lang="en-MY" sz="2200" b="1" dirty="0">
                <a:solidFill>
                  <a:srgbClr val="7030A0"/>
                </a:solidFill>
              </a:rPr>
              <a:t>key pair</a:t>
            </a:r>
            <a:r>
              <a:rPr lang="en-MY" sz="2200" dirty="0"/>
              <a:t> is generated by </a:t>
            </a:r>
            <a:r>
              <a:rPr lang="en-MY" sz="2200" b="1" dirty="0">
                <a:solidFill>
                  <a:srgbClr val="00B050"/>
                </a:solidFill>
              </a:rPr>
              <a:t>the receiver</a:t>
            </a:r>
            <a:r>
              <a:rPr lang="en-MY" sz="2200" dirty="0"/>
              <a:t>, with private key known only to receiver while public key is known to everyone.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provide </a:t>
            </a:r>
            <a:r>
              <a:rPr lang="en-MY" sz="2400" b="1" dirty="0">
                <a:solidFill>
                  <a:srgbClr val="C00000"/>
                </a:solidFill>
              </a:rPr>
              <a:t>authentication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200" dirty="0"/>
              <a:t>The </a:t>
            </a:r>
            <a:r>
              <a:rPr lang="en-MY" sz="2200" b="1" dirty="0">
                <a:solidFill>
                  <a:srgbClr val="7030A0"/>
                </a:solidFill>
              </a:rPr>
              <a:t>key pair</a:t>
            </a:r>
            <a:r>
              <a:rPr lang="en-MY" sz="2200" dirty="0"/>
              <a:t> is generated by </a:t>
            </a:r>
            <a:r>
              <a:rPr lang="en-MY" sz="2200" b="1" dirty="0">
                <a:solidFill>
                  <a:srgbClr val="00B050"/>
                </a:solidFill>
              </a:rPr>
              <a:t>the sender</a:t>
            </a:r>
            <a:r>
              <a:rPr lang="en-MY" sz="2200" dirty="0"/>
              <a:t>, with private key known only to sender while public key is known to everyone.</a:t>
            </a:r>
            <a:endParaRPr lang="en-MY" sz="22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To provide both </a:t>
            </a:r>
            <a:r>
              <a:rPr lang="en-MY" sz="2400" b="1" dirty="0">
                <a:solidFill>
                  <a:srgbClr val="0000FF"/>
                </a:solidFill>
              </a:rPr>
              <a:t>confidentiality</a:t>
            </a:r>
            <a:r>
              <a:rPr lang="en-MY" sz="2400" dirty="0"/>
              <a:t> and </a:t>
            </a:r>
            <a:r>
              <a:rPr lang="en-MY" sz="2400" b="1" dirty="0">
                <a:solidFill>
                  <a:srgbClr val="C00000"/>
                </a:solidFill>
              </a:rPr>
              <a:t>authentication</a:t>
            </a:r>
            <a:r>
              <a:rPr lang="en-MY" sz="24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MY" sz="2200" b="1" dirty="0">
                <a:solidFill>
                  <a:srgbClr val="7030A0"/>
                </a:solidFill>
              </a:rPr>
              <a:t>Key pairs </a:t>
            </a:r>
            <a:r>
              <a:rPr lang="en-MY" sz="2200" dirty="0"/>
              <a:t>are generated by both </a:t>
            </a:r>
            <a:r>
              <a:rPr lang="en-MY" sz="2200" b="1" dirty="0">
                <a:solidFill>
                  <a:srgbClr val="00B050"/>
                </a:solidFill>
              </a:rPr>
              <a:t>sender</a:t>
            </a:r>
            <a:r>
              <a:rPr lang="en-MY" sz="2200" dirty="0"/>
              <a:t> and </a:t>
            </a:r>
            <a:r>
              <a:rPr lang="en-MY" sz="2200" b="1" dirty="0">
                <a:solidFill>
                  <a:srgbClr val="00B050"/>
                </a:solidFill>
              </a:rPr>
              <a:t>receiver</a:t>
            </a:r>
            <a:r>
              <a:rPr lang="en-MY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0287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00B050"/>
                </a:solidFill>
              </a:rPr>
              <a:t>Design principles </a:t>
            </a:r>
            <a:r>
              <a:rPr lang="en-MY" sz="5400" dirty="0">
                <a:solidFill>
                  <a:schemeClr val="tx1"/>
                </a:solidFill>
              </a:rPr>
              <a:t>–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sz="5400" dirty="0">
                <a:solidFill>
                  <a:srgbClr val="0000FF"/>
                </a:solidFill>
              </a:rPr>
              <a:t>confidentiality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endParaRPr lang="en-MY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11088B-43EB-6399-C8CB-C26302FDA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104" y="1593405"/>
            <a:ext cx="8791791" cy="507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02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00B050"/>
                </a:solidFill>
              </a:rPr>
              <a:t>Design principles </a:t>
            </a:r>
            <a:r>
              <a:rPr lang="en-MY" sz="5400" dirty="0">
                <a:solidFill>
                  <a:schemeClr val="tx1"/>
                </a:solidFill>
              </a:rPr>
              <a:t>–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sz="5400" dirty="0">
                <a:solidFill>
                  <a:srgbClr val="0000FF"/>
                </a:solidFill>
              </a:rPr>
              <a:t>confidentiality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endParaRPr lang="en-MY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457200" indent="-457200" algn="just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dirty="0"/>
                  <a:t>Source A produces a message in plaintext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.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elements of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are letters in some finite alphabet.</a:t>
                </a:r>
              </a:p>
              <a:p>
                <a:pPr marL="457200" indent="-457200" algn="just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dirty="0"/>
                  <a:t>The message is intended for destination B.</a:t>
                </a:r>
              </a:p>
              <a:p>
                <a:pPr marL="457200" indent="-457200" algn="just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dirty="0"/>
                  <a:t>B generates a related pair of keys: a public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𝑃𝑈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baseline="-25000" dirty="0"/>
                  <a:t> </a:t>
                </a:r>
                <a:r>
                  <a:rPr lang="en-US" sz="2400" dirty="0"/>
                  <a:t>(publicly available and accessible by A) and a private key,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𝑃𝑅</m:t>
                        </m:r>
                      </m:e>
                      <m:sub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baseline="-25000" dirty="0"/>
                  <a:t>  </a:t>
                </a:r>
                <a:r>
                  <a:rPr lang="en-US" sz="2400" dirty="0"/>
                  <a:t>(only known to B).</a:t>
                </a:r>
              </a:p>
              <a:p>
                <a:pPr marL="457200" indent="-457200" algn="just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dirty="0"/>
                  <a:t>With the message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and the encryption key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𝑃𝑈</m:t>
                        </m:r>
                      </m:e>
                      <m:sub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dirty="0"/>
                  <a:t>, as input, A forms the ciphertext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where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400" b="0" i="0" smtClean="0">
                        <a:latin typeface="Cambria Math" panose="02040503050406030204" pitchFamily="18" charset="0"/>
                      </a:rPr>
                      <m:t>Enc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i="1">
                                <a:latin typeface="Cambria Math" panose="02040503050406030204" pitchFamily="18" charset="0"/>
                              </a:rPr>
                              <m:t>𝑃𝑈</m:t>
                            </m:r>
                          </m:e>
                          <m:sub>
                            <m:r>
                              <a:rPr lang="en-MY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 marL="457200" indent="-457200" algn="just">
                  <a:lnSpc>
                    <a:spcPct val="80000"/>
                  </a:lnSpc>
                  <a:buFont typeface="+mj-lt"/>
                  <a:buAutoNum type="arabicPeriod"/>
                </a:pPr>
                <a:r>
                  <a:rPr lang="en-US" sz="2400" dirty="0"/>
                  <a:t>The receiver, with the matching private key, can invert the transformation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MY" sz="2400" b="0" i="0" smtClean="0">
                        <a:latin typeface="Cambria Math" panose="02040503050406030204" pitchFamily="18" charset="0"/>
                      </a:rPr>
                      <m:t>Dec</m:t>
                    </m:r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MY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MY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3158" r="-90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146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00B050"/>
                </a:solidFill>
              </a:rPr>
              <a:t>Design principles </a:t>
            </a:r>
            <a:r>
              <a:rPr lang="en-MY" sz="5400" dirty="0">
                <a:solidFill>
                  <a:schemeClr val="tx1"/>
                </a:solidFill>
              </a:rPr>
              <a:t>–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dirty="0">
                <a:solidFill>
                  <a:srgbClr val="C00000"/>
                </a:solidFill>
              </a:rPr>
              <a:t>authentication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AE3E1-14EA-4851-7900-65B4F9D2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757" y="1695776"/>
            <a:ext cx="8404486" cy="484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04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5400" dirty="0">
                <a:solidFill>
                  <a:srgbClr val="00B050"/>
                </a:solidFill>
              </a:rPr>
              <a:t>Design principles </a:t>
            </a:r>
            <a:r>
              <a:rPr lang="en-MY" sz="5400" dirty="0">
                <a:solidFill>
                  <a:schemeClr val="tx1"/>
                </a:solidFill>
              </a:rPr>
              <a:t>–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dirty="0">
                <a:solidFill>
                  <a:srgbClr val="C00000"/>
                </a:solidFill>
              </a:rPr>
              <a:t>authentication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Source A prepares a message to B and encrypts it using A’s private key before transmission.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B can decrypt the message using A’s public key.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The entire encrypted message serves as a </a:t>
            </a:r>
            <a:r>
              <a:rPr lang="en-US" sz="2400" b="1" dirty="0">
                <a:solidFill>
                  <a:srgbClr val="0000FF"/>
                </a:solidFill>
              </a:rPr>
              <a:t>digital signature</a:t>
            </a:r>
            <a:r>
              <a:rPr lang="en-US" sz="2400" dirty="0"/>
              <a:t>.</a:t>
            </a:r>
            <a:endParaRPr lang="en-US" sz="2400" b="1" dirty="0"/>
          </a:p>
          <a:p>
            <a:pPr lvl="1" algn="just"/>
            <a:r>
              <a:rPr lang="en-US" sz="2200" dirty="0"/>
              <a:t>Message is authenticated in terms of source and in terms of data integrity.</a:t>
            </a:r>
          </a:p>
          <a:p>
            <a:pPr lvl="1" algn="just"/>
            <a:r>
              <a:rPr lang="en-US" sz="2200" dirty="0"/>
              <a:t>Since the message was encrypted using A’s private key, only A could have prepared the message and impossible to alter the message by others.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This </a:t>
            </a:r>
            <a:r>
              <a:rPr lang="en-US" sz="2400" b="1" dirty="0">
                <a:solidFill>
                  <a:srgbClr val="FF0000"/>
                </a:solidFill>
              </a:rPr>
              <a:t>does not provide confidentiality</a:t>
            </a:r>
            <a:r>
              <a:rPr lang="en-US" sz="2400" dirty="0"/>
              <a:t> since any observer can decrypt the message by using the sender’s public key.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2466589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MY" sz="5400" dirty="0">
                <a:solidFill>
                  <a:srgbClr val="00B050"/>
                </a:solidFill>
              </a:rPr>
              <a:t>Design principles </a:t>
            </a:r>
            <a:r>
              <a:rPr lang="en-MY" sz="5400" dirty="0">
                <a:solidFill>
                  <a:schemeClr val="tx1"/>
                </a:solidFill>
              </a:rPr>
              <a:t>–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sz="5400" dirty="0">
                <a:solidFill>
                  <a:srgbClr val="0000FF"/>
                </a:solidFill>
              </a:rPr>
              <a:t>confidentiality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sz="5400" dirty="0">
                <a:solidFill>
                  <a:schemeClr val="tx1"/>
                </a:solidFill>
              </a:rPr>
              <a:t>&amp;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r>
              <a:rPr lang="en-MY" dirty="0">
                <a:solidFill>
                  <a:srgbClr val="C00000"/>
                </a:solidFill>
              </a:rPr>
              <a:t>authentication</a:t>
            </a:r>
            <a:r>
              <a:rPr lang="en-MY" sz="5400" dirty="0">
                <a:solidFill>
                  <a:srgbClr val="00B050"/>
                </a:solidFill>
              </a:rPr>
              <a:t>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19552F-8BEF-4318-8757-5D3B10795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16" y="1972898"/>
            <a:ext cx="9068562" cy="477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8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00B050"/>
                </a:solidFill>
              </a:rPr>
              <a:t>Design principles </a:t>
            </a:r>
            <a:r>
              <a:rPr lang="en-MY" dirty="0">
                <a:solidFill>
                  <a:schemeClr val="tx1"/>
                </a:solidFill>
              </a:rPr>
              <a:t>–</a:t>
            </a:r>
            <a:r>
              <a:rPr lang="en-MY" dirty="0">
                <a:solidFill>
                  <a:srgbClr val="00B050"/>
                </a:solidFill>
              </a:rPr>
              <a:t> </a:t>
            </a:r>
            <a:r>
              <a:rPr lang="en-MY" dirty="0">
                <a:solidFill>
                  <a:srgbClr val="0000FF"/>
                </a:solidFill>
              </a:rPr>
              <a:t>confidentiality</a:t>
            </a:r>
            <a:r>
              <a:rPr lang="en-MY" dirty="0">
                <a:solidFill>
                  <a:srgbClr val="00B050"/>
                </a:solidFill>
              </a:rPr>
              <a:t> </a:t>
            </a:r>
            <a:r>
              <a:rPr lang="en-MY" dirty="0">
                <a:solidFill>
                  <a:schemeClr val="tx1"/>
                </a:solidFill>
              </a:rPr>
              <a:t>&amp;</a:t>
            </a:r>
            <a:r>
              <a:rPr lang="en-MY" dirty="0">
                <a:solidFill>
                  <a:srgbClr val="00B050"/>
                </a:solidFill>
              </a:rPr>
              <a:t> </a:t>
            </a:r>
            <a:r>
              <a:rPr lang="en-MY" dirty="0">
                <a:solidFill>
                  <a:srgbClr val="C00000"/>
                </a:solidFill>
              </a:rPr>
              <a:t>authentication</a:t>
            </a:r>
            <a:r>
              <a:rPr lang="en-MY" dirty="0">
                <a:solidFill>
                  <a:srgbClr val="00B050"/>
                </a:solidFill>
              </a:rPr>
              <a:t> 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Here the receiver owns and creates secrecy keys, sender owns and creates authentication keys.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Encryption of message done using sender’s private key. This provides </a:t>
            </a:r>
            <a:r>
              <a:rPr lang="en-US" sz="2200" b="1" dirty="0">
                <a:solidFill>
                  <a:srgbClr val="C00000"/>
                </a:solidFill>
              </a:rPr>
              <a:t>authentication</a:t>
            </a:r>
            <a:r>
              <a:rPr lang="en-US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This output is encrypted again using the receiver’s public key to provide final ciphertext.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This final ciphertext can be decrypted only by the corresponding receiver, who has the matching private key. This provides </a:t>
            </a:r>
            <a:r>
              <a:rPr lang="en-US" sz="2200" b="1" dirty="0">
                <a:solidFill>
                  <a:srgbClr val="0000FF"/>
                </a:solidFill>
              </a:rPr>
              <a:t>confidentiality</a:t>
            </a:r>
            <a:r>
              <a:rPr lang="en-US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0000"/>
                </a:solidFill>
              </a:rPr>
              <a:t>Disadvantage</a:t>
            </a:r>
            <a:r>
              <a:rPr lang="en-US" sz="2200" dirty="0"/>
              <a:t>: The </a:t>
            </a:r>
            <a:r>
              <a:rPr lang="en-US" sz="2200" b="1" dirty="0">
                <a:solidFill>
                  <a:srgbClr val="00B050"/>
                </a:solidFill>
              </a:rPr>
              <a:t>computational cost is high</a:t>
            </a:r>
            <a:r>
              <a:rPr lang="en-US" sz="2200" dirty="0"/>
              <a:t> since the public-key algorithm must be executed four times.</a:t>
            </a:r>
            <a:endParaRPr lang="en-AU" sz="2200" dirty="0"/>
          </a:p>
          <a:p>
            <a:pPr marL="0" indent="0" algn="just">
              <a:buNone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1724551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7030A0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dirty="0"/>
              <a:t>There are </a:t>
            </a:r>
            <a:r>
              <a:rPr lang="en-MY" sz="2400" b="1" dirty="0">
                <a:solidFill>
                  <a:srgbClr val="C00000"/>
                </a:solidFill>
              </a:rPr>
              <a:t>three</a:t>
            </a:r>
            <a:r>
              <a:rPr lang="en-MY" sz="2400" dirty="0"/>
              <a:t> main applications of asymmetric-key cryptography: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00FF"/>
                </a:solidFill>
              </a:rPr>
              <a:t>Encryption/Decryption </a:t>
            </a:r>
            <a:r>
              <a:rPr lang="en-MY" sz="2400" dirty="0"/>
              <a:t>(Confidentiality)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/>
              <a:t>Sender encrypts a message with the recipient's public key.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B050"/>
                </a:solidFill>
              </a:rPr>
              <a:t>Digital Signature </a:t>
            </a:r>
            <a:r>
              <a:rPr lang="en-MY" sz="2400" dirty="0"/>
              <a:t>(Authentication)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/>
              <a:t>The sender “signs” a message with its private key, either to the whole message or to a small block of data that is a function of the message. </a:t>
            </a:r>
            <a:endParaRPr lang="en-MY" sz="2200" dirty="0"/>
          </a:p>
          <a:p>
            <a:pPr marL="457200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FF0000"/>
                </a:solidFill>
              </a:rPr>
              <a:t>Key Exchange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200" dirty="0"/>
              <a:t>Two sides cooperate to exchange a session key</a:t>
            </a:r>
          </a:p>
        </p:txBody>
      </p:sp>
    </p:spTree>
    <p:extLst>
      <p:ext uri="{BB962C8B-B14F-4D97-AF65-F5344CB8AC3E}">
        <p14:creationId xmlns:p14="http://schemas.microsoft.com/office/powerpoint/2010/main" val="248791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7030A0"/>
                </a:solidFill>
              </a:rPr>
              <a:t>applications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dirty="0"/>
              <a:t>Some algorithms are suitable for all the three applications, while others are specific to only one or two purposes.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74166-D38C-9DE8-B395-7A5410987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22" y="3157979"/>
            <a:ext cx="8921956" cy="219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40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6124452"/>
          </a:xfrm>
        </p:spPr>
        <p:txBody>
          <a:bodyPr>
            <a:normAutofit/>
          </a:bodyPr>
          <a:lstStyle/>
          <a:p>
            <a:pPr algn="ctr"/>
            <a:r>
              <a:rPr lang="en-MY" sz="6000" dirty="0">
                <a:solidFill>
                  <a:srgbClr val="00B050"/>
                </a:solidFill>
              </a:rPr>
              <a:t>trapdoor </a:t>
            </a:r>
            <a:r>
              <a:rPr lang="en-MY" sz="6000" dirty="0">
                <a:solidFill>
                  <a:srgbClr val="FF0000"/>
                </a:solidFill>
              </a:rPr>
              <a:t>One-way</a:t>
            </a:r>
            <a:r>
              <a:rPr lang="en-MY" sz="6000" dirty="0">
                <a:solidFill>
                  <a:srgbClr val="00B050"/>
                </a:solidFill>
              </a:rPr>
              <a:t> </a:t>
            </a:r>
            <a:br>
              <a:rPr lang="en-MY" sz="6000" dirty="0">
                <a:solidFill>
                  <a:srgbClr val="00B050"/>
                </a:solidFill>
              </a:rPr>
            </a:br>
            <a:r>
              <a:rPr lang="en-MY" sz="6000" dirty="0">
                <a:solidFill>
                  <a:srgbClr val="00B050"/>
                </a:solidFill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1481001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C00000"/>
                </a:solidFill>
              </a:rPr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dirty="0"/>
              <a:t>The underlying foundation of asymmetric-key cryptography is the concept of </a:t>
            </a:r>
            <a:r>
              <a:rPr lang="en-MY" sz="2400" b="1" dirty="0">
                <a:solidFill>
                  <a:srgbClr val="FF0000"/>
                </a:solidFill>
              </a:rPr>
              <a:t>trapdoor one-way function</a:t>
            </a:r>
            <a:r>
              <a:rPr lang="en-MY" sz="2400" dirty="0"/>
              <a:t>.</a:t>
            </a:r>
          </a:p>
          <a:p>
            <a:pPr algn="just"/>
            <a:r>
              <a:rPr lang="en-MY" sz="2400" dirty="0"/>
              <a:t>A </a:t>
            </a:r>
            <a:r>
              <a:rPr lang="en-MY" sz="2400" b="1" dirty="0">
                <a:solidFill>
                  <a:srgbClr val="00B050"/>
                </a:solidFill>
              </a:rPr>
              <a:t>function</a:t>
            </a:r>
            <a:r>
              <a:rPr lang="en-MY" sz="2400" dirty="0"/>
              <a:t> is a map on input of an element in the domain, outputs another element in the range.</a:t>
            </a:r>
          </a:p>
          <a:p>
            <a:pPr algn="just"/>
            <a:r>
              <a:rPr lang="en-MY" sz="2400" dirty="0"/>
              <a:t>A function is </a:t>
            </a:r>
            <a:r>
              <a:rPr lang="en-MY" sz="2400" b="1" dirty="0">
                <a:solidFill>
                  <a:srgbClr val="0000FF"/>
                </a:solidFill>
              </a:rPr>
              <a:t>invertible</a:t>
            </a:r>
            <a:r>
              <a:rPr lang="en-MY" sz="2400" dirty="0"/>
              <a:t> if it maps exactly one element in the range to one element in the domain.</a:t>
            </a: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8286D5F0-5090-0D3D-E6D5-4E0F2DC80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6050" y="4675914"/>
            <a:ext cx="68199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56802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>
                <a:solidFill>
                  <a:srgbClr val="0070C0"/>
                </a:solidFill>
              </a:rPr>
              <a:t>One-way </a:t>
            </a:r>
            <a:r>
              <a:rPr lang="en-MY" dirty="0">
                <a:solidFill>
                  <a:srgbClr val="C00000"/>
                </a:solidFill>
              </a:rPr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one-way function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is a function that maps an element in the domain into an element in the range such that:</a:t>
                </a:r>
              </a:p>
              <a:p>
                <a:pPr lvl="1" algn="just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solidFill>
                      <a:srgbClr val="0000FF"/>
                    </a:solidFill>
                  </a:rPr>
                  <a:t>Every element has a unique inverse</a:t>
                </a:r>
                <a:r>
                  <a:rPr lang="en-US" sz="2400" dirty="0"/>
                  <a:t> </a:t>
                </a:r>
              </a:p>
              <a:p>
                <a:pPr lvl="1" algn="just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The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forward computation </a:t>
                </a:r>
                <a:r>
                  <a:rPr lang="en-US" sz="2400" dirty="0"/>
                  <a:t>of the function is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EASY</a:t>
                </a:r>
                <a:r>
                  <a:rPr lang="en-US" sz="2400" dirty="0"/>
                  <a:t>, but the backward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 inversion</a:t>
                </a:r>
                <a:r>
                  <a:rPr lang="en-US" sz="2400" dirty="0"/>
                  <a:t> computation is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INFEASIBLE </a:t>
                </a:r>
                <a:r>
                  <a:rPr lang="en-US" sz="2400" dirty="0"/>
                  <a:t>(difficult).</a:t>
                </a:r>
              </a:p>
              <a:p>
                <a:pPr lvl="1" algn="just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Ø"/>
                </a:pPr>
                <a:endParaRPr lang="en-MY" sz="2400" dirty="0"/>
              </a:p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sz="2400" dirty="0"/>
                  <a:t>Mathematically, for a one-way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:</a:t>
                </a:r>
              </a:p>
              <a:p>
                <a:pPr marL="457200" indent="-457200" algn="just">
                  <a:spcBef>
                    <a:spcPct val="20000"/>
                  </a:spcBef>
                  <a:buClr>
                    <a:schemeClr val="accent2"/>
                  </a:buClr>
                  <a:buFont typeface="+mj-lt"/>
                  <a:buAutoNum type="arabicPeriod"/>
                </a:pPr>
                <a:r>
                  <a:rPr lang="en-US" sz="2400" dirty="0"/>
                  <a:t>Given element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computing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is easy.</a:t>
                </a:r>
              </a:p>
              <a:p>
                <a:pPr marL="457200" indent="-457200" algn="just">
                  <a:spcBef>
                    <a:spcPct val="20000"/>
                  </a:spcBef>
                  <a:buClr>
                    <a:schemeClr val="accent2"/>
                  </a:buClr>
                  <a:buFont typeface="+mj-lt"/>
                  <a:buAutoNum type="arabicPeriod"/>
                </a:pPr>
                <a:r>
                  <a:rPr lang="en-US" sz="2400" dirty="0"/>
                  <a:t>Given element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inverting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is computationally infeasible.</a:t>
                </a:r>
              </a:p>
              <a:p>
                <a:pPr marL="457200" indent="-457200"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+mj-lt"/>
                  <a:buAutoNum type="arabicPeriod"/>
                </a:pPr>
                <a:endParaRPr lang="en-US" sz="2400" dirty="0"/>
              </a:p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256" r="-90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1587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trapdoor </a:t>
            </a:r>
            <a:r>
              <a:rPr lang="en-MY" dirty="0">
                <a:solidFill>
                  <a:srgbClr val="0070C0"/>
                </a:solidFill>
              </a:rPr>
              <a:t>One-way </a:t>
            </a:r>
            <a:r>
              <a:rPr lang="en-MY" dirty="0">
                <a:solidFill>
                  <a:srgbClr val="C00000"/>
                </a:solidFill>
              </a:rPr>
              <a:t>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MY" sz="2400" b="1" dirty="0">
                    <a:solidFill>
                      <a:srgbClr val="0000FF"/>
                    </a:solidFill>
                  </a:rPr>
                  <a:t>Trapdoor One-Way Function</a:t>
                </a:r>
                <a:r>
                  <a:rPr lang="en-MY" sz="2400" dirty="0"/>
                  <a:t>: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MY" sz="2400" dirty="0"/>
                  <a:t>A one-way function that is given the third property, such that with </a:t>
                </a:r>
                <a:r>
                  <a:rPr lang="en-MY" sz="2400" b="1" dirty="0">
                    <a:solidFill>
                      <a:srgbClr val="00B050"/>
                    </a:solidFill>
                  </a:rPr>
                  <a:t>an additional information</a:t>
                </a:r>
                <a:r>
                  <a:rPr lang="en-MY" sz="2400" dirty="0"/>
                  <a:t> (called </a:t>
                </a:r>
                <a:r>
                  <a:rPr lang="en-MY" sz="2400" b="1" dirty="0">
                    <a:solidFill>
                      <a:srgbClr val="FF0000"/>
                    </a:solidFill>
                  </a:rPr>
                  <a:t>the trapdoor</a:t>
                </a:r>
                <a:r>
                  <a:rPr lang="en-MY" sz="2400" dirty="0"/>
                  <a:t>), inverting the function is now feasible in polynomial time.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MY" sz="2400" dirty="0"/>
              </a:p>
              <a:p>
                <a:pPr algn="just"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</a:pPr>
                <a:r>
                  <a:rPr lang="en-US" sz="2400" dirty="0"/>
                  <a:t>Mathematically, for a one-way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MY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:</a:t>
                </a:r>
              </a:p>
              <a:p>
                <a:pPr marL="457200" indent="-457200" algn="just">
                  <a:spcBef>
                    <a:spcPct val="20000"/>
                  </a:spcBef>
                  <a:buClr>
                    <a:schemeClr val="accent2"/>
                  </a:buClr>
                  <a:buFont typeface="+mj-lt"/>
                  <a:buAutoNum type="arabicPeriod"/>
                </a:pPr>
                <a:r>
                  <a:rPr lang="en-US" sz="2400" dirty="0"/>
                  <a:t>Given element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computing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MY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is easy.</a:t>
                </a:r>
              </a:p>
              <a:p>
                <a:pPr marL="457200" indent="-457200" algn="just">
                  <a:spcBef>
                    <a:spcPct val="20000"/>
                  </a:spcBef>
                  <a:buClr>
                    <a:schemeClr val="accent2"/>
                  </a:buClr>
                  <a:buFont typeface="+mj-lt"/>
                  <a:buAutoNum type="arabicPeriod"/>
                </a:pPr>
                <a:r>
                  <a:rPr lang="en-US" sz="2400" dirty="0"/>
                  <a:t>Given element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, inverting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is computationally infeasible.</a:t>
                </a:r>
              </a:p>
              <a:p>
                <a:pPr marL="457200" indent="-457200" algn="just">
                  <a:spcBef>
                    <a:spcPct val="20000"/>
                  </a:spcBef>
                  <a:buClr>
                    <a:schemeClr val="accent2"/>
                  </a:buClr>
                  <a:buFont typeface="+mj-lt"/>
                  <a:buAutoNum type="arabicPeriod"/>
                </a:pPr>
                <a:r>
                  <a:rPr lang="en-MY" sz="2400" dirty="0"/>
                  <a:t>Given element </a:t>
                </a:r>
                <a14:m>
                  <m:oMath xmlns:m="http://schemas.openxmlformats.org/officeDocument/2006/math">
                    <m:r>
                      <a:rPr lang="en-MY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the trapdoor </a:t>
                </a:r>
                <a14:m>
                  <m:oMath xmlns:m="http://schemas.openxmlformats.org/officeDocument/2006/math">
                    <m:r>
                      <a:rPr lang="en-MY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400" dirty="0"/>
                  <a:t>, inverting </a:t>
                </a:r>
                <a14:m>
                  <m:oMath xmlns:m="http://schemas.openxmlformats.org/officeDocument/2006/math">
                    <m:r>
                      <a:rPr lang="en-MY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MY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400" dirty="0"/>
                  <a:t> is easy.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E7423-6000-3D2B-9697-420FA8D767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2256" r="-909" b="-225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986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trapdoor </a:t>
            </a:r>
            <a:r>
              <a:rPr lang="en-MY" dirty="0">
                <a:solidFill>
                  <a:srgbClr val="0070C0"/>
                </a:solidFill>
              </a:rPr>
              <a:t>One-way </a:t>
            </a:r>
            <a:r>
              <a:rPr lang="en-MY" dirty="0">
                <a:solidFill>
                  <a:srgbClr val="C00000"/>
                </a:solidFill>
              </a:rPr>
              <a:t>function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MY" sz="2400" dirty="0"/>
              <a:t>Some famous examples of o trapdoor one-way functions that we used in cryptography (and we will learn it in the next chapter):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00FF"/>
                </a:solidFill>
              </a:rPr>
              <a:t>Integer Factorization Problem (IFP)</a:t>
            </a:r>
            <a:r>
              <a:rPr lang="en-MY" sz="2400" dirty="0"/>
              <a:t>. The core security of the RSA cryptosystem.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FF0000"/>
                </a:solidFill>
              </a:rPr>
              <a:t>Discrete Logarithm Problem (DLP)</a:t>
            </a:r>
            <a:r>
              <a:rPr lang="en-MY" sz="2400" dirty="0"/>
              <a:t>. The fundamental strength of the Diffie-Hellman Key Exchange, and the </a:t>
            </a:r>
            <a:r>
              <a:rPr lang="en-MY" sz="2400" dirty="0" err="1"/>
              <a:t>ElGamal</a:t>
            </a:r>
            <a:r>
              <a:rPr lang="en-MY" sz="2400" dirty="0"/>
              <a:t> cryptosystem.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b="1" dirty="0">
                <a:solidFill>
                  <a:srgbClr val="00B050"/>
                </a:solidFill>
              </a:rPr>
              <a:t>Knapsack Problem </a:t>
            </a:r>
            <a:r>
              <a:rPr lang="en-MY" sz="2400" dirty="0"/>
              <a:t>(A family of </a:t>
            </a:r>
            <a:r>
              <a:rPr lang="en-MY" sz="2400" b="1" dirty="0">
                <a:solidFill>
                  <a:srgbClr val="00B050"/>
                </a:solidFill>
              </a:rPr>
              <a:t>Subset Sum Problem (SSP)</a:t>
            </a:r>
            <a:r>
              <a:rPr lang="en-MY" sz="2400" dirty="0"/>
              <a:t>). The heart of the Knapsack cryptosystem.</a:t>
            </a:r>
          </a:p>
          <a:p>
            <a:pPr marL="0" indent="0" algn="just">
              <a:buNone/>
            </a:pP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998464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400" b="1" dirty="0"/>
              <a:t>Main References for Chapter 8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7423-6000-3D2B-9697-420FA8D76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dirty="0" err="1">
                <a:ea typeface="Gulim" pitchFamily="34" charset="-127"/>
              </a:rPr>
              <a:t>Forouzan</a:t>
            </a:r>
            <a:r>
              <a:rPr lang="en-US" altLang="ko-KR" sz="2000" dirty="0">
                <a:ea typeface="Gulim" pitchFamily="34" charset="-127"/>
              </a:rPr>
              <a:t>, B.A. </a:t>
            </a:r>
            <a:r>
              <a:rPr lang="en-US" sz="2000" dirty="0"/>
              <a:t>“</a:t>
            </a:r>
            <a:r>
              <a:rPr lang="en-US" sz="2000" b="1" i="1" dirty="0"/>
              <a:t>Introduction to Cryptography and Network Security</a:t>
            </a:r>
            <a:r>
              <a:rPr lang="en-US" sz="2000" dirty="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Stallings, W. “</a:t>
            </a:r>
            <a:r>
              <a:rPr lang="en-US" sz="2000" b="1" i="1" dirty="0"/>
              <a:t>Cryptography and Network Security: Principles and Practices</a:t>
            </a:r>
            <a:r>
              <a:rPr lang="en-US" sz="2000" dirty="0"/>
              <a:t>”, Fifth Edition, Pearson Prentice Hall, 2011.</a:t>
            </a:r>
          </a:p>
          <a:p>
            <a:pPr marL="0" indent="0" algn="just">
              <a:buNone/>
            </a:pPr>
            <a:endParaRPr lang="en-MY" sz="2000" dirty="0"/>
          </a:p>
          <a:p>
            <a:pPr marL="0" indent="0">
              <a:buNone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2886371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5BA55-1727-82AF-98DD-D0E26E85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6062308"/>
          </a:xfrm>
        </p:spPr>
        <p:txBody>
          <a:bodyPr/>
          <a:lstStyle/>
          <a:p>
            <a:pPr algn="ctr"/>
            <a:r>
              <a:rPr lang="en-MY" dirty="0"/>
              <a:t>~ THE END </a:t>
            </a:r>
            <a:r>
              <a:rPr lang="en-MY" dirty="0">
                <a:sym typeface="Wingdings" panose="05000000000000000000" pitchFamily="2" charset="2"/>
              </a:rPr>
              <a:t> ~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63646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0A93226D-B450-4CFA-B809-B353F29D045B}"/>
</file>

<file path=customXml/itemProps2.xml><?xml version="1.0" encoding="utf-8"?>
<ds:datastoreItem xmlns:ds="http://schemas.openxmlformats.org/officeDocument/2006/customXml" ds:itemID="{31783323-D915-45F2-9049-D3150E44D5CE}"/>
</file>

<file path=customXml/itemProps3.xml><?xml version="1.0" encoding="utf-8"?>
<ds:datastoreItem xmlns:ds="http://schemas.openxmlformats.org/officeDocument/2006/customXml" ds:itemID="{F30EA594-D8F7-4663-A866-78777E5D6492}"/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153</TotalTime>
  <Words>1388</Words>
  <Application>Microsoft Office PowerPoint</Application>
  <PresentationFormat>Widescreen</PresentationFormat>
  <Paragraphs>110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Cambria Math</vt:lpstr>
      <vt:lpstr>Rockwell</vt:lpstr>
      <vt:lpstr>Rockwell Condensed</vt:lpstr>
      <vt:lpstr>Wingdings</vt:lpstr>
      <vt:lpstr>Wood Type</vt:lpstr>
      <vt:lpstr>Modern  Asymmetric-Key  Ciphers: Principles</vt:lpstr>
      <vt:lpstr>Outlines</vt:lpstr>
      <vt:lpstr>Learning Objectives</vt:lpstr>
      <vt:lpstr>Asymmetric-Key Cryptography vs Symmetric-Key Cryptography</vt:lpstr>
      <vt:lpstr>Symmetric-Key Cryptography</vt:lpstr>
      <vt:lpstr>Asymmetric-Key Cryptography</vt:lpstr>
      <vt:lpstr>Asymmetric-Key Cryptography: basic concepts  &amp;  design principles</vt:lpstr>
      <vt:lpstr>Asymmetric-Key Cryptography</vt:lpstr>
      <vt:lpstr>basic concepts</vt:lpstr>
      <vt:lpstr>basic concepts</vt:lpstr>
      <vt:lpstr>basic concepts</vt:lpstr>
      <vt:lpstr>Design principles</vt:lpstr>
      <vt:lpstr>Design principles – confidentiality </vt:lpstr>
      <vt:lpstr>Design principles – confidentiality </vt:lpstr>
      <vt:lpstr>Design principles – authentication </vt:lpstr>
      <vt:lpstr>Design principles – authentication </vt:lpstr>
      <vt:lpstr>Design principles – confidentiality &amp; authentication </vt:lpstr>
      <vt:lpstr>Design principles – confidentiality &amp; authentication </vt:lpstr>
      <vt:lpstr>applications</vt:lpstr>
      <vt:lpstr>applications</vt:lpstr>
      <vt:lpstr>trapdoor One-way  function</vt:lpstr>
      <vt:lpstr>function</vt:lpstr>
      <vt:lpstr>One-way function</vt:lpstr>
      <vt:lpstr>trapdoor One-way function</vt:lpstr>
      <vt:lpstr>trapdoor One-way function</vt:lpstr>
      <vt:lpstr>Main References for Chapter 8</vt:lpstr>
      <vt:lpstr>~ THE END  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 Asymmetric-Key  Ciphers: Principles</dc:title>
  <dc:creator>Tea Boon Chian</dc:creator>
  <cp:lastModifiedBy>Tea Boon Chian</cp:lastModifiedBy>
  <cp:revision>1</cp:revision>
  <dcterms:created xsi:type="dcterms:W3CDTF">2023-12-04T06:48:13Z</dcterms:created>
  <dcterms:modified xsi:type="dcterms:W3CDTF">2023-12-26T01:01:49Z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