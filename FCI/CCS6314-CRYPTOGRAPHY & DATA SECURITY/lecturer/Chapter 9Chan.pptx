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sldIdLst>
    <p:sldId id="256" r:id="rId5"/>
    <p:sldId id="257" r:id="rId6"/>
    <p:sldId id="311" r:id="rId7"/>
    <p:sldId id="319" r:id="rId8"/>
    <p:sldId id="313" r:id="rId9"/>
    <p:sldId id="345" r:id="rId10"/>
    <p:sldId id="346" r:id="rId11"/>
    <p:sldId id="347" r:id="rId12"/>
    <p:sldId id="354" r:id="rId13"/>
    <p:sldId id="353" r:id="rId14"/>
    <p:sldId id="355" r:id="rId15"/>
    <p:sldId id="348" r:id="rId16"/>
    <p:sldId id="356" r:id="rId17"/>
    <p:sldId id="312" r:id="rId18"/>
    <p:sldId id="349" r:id="rId19"/>
    <p:sldId id="350" r:id="rId20"/>
    <p:sldId id="352" r:id="rId21"/>
    <p:sldId id="351" r:id="rId22"/>
    <p:sldId id="359" r:id="rId23"/>
    <p:sldId id="365" r:id="rId24"/>
    <p:sldId id="314" r:id="rId25"/>
    <p:sldId id="361" r:id="rId26"/>
    <p:sldId id="368" r:id="rId27"/>
    <p:sldId id="362" r:id="rId28"/>
    <p:sldId id="363" r:id="rId29"/>
    <p:sldId id="372" r:id="rId30"/>
    <p:sldId id="366" r:id="rId31"/>
    <p:sldId id="364" r:id="rId32"/>
    <p:sldId id="367" r:id="rId33"/>
    <p:sldId id="315" r:id="rId34"/>
    <p:sldId id="358" r:id="rId35"/>
    <p:sldId id="318" r:id="rId36"/>
    <p:sldId id="316" r:id="rId37"/>
    <p:sldId id="369" r:id="rId38"/>
    <p:sldId id="322" r:id="rId39"/>
    <p:sldId id="320" r:id="rId40"/>
    <p:sldId id="321" r:id="rId41"/>
    <p:sldId id="323" r:id="rId42"/>
    <p:sldId id="324" r:id="rId43"/>
    <p:sldId id="329" r:id="rId44"/>
    <p:sldId id="330" r:id="rId45"/>
    <p:sldId id="325" r:id="rId46"/>
    <p:sldId id="373" r:id="rId47"/>
    <p:sldId id="326" r:id="rId48"/>
    <p:sldId id="317" r:id="rId49"/>
    <p:sldId id="331" r:id="rId50"/>
    <p:sldId id="332" r:id="rId51"/>
    <p:sldId id="333" r:id="rId52"/>
    <p:sldId id="370" r:id="rId53"/>
    <p:sldId id="334" r:id="rId54"/>
    <p:sldId id="335" r:id="rId55"/>
    <p:sldId id="336" r:id="rId56"/>
    <p:sldId id="337" r:id="rId57"/>
    <p:sldId id="371" r:id="rId58"/>
    <p:sldId id="338" r:id="rId59"/>
    <p:sldId id="339" r:id="rId60"/>
    <p:sldId id="340" r:id="rId61"/>
    <p:sldId id="309" r:id="rId62"/>
    <p:sldId id="310" r:id="rId63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 Boon Chian" userId="ab84e6a5-2079-4f96-af03-c8dde00dcc75" providerId="ADAL" clId="{AC1D483D-F5C9-40E0-932A-03DA18D801C7}"/>
    <pc:docChg chg="custSel modSld">
      <pc:chgData name="Tea Boon Chian" userId="ab84e6a5-2079-4f96-af03-c8dde00dcc75" providerId="ADAL" clId="{AC1D483D-F5C9-40E0-932A-03DA18D801C7}" dt="2024-04-22T05:54:13.994" v="7" actId="478"/>
      <pc:docMkLst>
        <pc:docMk/>
      </pc:docMkLst>
      <pc:sldChg chg="delSp mod">
        <pc:chgData name="Tea Boon Chian" userId="ab84e6a5-2079-4f96-af03-c8dde00dcc75" providerId="ADAL" clId="{AC1D483D-F5C9-40E0-932A-03DA18D801C7}" dt="2024-04-22T05:54:12.081" v="6" actId="478"/>
        <pc:sldMkLst>
          <pc:docMk/>
          <pc:sldMk cId="1931391803" sldId="320"/>
        </pc:sldMkLst>
        <pc:inkChg chg="del">
          <ac:chgData name="Tea Boon Chian" userId="ab84e6a5-2079-4f96-af03-c8dde00dcc75" providerId="ADAL" clId="{AC1D483D-F5C9-40E0-932A-03DA18D801C7}" dt="2024-04-22T05:54:10.936" v="5" actId="478"/>
          <ac:inkMkLst>
            <pc:docMk/>
            <pc:sldMk cId="1931391803" sldId="320"/>
            <ac:inkMk id="5" creationId="{5EDDB718-10F0-2779-8667-DCF6ABFC838A}"/>
          </ac:inkMkLst>
        </pc:inkChg>
        <pc:inkChg chg="del">
          <ac:chgData name="Tea Boon Chian" userId="ab84e6a5-2079-4f96-af03-c8dde00dcc75" providerId="ADAL" clId="{AC1D483D-F5C9-40E0-932A-03DA18D801C7}" dt="2024-04-22T05:54:12.081" v="6" actId="478"/>
          <ac:inkMkLst>
            <pc:docMk/>
            <pc:sldMk cId="1931391803" sldId="320"/>
            <ac:inkMk id="7" creationId="{56B22796-1C1D-06C4-7663-8BA9A858952C}"/>
          </ac:inkMkLst>
        </pc:inkChg>
      </pc:sldChg>
      <pc:sldChg chg="delSp mod">
        <pc:chgData name="Tea Boon Chian" userId="ab84e6a5-2079-4f96-af03-c8dde00dcc75" providerId="ADAL" clId="{AC1D483D-F5C9-40E0-932A-03DA18D801C7}" dt="2024-04-22T05:54:13.994" v="7" actId="478"/>
        <pc:sldMkLst>
          <pc:docMk/>
          <pc:sldMk cId="1326293962" sldId="321"/>
        </pc:sldMkLst>
        <pc:inkChg chg="del">
          <ac:chgData name="Tea Boon Chian" userId="ab84e6a5-2079-4f96-af03-c8dde00dcc75" providerId="ADAL" clId="{AC1D483D-F5C9-40E0-932A-03DA18D801C7}" dt="2024-04-22T05:54:13.994" v="7" actId="478"/>
          <ac:inkMkLst>
            <pc:docMk/>
            <pc:sldMk cId="1326293962" sldId="321"/>
            <ac:inkMk id="4" creationId="{4363BF11-33F3-DFF8-E29C-7A5D1798AFD5}"/>
          </ac:inkMkLst>
        </pc:inkChg>
      </pc:sldChg>
      <pc:sldChg chg="delSp mod">
        <pc:chgData name="Tea Boon Chian" userId="ab84e6a5-2079-4f96-af03-c8dde00dcc75" providerId="ADAL" clId="{AC1D483D-F5C9-40E0-932A-03DA18D801C7}" dt="2024-04-22T05:53:59.862" v="3" actId="478"/>
        <pc:sldMkLst>
          <pc:docMk/>
          <pc:sldMk cId="94826789" sldId="361"/>
        </pc:sldMkLst>
        <pc:inkChg chg="del">
          <ac:chgData name="Tea Boon Chian" userId="ab84e6a5-2079-4f96-af03-c8dde00dcc75" providerId="ADAL" clId="{AC1D483D-F5C9-40E0-932A-03DA18D801C7}" dt="2024-04-22T05:53:59.862" v="3" actId="478"/>
          <ac:inkMkLst>
            <pc:docMk/>
            <pc:sldMk cId="94826789" sldId="361"/>
            <ac:inkMk id="4" creationId="{1445BEB4-8AFF-7CB1-AC46-9E296FAB53CE}"/>
          </ac:inkMkLst>
        </pc:inkChg>
      </pc:sldChg>
      <pc:sldChg chg="delSp mod">
        <pc:chgData name="Tea Boon Chian" userId="ab84e6a5-2079-4f96-af03-c8dde00dcc75" providerId="ADAL" clId="{AC1D483D-F5C9-40E0-932A-03DA18D801C7}" dt="2024-04-22T05:53:57.597" v="2" actId="478"/>
        <pc:sldMkLst>
          <pc:docMk/>
          <pc:sldMk cId="559505328" sldId="362"/>
        </pc:sldMkLst>
        <pc:grpChg chg="del">
          <ac:chgData name="Tea Boon Chian" userId="ab84e6a5-2079-4f96-af03-c8dde00dcc75" providerId="ADAL" clId="{AC1D483D-F5C9-40E0-932A-03DA18D801C7}" dt="2024-04-22T05:53:56.314" v="1" actId="478"/>
          <ac:grpSpMkLst>
            <pc:docMk/>
            <pc:sldMk cId="559505328" sldId="362"/>
            <ac:grpSpMk id="10" creationId="{230AE370-146E-7023-DE72-0FDD037DA1D5}"/>
          </ac:grpSpMkLst>
        </pc:grpChg>
        <pc:grpChg chg="del">
          <ac:chgData name="Tea Boon Chian" userId="ab84e6a5-2079-4f96-af03-c8dde00dcc75" providerId="ADAL" clId="{AC1D483D-F5C9-40E0-932A-03DA18D801C7}" dt="2024-04-22T05:53:57.597" v="2" actId="478"/>
          <ac:grpSpMkLst>
            <pc:docMk/>
            <pc:sldMk cId="559505328" sldId="362"/>
            <ac:grpSpMk id="13" creationId="{BB4DB126-AB32-63E9-C7EC-30D59F0E03AF}"/>
          </ac:grpSpMkLst>
        </pc:grpChg>
        <pc:inkChg chg="del">
          <ac:chgData name="Tea Boon Chian" userId="ab84e6a5-2079-4f96-af03-c8dde00dcc75" providerId="ADAL" clId="{AC1D483D-F5C9-40E0-932A-03DA18D801C7}" dt="2024-04-22T05:53:54.517" v="0" actId="478"/>
          <ac:inkMkLst>
            <pc:docMk/>
            <pc:sldMk cId="559505328" sldId="362"/>
            <ac:inkMk id="4" creationId="{B54E0D24-437B-4E00-CCEF-358FAF2003F9}"/>
          </ac:inkMkLst>
        </pc:inkChg>
      </pc:sldChg>
      <pc:sldChg chg="delSp mod">
        <pc:chgData name="Tea Boon Chian" userId="ab84e6a5-2079-4f96-af03-c8dde00dcc75" providerId="ADAL" clId="{AC1D483D-F5C9-40E0-932A-03DA18D801C7}" dt="2024-04-22T05:54:02.751" v="4" actId="478"/>
        <pc:sldMkLst>
          <pc:docMk/>
          <pc:sldMk cId="2858117950" sldId="368"/>
        </pc:sldMkLst>
        <pc:inkChg chg="del">
          <ac:chgData name="Tea Boon Chian" userId="ab84e6a5-2079-4f96-af03-c8dde00dcc75" providerId="ADAL" clId="{AC1D483D-F5C9-40E0-932A-03DA18D801C7}" dt="2024-04-22T05:54:02.751" v="4" actId="478"/>
          <ac:inkMkLst>
            <pc:docMk/>
            <pc:sldMk cId="2858117950" sldId="368"/>
            <ac:inkMk id="4" creationId="{4D332298-A110-748C-04CD-686066409B56}"/>
          </ac:inkMkLst>
        </pc:inkChg>
      </pc:sldChg>
    </pc:docChg>
  </pc:docChgLst>
  <pc:docChgLst>
    <pc:chgData name="Tea Boon Chian" userId="ab84e6a5-2079-4f96-af03-c8dde00dcc75" providerId="ADAL" clId="{AA44AE59-0576-45F5-B232-6E6C2FF8AC2D}"/>
    <pc:docChg chg="undo redo custSel addSld delSld modSld sldOrd">
      <pc:chgData name="Tea Boon Chian" userId="ab84e6a5-2079-4f96-af03-c8dde00dcc75" providerId="ADAL" clId="{AA44AE59-0576-45F5-B232-6E6C2FF8AC2D}" dt="2024-01-18T04:53:37.842" v="18512"/>
      <pc:docMkLst>
        <pc:docMk/>
      </pc:docMkLst>
      <pc:sldChg chg="modSp mod">
        <pc:chgData name="Tea Boon Chian" userId="ab84e6a5-2079-4f96-af03-c8dde00dcc75" providerId="ADAL" clId="{AA44AE59-0576-45F5-B232-6E6C2FF8AC2D}" dt="2023-12-24T08:39:04.135" v="18293" actId="113"/>
        <pc:sldMkLst>
          <pc:docMk/>
          <pc:sldMk cId="2312996232" sldId="257"/>
        </pc:sldMkLst>
        <pc:spChg chg="mod">
          <ac:chgData name="Tea Boon Chian" userId="ab84e6a5-2079-4f96-af03-c8dde00dcc75" providerId="ADAL" clId="{AA44AE59-0576-45F5-B232-6E6C2FF8AC2D}" dt="2023-12-24T08:39:04.135" v="18293" actId="113"/>
          <ac:spMkLst>
            <pc:docMk/>
            <pc:sldMk cId="2312996232" sldId="257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4T08:38:45.173" v="18291" actId="20577"/>
          <ac:spMkLst>
            <pc:docMk/>
            <pc:sldMk cId="2312996232" sldId="257"/>
            <ac:spMk id="3" creationId="{A3808814-91EE-A118-1CDC-F0A6E20AEAE4}"/>
          </ac:spMkLst>
        </pc:spChg>
      </pc:sldChg>
      <pc:sldChg chg="add del">
        <pc:chgData name="Tea Boon Chian" userId="ab84e6a5-2079-4f96-af03-c8dde00dcc75" providerId="ADAL" clId="{AA44AE59-0576-45F5-B232-6E6C2FF8AC2D}" dt="2023-12-15T05:09:44.167" v="114" actId="47"/>
        <pc:sldMkLst>
          <pc:docMk/>
          <pc:sldMk cId="1662324514" sldId="258"/>
        </pc:sldMkLst>
      </pc:sldChg>
      <pc:sldChg chg="add del">
        <pc:chgData name="Tea Boon Chian" userId="ab84e6a5-2079-4f96-af03-c8dde00dcc75" providerId="ADAL" clId="{AA44AE59-0576-45F5-B232-6E6C2FF8AC2D}" dt="2023-12-15T05:09:44.698" v="115" actId="47"/>
        <pc:sldMkLst>
          <pc:docMk/>
          <pc:sldMk cId="1063703550" sldId="259"/>
        </pc:sldMkLst>
      </pc:sldChg>
      <pc:sldChg chg="add del">
        <pc:chgData name="Tea Boon Chian" userId="ab84e6a5-2079-4f96-af03-c8dde00dcc75" providerId="ADAL" clId="{AA44AE59-0576-45F5-B232-6E6C2FF8AC2D}" dt="2023-12-15T05:09:44.713" v="116" actId="47"/>
        <pc:sldMkLst>
          <pc:docMk/>
          <pc:sldMk cId="842943060" sldId="260"/>
        </pc:sldMkLst>
      </pc:sldChg>
      <pc:sldChg chg="add del">
        <pc:chgData name="Tea Boon Chian" userId="ab84e6a5-2079-4f96-af03-c8dde00dcc75" providerId="ADAL" clId="{AA44AE59-0576-45F5-B232-6E6C2FF8AC2D}" dt="2023-12-15T05:09:44.760" v="117" actId="47"/>
        <pc:sldMkLst>
          <pc:docMk/>
          <pc:sldMk cId="1706833721" sldId="261"/>
        </pc:sldMkLst>
      </pc:sldChg>
      <pc:sldChg chg="add del">
        <pc:chgData name="Tea Boon Chian" userId="ab84e6a5-2079-4f96-af03-c8dde00dcc75" providerId="ADAL" clId="{AA44AE59-0576-45F5-B232-6E6C2FF8AC2D}" dt="2023-12-15T05:09:44.791" v="118" actId="47"/>
        <pc:sldMkLst>
          <pc:docMk/>
          <pc:sldMk cId="16410029" sldId="262"/>
        </pc:sldMkLst>
      </pc:sldChg>
      <pc:sldChg chg="add del">
        <pc:chgData name="Tea Boon Chian" userId="ab84e6a5-2079-4f96-af03-c8dde00dcc75" providerId="ADAL" clId="{AA44AE59-0576-45F5-B232-6E6C2FF8AC2D}" dt="2023-12-15T05:09:44.823" v="119" actId="47"/>
        <pc:sldMkLst>
          <pc:docMk/>
          <pc:sldMk cId="840531783" sldId="263"/>
        </pc:sldMkLst>
      </pc:sldChg>
      <pc:sldChg chg="add del">
        <pc:chgData name="Tea Boon Chian" userId="ab84e6a5-2079-4f96-af03-c8dde00dcc75" providerId="ADAL" clId="{AA44AE59-0576-45F5-B232-6E6C2FF8AC2D}" dt="2023-12-15T05:09:44.838" v="120" actId="47"/>
        <pc:sldMkLst>
          <pc:docMk/>
          <pc:sldMk cId="3807677416" sldId="264"/>
        </pc:sldMkLst>
      </pc:sldChg>
      <pc:sldChg chg="add del">
        <pc:chgData name="Tea Boon Chian" userId="ab84e6a5-2079-4f96-af03-c8dde00dcc75" providerId="ADAL" clId="{AA44AE59-0576-45F5-B232-6E6C2FF8AC2D}" dt="2023-12-15T05:09:44.885" v="121" actId="47"/>
        <pc:sldMkLst>
          <pc:docMk/>
          <pc:sldMk cId="1059417848" sldId="265"/>
        </pc:sldMkLst>
      </pc:sldChg>
      <pc:sldChg chg="add del">
        <pc:chgData name="Tea Boon Chian" userId="ab84e6a5-2079-4f96-af03-c8dde00dcc75" providerId="ADAL" clId="{AA44AE59-0576-45F5-B232-6E6C2FF8AC2D}" dt="2023-12-15T05:09:44.916" v="122" actId="47"/>
        <pc:sldMkLst>
          <pc:docMk/>
          <pc:sldMk cId="666413791" sldId="266"/>
        </pc:sldMkLst>
      </pc:sldChg>
      <pc:sldChg chg="add del">
        <pc:chgData name="Tea Boon Chian" userId="ab84e6a5-2079-4f96-af03-c8dde00dcc75" providerId="ADAL" clId="{AA44AE59-0576-45F5-B232-6E6C2FF8AC2D}" dt="2023-12-15T05:09:44.948" v="123" actId="47"/>
        <pc:sldMkLst>
          <pc:docMk/>
          <pc:sldMk cId="253372935" sldId="267"/>
        </pc:sldMkLst>
      </pc:sldChg>
      <pc:sldChg chg="add del">
        <pc:chgData name="Tea Boon Chian" userId="ab84e6a5-2079-4f96-af03-c8dde00dcc75" providerId="ADAL" clId="{AA44AE59-0576-45F5-B232-6E6C2FF8AC2D}" dt="2023-12-15T05:09:44.979" v="124" actId="47"/>
        <pc:sldMkLst>
          <pc:docMk/>
          <pc:sldMk cId="2019997530" sldId="268"/>
        </pc:sldMkLst>
      </pc:sldChg>
      <pc:sldChg chg="add del">
        <pc:chgData name="Tea Boon Chian" userId="ab84e6a5-2079-4f96-af03-c8dde00dcc75" providerId="ADAL" clId="{AA44AE59-0576-45F5-B232-6E6C2FF8AC2D}" dt="2023-12-15T05:09:45.010" v="125" actId="47"/>
        <pc:sldMkLst>
          <pc:docMk/>
          <pc:sldMk cId="3176727911" sldId="269"/>
        </pc:sldMkLst>
      </pc:sldChg>
      <pc:sldChg chg="add del">
        <pc:chgData name="Tea Boon Chian" userId="ab84e6a5-2079-4f96-af03-c8dde00dcc75" providerId="ADAL" clId="{AA44AE59-0576-45F5-B232-6E6C2FF8AC2D}" dt="2023-12-15T05:09:45.041" v="126" actId="47"/>
        <pc:sldMkLst>
          <pc:docMk/>
          <pc:sldMk cId="4171417261" sldId="270"/>
        </pc:sldMkLst>
      </pc:sldChg>
      <pc:sldChg chg="add del">
        <pc:chgData name="Tea Boon Chian" userId="ab84e6a5-2079-4f96-af03-c8dde00dcc75" providerId="ADAL" clId="{AA44AE59-0576-45F5-B232-6E6C2FF8AC2D}" dt="2023-12-15T05:09:45.073" v="127" actId="47"/>
        <pc:sldMkLst>
          <pc:docMk/>
          <pc:sldMk cId="2431913347" sldId="271"/>
        </pc:sldMkLst>
      </pc:sldChg>
      <pc:sldChg chg="add del">
        <pc:chgData name="Tea Boon Chian" userId="ab84e6a5-2079-4f96-af03-c8dde00dcc75" providerId="ADAL" clId="{AA44AE59-0576-45F5-B232-6E6C2FF8AC2D}" dt="2023-12-15T05:09:45.104" v="128" actId="47"/>
        <pc:sldMkLst>
          <pc:docMk/>
          <pc:sldMk cId="489480053" sldId="272"/>
        </pc:sldMkLst>
      </pc:sldChg>
      <pc:sldChg chg="add del">
        <pc:chgData name="Tea Boon Chian" userId="ab84e6a5-2079-4f96-af03-c8dde00dcc75" providerId="ADAL" clId="{AA44AE59-0576-45F5-B232-6E6C2FF8AC2D}" dt="2023-12-15T05:09:45.135" v="129" actId="47"/>
        <pc:sldMkLst>
          <pc:docMk/>
          <pc:sldMk cId="3741447698" sldId="273"/>
        </pc:sldMkLst>
      </pc:sldChg>
      <pc:sldChg chg="add del">
        <pc:chgData name="Tea Boon Chian" userId="ab84e6a5-2079-4f96-af03-c8dde00dcc75" providerId="ADAL" clId="{AA44AE59-0576-45F5-B232-6E6C2FF8AC2D}" dt="2023-12-15T05:09:45.166" v="130" actId="47"/>
        <pc:sldMkLst>
          <pc:docMk/>
          <pc:sldMk cId="467719102" sldId="274"/>
        </pc:sldMkLst>
      </pc:sldChg>
      <pc:sldChg chg="add del">
        <pc:chgData name="Tea Boon Chian" userId="ab84e6a5-2079-4f96-af03-c8dde00dcc75" providerId="ADAL" clId="{AA44AE59-0576-45F5-B232-6E6C2FF8AC2D}" dt="2023-12-15T05:09:45.198" v="131" actId="47"/>
        <pc:sldMkLst>
          <pc:docMk/>
          <pc:sldMk cId="2372913472" sldId="275"/>
        </pc:sldMkLst>
      </pc:sldChg>
      <pc:sldChg chg="add del">
        <pc:chgData name="Tea Boon Chian" userId="ab84e6a5-2079-4f96-af03-c8dde00dcc75" providerId="ADAL" clId="{AA44AE59-0576-45F5-B232-6E6C2FF8AC2D}" dt="2023-12-15T05:09:45.244" v="132" actId="47"/>
        <pc:sldMkLst>
          <pc:docMk/>
          <pc:sldMk cId="141406380" sldId="276"/>
        </pc:sldMkLst>
      </pc:sldChg>
      <pc:sldChg chg="add del">
        <pc:chgData name="Tea Boon Chian" userId="ab84e6a5-2079-4f96-af03-c8dde00dcc75" providerId="ADAL" clId="{AA44AE59-0576-45F5-B232-6E6C2FF8AC2D}" dt="2023-12-15T05:09:45.260" v="133" actId="47"/>
        <pc:sldMkLst>
          <pc:docMk/>
          <pc:sldMk cId="1202709561" sldId="277"/>
        </pc:sldMkLst>
      </pc:sldChg>
      <pc:sldChg chg="add del">
        <pc:chgData name="Tea Boon Chian" userId="ab84e6a5-2079-4f96-af03-c8dde00dcc75" providerId="ADAL" clId="{AA44AE59-0576-45F5-B232-6E6C2FF8AC2D}" dt="2023-12-15T05:09:45.291" v="134" actId="47"/>
        <pc:sldMkLst>
          <pc:docMk/>
          <pc:sldMk cId="3565619151" sldId="278"/>
        </pc:sldMkLst>
      </pc:sldChg>
      <pc:sldChg chg="add del">
        <pc:chgData name="Tea Boon Chian" userId="ab84e6a5-2079-4f96-af03-c8dde00dcc75" providerId="ADAL" clId="{AA44AE59-0576-45F5-B232-6E6C2FF8AC2D}" dt="2023-12-15T05:09:45.338" v="135" actId="47"/>
        <pc:sldMkLst>
          <pc:docMk/>
          <pc:sldMk cId="3792441103" sldId="279"/>
        </pc:sldMkLst>
      </pc:sldChg>
      <pc:sldChg chg="add del">
        <pc:chgData name="Tea Boon Chian" userId="ab84e6a5-2079-4f96-af03-c8dde00dcc75" providerId="ADAL" clId="{AA44AE59-0576-45F5-B232-6E6C2FF8AC2D}" dt="2023-12-15T05:09:45.369" v="136" actId="47"/>
        <pc:sldMkLst>
          <pc:docMk/>
          <pc:sldMk cId="41992460" sldId="280"/>
        </pc:sldMkLst>
      </pc:sldChg>
      <pc:sldChg chg="add del">
        <pc:chgData name="Tea Boon Chian" userId="ab84e6a5-2079-4f96-af03-c8dde00dcc75" providerId="ADAL" clId="{AA44AE59-0576-45F5-B232-6E6C2FF8AC2D}" dt="2023-12-15T05:09:45.401" v="137" actId="47"/>
        <pc:sldMkLst>
          <pc:docMk/>
          <pc:sldMk cId="4056908427" sldId="281"/>
        </pc:sldMkLst>
      </pc:sldChg>
      <pc:sldChg chg="add del">
        <pc:chgData name="Tea Boon Chian" userId="ab84e6a5-2079-4f96-af03-c8dde00dcc75" providerId="ADAL" clId="{AA44AE59-0576-45F5-B232-6E6C2FF8AC2D}" dt="2023-12-15T05:09:45.432" v="138" actId="47"/>
        <pc:sldMkLst>
          <pc:docMk/>
          <pc:sldMk cId="1501970631" sldId="282"/>
        </pc:sldMkLst>
      </pc:sldChg>
      <pc:sldChg chg="add del">
        <pc:chgData name="Tea Boon Chian" userId="ab84e6a5-2079-4f96-af03-c8dde00dcc75" providerId="ADAL" clId="{AA44AE59-0576-45F5-B232-6E6C2FF8AC2D}" dt="2023-12-15T05:09:45.463" v="139" actId="47"/>
        <pc:sldMkLst>
          <pc:docMk/>
          <pc:sldMk cId="4087507873" sldId="283"/>
        </pc:sldMkLst>
      </pc:sldChg>
      <pc:sldChg chg="add del">
        <pc:chgData name="Tea Boon Chian" userId="ab84e6a5-2079-4f96-af03-c8dde00dcc75" providerId="ADAL" clId="{AA44AE59-0576-45F5-B232-6E6C2FF8AC2D}" dt="2023-12-15T05:09:45.494" v="140" actId="47"/>
        <pc:sldMkLst>
          <pc:docMk/>
          <pc:sldMk cId="2420312264" sldId="284"/>
        </pc:sldMkLst>
      </pc:sldChg>
      <pc:sldChg chg="add del">
        <pc:chgData name="Tea Boon Chian" userId="ab84e6a5-2079-4f96-af03-c8dde00dcc75" providerId="ADAL" clId="{AA44AE59-0576-45F5-B232-6E6C2FF8AC2D}" dt="2023-12-15T05:09:45.526" v="141" actId="47"/>
        <pc:sldMkLst>
          <pc:docMk/>
          <pc:sldMk cId="1614640911" sldId="285"/>
        </pc:sldMkLst>
      </pc:sldChg>
      <pc:sldChg chg="add del">
        <pc:chgData name="Tea Boon Chian" userId="ab84e6a5-2079-4f96-af03-c8dde00dcc75" providerId="ADAL" clId="{AA44AE59-0576-45F5-B232-6E6C2FF8AC2D}" dt="2023-12-15T05:09:45.557" v="142" actId="47"/>
        <pc:sldMkLst>
          <pc:docMk/>
          <pc:sldMk cId="714601628" sldId="286"/>
        </pc:sldMkLst>
      </pc:sldChg>
      <pc:sldChg chg="add del">
        <pc:chgData name="Tea Boon Chian" userId="ab84e6a5-2079-4f96-af03-c8dde00dcc75" providerId="ADAL" clId="{AA44AE59-0576-45F5-B232-6E6C2FF8AC2D}" dt="2023-12-15T05:09:45.588" v="143" actId="47"/>
        <pc:sldMkLst>
          <pc:docMk/>
          <pc:sldMk cId="3655841833" sldId="287"/>
        </pc:sldMkLst>
      </pc:sldChg>
      <pc:sldChg chg="add del">
        <pc:chgData name="Tea Boon Chian" userId="ab84e6a5-2079-4f96-af03-c8dde00dcc75" providerId="ADAL" clId="{AA44AE59-0576-45F5-B232-6E6C2FF8AC2D}" dt="2023-12-15T05:09:45.635" v="144" actId="47"/>
        <pc:sldMkLst>
          <pc:docMk/>
          <pc:sldMk cId="2578507643" sldId="288"/>
        </pc:sldMkLst>
      </pc:sldChg>
      <pc:sldChg chg="add del">
        <pc:chgData name="Tea Boon Chian" userId="ab84e6a5-2079-4f96-af03-c8dde00dcc75" providerId="ADAL" clId="{AA44AE59-0576-45F5-B232-6E6C2FF8AC2D}" dt="2023-12-15T05:09:45.666" v="145" actId="47"/>
        <pc:sldMkLst>
          <pc:docMk/>
          <pc:sldMk cId="3175628453" sldId="289"/>
        </pc:sldMkLst>
      </pc:sldChg>
      <pc:sldChg chg="add del">
        <pc:chgData name="Tea Boon Chian" userId="ab84e6a5-2079-4f96-af03-c8dde00dcc75" providerId="ADAL" clId="{AA44AE59-0576-45F5-B232-6E6C2FF8AC2D}" dt="2023-12-15T05:09:45.697" v="146" actId="47"/>
        <pc:sldMkLst>
          <pc:docMk/>
          <pc:sldMk cId="326800007" sldId="290"/>
        </pc:sldMkLst>
      </pc:sldChg>
      <pc:sldChg chg="add del">
        <pc:chgData name="Tea Boon Chian" userId="ab84e6a5-2079-4f96-af03-c8dde00dcc75" providerId="ADAL" clId="{AA44AE59-0576-45F5-B232-6E6C2FF8AC2D}" dt="2023-12-15T05:09:45.729" v="147" actId="47"/>
        <pc:sldMkLst>
          <pc:docMk/>
          <pc:sldMk cId="2359508690" sldId="291"/>
        </pc:sldMkLst>
      </pc:sldChg>
      <pc:sldChg chg="add del">
        <pc:chgData name="Tea Boon Chian" userId="ab84e6a5-2079-4f96-af03-c8dde00dcc75" providerId="ADAL" clId="{AA44AE59-0576-45F5-B232-6E6C2FF8AC2D}" dt="2023-12-15T05:09:45.760" v="148" actId="47"/>
        <pc:sldMkLst>
          <pc:docMk/>
          <pc:sldMk cId="968637040" sldId="292"/>
        </pc:sldMkLst>
      </pc:sldChg>
      <pc:sldChg chg="add del">
        <pc:chgData name="Tea Boon Chian" userId="ab84e6a5-2079-4f96-af03-c8dde00dcc75" providerId="ADAL" clId="{AA44AE59-0576-45F5-B232-6E6C2FF8AC2D}" dt="2023-12-15T05:09:45.791" v="149" actId="47"/>
        <pc:sldMkLst>
          <pc:docMk/>
          <pc:sldMk cId="3618200344" sldId="293"/>
        </pc:sldMkLst>
      </pc:sldChg>
      <pc:sldChg chg="add del">
        <pc:chgData name="Tea Boon Chian" userId="ab84e6a5-2079-4f96-af03-c8dde00dcc75" providerId="ADAL" clId="{AA44AE59-0576-45F5-B232-6E6C2FF8AC2D}" dt="2023-12-15T05:09:45.822" v="150" actId="47"/>
        <pc:sldMkLst>
          <pc:docMk/>
          <pc:sldMk cId="3143085922" sldId="294"/>
        </pc:sldMkLst>
      </pc:sldChg>
      <pc:sldChg chg="add del">
        <pc:chgData name="Tea Boon Chian" userId="ab84e6a5-2079-4f96-af03-c8dde00dcc75" providerId="ADAL" clId="{AA44AE59-0576-45F5-B232-6E6C2FF8AC2D}" dt="2023-12-15T05:09:45.869" v="151" actId="47"/>
        <pc:sldMkLst>
          <pc:docMk/>
          <pc:sldMk cId="2101357360" sldId="295"/>
        </pc:sldMkLst>
      </pc:sldChg>
      <pc:sldChg chg="add del">
        <pc:chgData name="Tea Boon Chian" userId="ab84e6a5-2079-4f96-af03-c8dde00dcc75" providerId="ADAL" clId="{AA44AE59-0576-45F5-B232-6E6C2FF8AC2D}" dt="2023-12-15T05:09:45.901" v="152" actId="47"/>
        <pc:sldMkLst>
          <pc:docMk/>
          <pc:sldMk cId="2482591786" sldId="296"/>
        </pc:sldMkLst>
      </pc:sldChg>
      <pc:sldChg chg="add del">
        <pc:chgData name="Tea Boon Chian" userId="ab84e6a5-2079-4f96-af03-c8dde00dcc75" providerId="ADAL" clId="{AA44AE59-0576-45F5-B232-6E6C2FF8AC2D}" dt="2023-12-15T05:09:45.916" v="153" actId="47"/>
        <pc:sldMkLst>
          <pc:docMk/>
          <pc:sldMk cId="4016479204" sldId="297"/>
        </pc:sldMkLst>
      </pc:sldChg>
      <pc:sldChg chg="add del">
        <pc:chgData name="Tea Boon Chian" userId="ab84e6a5-2079-4f96-af03-c8dde00dcc75" providerId="ADAL" clId="{AA44AE59-0576-45F5-B232-6E6C2FF8AC2D}" dt="2023-12-15T05:09:45.947" v="154" actId="47"/>
        <pc:sldMkLst>
          <pc:docMk/>
          <pc:sldMk cId="1710359814" sldId="298"/>
        </pc:sldMkLst>
      </pc:sldChg>
      <pc:sldChg chg="add del">
        <pc:chgData name="Tea Boon Chian" userId="ab84e6a5-2079-4f96-af03-c8dde00dcc75" providerId="ADAL" clId="{AA44AE59-0576-45F5-B232-6E6C2FF8AC2D}" dt="2023-12-15T05:09:45.994" v="155" actId="47"/>
        <pc:sldMkLst>
          <pc:docMk/>
          <pc:sldMk cId="1032296040" sldId="299"/>
        </pc:sldMkLst>
      </pc:sldChg>
      <pc:sldChg chg="add del">
        <pc:chgData name="Tea Boon Chian" userId="ab84e6a5-2079-4f96-af03-c8dde00dcc75" providerId="ADAL" clId="{AA44AE59-0576-45F5-B232-6E6C2FF8AC2D}" dt="2023-12-15T05:09:46.026" v="156" actId="47"/>
        <pc:sldMkLst>
          <pc:docMk/>
          <pc:sldMk cId="739145558" sldId="300"/>
        </pc:sldMkLst>
      </pc:sldChg>
      <pc:sldChg chg="add del">
        <pc:chgData name="Tea Boon Chian" userId="ab84e6a5-2079-4f96-af03-c8dde00dcc75" providerId="ADAL" clId="{AA44AE59-0576-45F5-B232-6E6C2FF8AC2D}" dt="2023-12-15T05:09:46.057" v="157" actId="47"/>
        <pc:sldMkLst>
          <pc:docMk/>
          <pc:sldMk cId="1607583024" sldId="301"/>
        </pc:sldMkLst>
      </pc:sldChg>
      <pc:sldChg chg="add del">
        <pc:chgData name="Tea Boon Chian" userId="ab84e6a5-2079-4f96-af03-c8dde00dcc75" providerId="ADAL" clId="{AA44AE59-0576-45F5-B232-6E6C2FF8AC2D}" dt="2023-12-15T05:09:46.088" v="158" actId="47"/>
        <pc:sldMkLst>
          <pc:docMk/>
          <pc:sldMk cId="3782859754" sldId="302"/>
        </pc:sldMkLst>
      </pc:sldChg>
      <pc:sldChg chg="add del">
        <pc:chgData name="Tea Boon Chian" userId="ab84e6a5-2079-4f96-af03-c8dde00dcc75" providerId="ADAL" clId="{AA44AE59-0576-45F5-B232-6E6C2FF8AC2D}" dt="2023-12-15T05:09:46.119" v="159" actId="47"/>
        <pc:sldMkLst>
          <pc:docMk/>
          <pc:sldMk cId="1311839434" sldId="303"/>
        </pc:sldMkLst>
      </pc:sldChg>
      <pc:sldChg chg="add del">
        <pc:chgData name="Tea Boon Chian" userId="ab84e6a5-2079-4f96-af03-c8dde00dcc75" providerId="ADAL" clId="{AA44AE59-0576-45F5-B232-6E6C2FF8AC2D}" dt="2023-12-15T05:09:46.151" v="160" actId="47"/>
        <pc:sldMkLst>
          <pc:docMk/>
          <pc:sldMk cId="2433256002" sldId="304"/>
        </pc:sldMkLst>
      </pc:sldChg>
      <pc:sldChg chg="add del">
        <pc:chgData name="Tea Boon Chian" userId="ab84e6a5-2079-4f96-af03-c8dde00dcc75" providerId="ADAL" clId="{AA44AE59-0576-45F5-B232-6E6C2FF8AC2D}" dt="2023-12-15T05:09:46.182" v="161" actId="47"/>
        <pc:sldMkLst>
          <pc:docMk/>
          <pc:sldMk cId="1138585673" sldId="305"/>
        </pc:sldMkLst>
      </pc:sldChg>
      <pc:sldChg chg="add del">
        <pc:chgData name="Tea Boon Chian" userId="ab84e6a5-2079-4f96-af03-c8dde00dcc75" providerId="ADAL" clId="{AA44AE59-0576-45F5-B232-6E6C2FF8AC2D}" dt="2023-12-15T05:09:46.682" v="162" actId="47"/>
        <pc:sldMkLst>
          <pc:docMk/>
          <pc:sldMk cId="4151401034" sldId="306"/>
        </pc:sldMkLst>
      </pc:sldChg>
      <pc:sldChg chg="add del">
        <pc:chgData name="Tea Boon Chian" userId="ab84e6a5-2079-4f96-af03-c8dde00dcc75" providerId="ADAL" clId="{AA44AE59-0576-45F5-B232-6E6C2FF8AC2D}" dt="2023-12-15T05:09:46.885" v="163" actId="47"/>
        <pc:sldMkLst>
          <pc:docMk/>
          <pc:sldMk cId="2583823809" sldId="307"/>
        </pc:sldMkLst>
      </pc:sldChg>
      <pc:sldChg chg="add del">
        <pc:chgData name="Tea Boon Chian" userId="ab84e6a5-2079-4f96-af03-c8dde00dcc75" providerId="ADAL" clId="{AA44AE59-0576-45F5-B232-6E6C2FF8AC2D}" dt="2023-12-15T05:09:56.321" v="167" actId="47"/>
        <pc:sldMkLst>
          <pc:docMk/>
          <pc:sldMk cId="3015288832" sldId="308"/>
        </pc:sldMkLst>
      </pc:sldChg>
      <pc:sldChg chg="modSp add mod">
        <pc:chgData name="Tea Boon Chian" userId="ab84e6a5-2079-4f96-af03-c8dde00dcc75" providerId="ADAL" clId="{AA44AE59-0576-45F5-B232-6E6C2FF8AC2D}" dt="2023-12-15T05:09:09.785" v="97" actId="403"/>
        <pc:sldMkLst>
          <pc:docMk/>
          <pc:sldMk cId="1072975830" sldId="309"/>
        </pc:sldMkLst>
        <pc:spChg chg="mod">
          <ac:chgData name="Tea Boon Chian" userId="ab84e6a5-2079-4f96-af03-c8dde00dcc75" providerId="ADAL" clId="{AA44AE59-0576-45F5-B232-6E6C2FF8AC2D}" dt="2023-12-15T05:09:09.785" v="97" actId="403"/>
          <ac:spMkLst>
            <pc:docMk/>
            <pc:sldMk cId="1072975830" sldId="309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15T05:08:47.627" v="87"/>
          <ac:spMkLst>
            <pc:docMk/>
            <pc:sldMk cId="1072975830" sldId="309"/>
            <ac:spMk id="3" creationId="{A3808814-91EE-A118-1CDC-F0A6E20AEAE4}"/>
          </ac:spMkLst>
        </pc:spChg>
      </pc:sldChg>
      <pc:sldChg chg="delSp modSp add mod">
        <pc:chgData name="Tea Boon Chian" userId="ab84e6a5-2079-4f96-af03-c8dde00dcc75" providerId="ADAL" clId="{AA44AE59-0576-45F5-B232-6E6C2FF8AC2D}" dt="2023-12-15T05:08:35.893" v="85" actId="403"/>
        <pc:sldMkLst>
          <pc:docMk/>
          <pc:sldMk cId="53684527" sldId="310"/>
        </pc:sldMkLst>
        <pc:spChg chg="mod">
          <ac:chgData name="Tea Boon Chian" userId="ab84e6a5-2079-4f96-af03-c8dde00dcc75" providerId="ADAL" clId="{AA44AE59-0576-45F5-B232-6E6C2FF8AC2D}" dt="2023-12-15T05:08:35.893" v="85" actId="403"/>
          <ac:spMkLst>
            <pc:docMk/>
            <pc:sldMk cId="53684527" sldId="310"/>
            <ac:spMk id="2" creationId="{F898252A-BDF4-DE41-0675-3D42055ECA08}"/>
          </ac:spMkLst>
        </pc:spChg>
        <pc:spChg chg="del">
          <ac:chgData name="Tea Boon Chian" userId="ab84e6a5-2079-4f96-af03-c8dde00dcc75" providerId="ADAL" clId="{AA44AE59-0576-45F5-B232-6E6C2FF8AC2D}" dt="2023-12-15T05:08:17.570" v="64" actId="478"/>
          <ac:spMkLst>
            <pc:docMk/>
            <pc:sldMk cId="53684527" sldId="310"/>
            <ac:spMk id="3" creationId="{A3808814-91EE-A118-1CDC-F0A6E20AEAE4}"/>
          </ac:spMkLst>
        </pc:spChg>
      </pc:sldChg>
      <pc:sldChg chg="modSp add mod">
        <pc:chgData name="Tea Boon Chian" userId="ab84e6a5-2079-4f96-af03-c8dde00dcc75" providerId="ADAL" clId="{AA44AE59-0576-45F5-B232-6E6C2FF8AC2D}" dt="2023-12-26T00:51:19.708" v="18468" actId="113"/>
        <pc:sldMkLst>
          <pc:docMk/>
          <pc:sldMk cId="1793605618" sldId="311"/>
        </pc:sldMkLst>
        <pc:spChg chg="mod">
          <ac:chgData name="Tea Boon Chian" userId="ab84e6a5-2079-4f96-af03-c8dde00dcc75" providerId="ADAL" clId="{AA44AE59-0576-45F5-B232-6E6C2FF8AC2D}" dt="2023-12-24T08:39:00.752" v="18292" actId="113"/>
          <ac:spMkLst>
            <pc:docMk/>
            <pc:sldMk cId="1793605618" sldId="311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6T00:51:19.708" v="18468" actId="113"/>
          <ac:spMkLst>
            <pc:docMk/>
            <pc:sldMk cId="1793605618" sldId="311"/>
            <ac:spMk id="3" creationId="{A3808814-91EE-A118-1CDC-F0A6E20AEAE4}"/>
          </ac:spMkLst>
        </pc:spChg>
      </pc:sldChg>
      <pc:sldChg chg="delSp modSp add mod ord">
        <pc:chgData name="Tea Boon Chian" userId="ab84e6a5-2079-4f96-af03-c8dde00dcc75" providerId="ADAL" clId="{AA44AE59-0576-45F5-B232-6E6C2FF8AC2D}" dt="2023-12-18T05:41:32.415" v="1687"/>
        <pc:sldMkLst>
          <pc:docMk/>
          <pc:sldMk cId="1982850844" sldId="312"/>
        </pc:sldMkLst>
        <pc:spChg chg="mod">
          <ac:chgData name="Tea Boon Chian" userId="ab84e6a5-2079-4f96-af03-c8dde00dcc75" providerId="ADAL" clId="{AA44AE59-0576-45F5-B232-6E6C2FF8AC2D}" dt="2023-12-15T17:20:33.829" v="734" actId="207"/>
          <ac:spMkLst>
            <pc:docMk/>
            <pc:sldMk cId="1982850844" sldId="312"/>
            <ac:spMk id="2" creationId="{F898252A-BDF4-DE41-0675-3D42055ECA08}"/>
          </ac:spMkLst>
        </pc:spChg>
        <pc:spChg chg="del">
          <ac:chgData name="Tea Boon Chian" userId="ab84e6a5-2079-4f96-af03-c8dde00dcc75" providerId="ADAL" clId="{AA44AE59-0576-45F5-B232-6E6C2FF8AC2D}" dt="2023-12-15T17:19:59.816" v="696" actId="478"/>
          <ac:spMkLst>
            <pc:docMk/>
            <pc:sldMk cId="1982850844" sldId="312"/>
            <ac:spMk id="3" creationId="{A3808814-91EE-A118-1CDC-F0A6E20AEAE4}"/>
          </ac:spMkLst>
        </pc:spChg>
      </pc:sldChg>
      <pc:sldChg chg="modSp add mod">
        <pc:chgData name="Tea Boon Chian" userId="ab84e6a5-2079-4f96-af03-c8dde00dcc75" providerId="ADAL" clId="{AA44AE59-0576-45F5-B232-6E6C2FF8AC2D}" dt="2023-12-18T05:51:41.741" v="2498" actId="113"/>
        <pc:sldMkLst>
          <pc:docMk/>
          <pc:sldMk cId="598597358" sldId="313"/>
        </pc:sldMkLst>
        <pc:spChg chg="mod">
          <ac:chgData name="Tea Boon Chian" userId="ab84e6a5-2079-4f96-af03-c8dde00dcc75" providerId="ADAL" clId="{AA44AE59-0576-45F5-B232-6E6C2FF8AC2D}" dt="2023-12-18T05:44:58.663" v="1932" actId="207"/>
          <ac:spMkLst>
            <pc:docMk/>
            <pc:sldMk cId="598597358" sldId="313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18T05:51:41.741" v="2498" actId="113"/>
          <ac:spMkLst>
            <pc:docMk/>
            <pc:sldMk cId="598597358" sldId="313"/>
            <ac:spMk id="3" creationId="{A3808814-91EE-A118-1CDC-F0A6E20AEAE4}"/>
          </ac:spMkLst>
        </pc:spChg>
      </pc:sldChg>
      <pc:sldChg chg="addSp delSp modSp add mod">
        <pc:chgData name="Tea Boon Chian" userId="ab84e6a5-2079-4f96-af03-c8dde00dcc75" providerId="ADAL" clId="{AA44AE59-0576-45F5-B232-6E6C2FF8AC2D}" dt="2023-12-21T01:35:05.941" v="9885" actId="5793"/>
        <pc:sldMkLst>
          <pc:docMk/>
          <pc:sldMk cId="3101120945" sldId="314"/>
        </pc:sldMkLst>
        <pc:spChg chg="mod">
          <ac:chgData name="Tea Boon Chian" userId="ab84e6a5-2079-4f96-af03-c8dde00dcc75" providerId="ADAL" clId="{AA44AE59-0576-45F5-B232-6E6C2FF8AC2D}" dt="2023-12-21T01:35:05.941" v="9885" actId="5793"/>
          <ac:spMkLst>
            <pc:docMk/>
            <pc:sldMk cId="3101120945" sldId="314"/>
            <ac:spMk id="2" creationId="{F898252A-BDF4-DE41-0675-3D42055ECA08}"/>
          </ac:spMkLst>
        </pc:spChg>
        <pc:spChg chg="del">
          <ac:chgData name="Tea Boon Chian" userId="ab84e6a5-2079-4f96-af03-c8dde00dcc75" providerId="ADAL" clId="{AA44AE59-0576-45F5-B232-6E6C2FF8AC2D}" dt="2023-12-20T12:44:39.210" v="7540"/>
          <ac:spMkLst>
            <pc:docMk/>
            <pc:sldMk cId="3101120945" sldId="314"/>
            <ac:spMk id="3" creationId="{A3808814-91EE-A118-1CDC-F0A6E20AEAE4}"/>
          </ac:spMkLst>
        </pc:spChg>
        <pc:picChg chg="add mod">
          <ac:chgData name="Tea Boon Chian" userId="ab84e6a5-2079-4f96-af03-c8dde00dcc75" providerId="ADAL" clId="{AA44AE59-0576-45F5-B232-6E6C2FF8AC2D}" dt="2023-12-20T12:49:02.075" v="7899" actId="1076"/>
          <ac:picMkLst>
            <pc:docMk/>
            <pc:sldMk cId="3101120945" sldId="314"/>
            <ac:picMk id="4" creationId="{745E9752-4F7E-7EA4-3167-F148FC717A55}"/>
          </ac:picMkLst>
        </pc:picChg>
      </pc:sldChg>
      <pc:sldChg chg="modSp add mod">
        <pc:chgData name="Tea Boon Chian" userId="ab84e6a5-2079-4f96-af03-c8dde00dcc75" providerId="ADAL" clId="{AA44AE59-0576-45F5-B232-6E6C2FF8AC2D}" dt="2023-12-24T08:50:24.874" v="18314" actId="20577"/>
        <pc:sldMkLst>
          <pc:docMk/>
          <pc:sldMk cId="4070709917" sldId="315"/>
        </pc:sldMkLst>
        <pc:spChg chg="mod">
          <ac:chgData name="Tea Boon Chian" userId="ab84e6a5-2079-4f96-af03-c8dde00dcc75" providerId="ADAL" clId="{AA44AE59-0576-45F5-B232-6E6C2FF8AC2D}" dt="2023-12-19T10:27:37.251" v="6679" actId="20577"/>
          <ac:spMkLst>
            <pc:docMk/>
            <pc:sldMk cId="4070709917" sldId="315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4T08:50:24.874" v="18314" actId="20577"/>
          <ac:spMkLst>
            <pc:docMk/>
            <pc:sldMk cId="4070709917" sldId="315"/>
            <ac:spMk id="3" creationId="{A3808814-91EE-A118-1CDC-F0A6E20AEAE4}"/>
          </ac:spMkLst>
        </pc:spChg>
      </pc:sldChg>
      <pc:sldChg chg="modSp add mod">
        <pc:chgData name="Tea Boon Chian" userId="ab84e6a5-2079-4f96-af03-c8dde00dcc75" providerId="ADAL" clId="{AA44AE59-0576-45F5-B232-6E6C2FF8AC2D}" dt="2023-12-24T08:51:56.812" v="18332" actId="20577"/>
        <pc:sldMkLst>
          <pc:docMk/>
          <pc:sldMk cId="2838992064" sldId="316"/>
        </pc:sldMkLst>
        <pc:spChg chg="mod">
          <ac:chgData name="Tea Boon Chian" userId="ab84e6a5-2079-4f96-af03-c8dde00dcc75" providerId="ADAL" clId="{AA44AE59-0576-45F5-B232-6E6C2FF8AC2D}" dt="2023-12-21T02:49:18.353" v="10152" actId="113"/>
          <ac:spMkLst>
            <pc:docMk/>
            <pc:sldMk cId="2838992064" sldId="316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4T08:51:56.812" v="18332" actId="20577"/>
          <ac:spMkLst>
            <pc:docMk/>
            <pc:sldMk cId="2838992064" sldId="316"/>
            <ac:spMk id="3" creationId="{A3808814-91EE-A118-1CDC-F0A6E20AEAE4}"/>
          </ac:spMkLst>
        </pc:spChg>
      </pc:sldChg>
      <pc:sldChg chg="modSp add mod ord">
        <pc:chgData name="Tea Boon Chian" userId="ab84e6a5-2079-4f96-af03-c8dde00dcc75" providerId="ADAL" clId="{AA44AE59-0576-45F5-B232-6E6C2FF8AC2D}" dt="2023-12-24T08:57:12.350" v="18403" actId="207"/>
        <pc:sldMkLst>
          <pc:docMk/>
          <pc:sldMk cId="3973749756" sldId="317"/>
        </pc:sldMkLst>
        <pc:spChg chg="mod">
          <ac:chgData name="Tea Boon Chian" userId="ab84e6a5-2079-4f96-af03-c8dde00dcc75" providerId="ADAL" clId="{AA44AE59-0576-45F5-B232-6E6C2FF8AC2D}" dt="2023-12-23T15:11:24.618" v="14513" actId="207"/>
          <ac:spMkLst>
            <pc:docMk/>
            <pc:sldMk cId="3973749756" sldId="317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4T08:57:12.350" v="18403" actId="207"/>
          <ac:spMkLst>
            <pc:docMk/>
            <pc:sldMk cId="3973749756" sldId="317"/>
            <ac:spMk id="3" creationId="{A3808814-91EE-A118-1CDC-F0A6E20AEAE4}"/>
          </ac:spMkLst>
        </pc:spChg>
      </pc:sldChg>
      <pc:sldChg chg="addSp modSp add mod">
        <pc:chgData name="Tea Boon Chian" userId="ab84e6a5-2079-4f96-af03-c8dde00dcc75" providerId="ADAL" clId="{AA44AE59-0576-45F5-B232-6E6C2FF8AC2D}" dt="2023-12-18T05:40:26.452" v="1682" actId="1076"/>
        <pc:sldMkLst>
          <pc:docMk/>
          <pc:sldMk cId="2571960982" sldId="318"/>
        </pc:sldMkLst>
        <pc:spChg chg="mod">
          <ac:chgData name="Tea Boon Chian" userId="ab84e6a5-2079-4f96-af03-c8dde00dcc75" providerId="ADAL" clId="{AA44AE59-0576-45F5-B232-6E6C2FF8AC2D}" dt="2023-12-18T05:39:21.469" v="1668" actId="14100"/>
          <ac:spMkLst>
            <pc:docMk/>
            <pc:sldMk cId="2571960982" sldId="318"/>
            <ac:spMk id="2" creationId="{F898252A-BDF4-DE41-0675-3D42055ECA08}"/>
          </ac:spMkLst>
        </pc:spChg>
        <pc:picChg chg="add mod">
          <ac:chgData name="Tea Boon Chian" userId="ab84e6a5-2079-4f96-af03-c8dde00dcc75" providerId="ADAL" clId="{AA44AE59-0576-45F5-B232-6E6C2FF8AC2D}" dt="2023-12-18T05:40:26.452" v="1682" actId="1076"/>
          <ac:picMkLst>
            <pc:docMk/>
            <pc:sldMk cId="2571960982" sldId="318"/>
            <ac:picMk id="1026" creationId="{C67FFAFD-1CC2-51FA-7256-B2B113B9B3F4}"/>
          </ac:picMkLst>
        </pc:picChg>
        <pc:picChg chg="add mod">
          <ac:chgData name="Tea Boon Chian" userId="ab84e6a5-2079-4f96-af03-c8dde00dcc75" providerId="ADAL" clId="{AA44AE59-0576-45F5-B232-6E6C2FF8AC2D}" dt="2023-12-18T05:40:26.452" v="1682" actId="1076"/>
          <ac:picMkLst>
            <pc:docMk/>
            <pc:sldMk cId="2571960982" sldId="318"/>
            <ac:picMk id="1028" creationId="{3C827A86-5603-D41E-ADA6-04059E14A121}"/>
          </ac:picMkLst>
        </pc:picChg>
      </pc:sldChg>
      <pc:sldChg chg="modSp add del mod">
        <pc:chgData name="Tea Boon Chian" userId="ab84e6a5-2079-4f96-af03-c8dde00dcc75" providerId="ADAL" clId="{AA44AE59-0576-45F5-B232-6E6C2FF8AC2D}" dt="2023-12-18T05:29:48.789" v="1628" actId="2696"/>
        <pc:sldMkLst>
          <pc:docMk/>
          <pc:sldMk cId="1246740306" sldId="319"/>
        </pc:sldMkLst>
        <pc:spChg chg="mod">
          <ac:chgData name="Tea Boon Chian" userId="ab84e6a5-2079-4f96-af03-c8dde00dcc75" providerId="ADAL" clId="{AA44AE59-0576-45F5-B232-6E6C2FF8AC2D}" dt="2023-12-15T17:21:34.692" v="810" actId="207"/>
          <ac:spMkLst>
            <pc:docMk/>
            <pc:sldMk cId="1246740306" sldId="319"/>
            <ac:spMk id="2" creationId="{F898252A-BDF4-DE41-0675-3D42055ECA08}"/>
          </ac:spMkLst>
        </pc:spChg>
      </pc:sldChg>
      <pc:sldChg chg="add">
        <pc:chgData name="Tea Boon Chian" userId="ab84e6a5-2079-4f96-af03-c8dde00dcc75" providerId="ADAL" clId="{AA44AE59-0576-45F5-B232-6E6C2FF8AC2D}" dt="2023-12-18T05:41:36.206" v="1689"/>
        <pc:sldMkLst>
          <pc:docMk/>
          <pc:sldMk cId="2344540731" sldId="319"/>
        </pc:sldMkLst>
      </pc:sldChg>
      <pc:sldChg chg="addSp modSp add del mod">
        <pc:chgData name="Tea Boon Chian" userId="ab84e6a5-2079-4f96-af03-c8dde00dcc75" providerId="ADAL" clId="{AA44AE59-0576-45F5-B232-6E6C2FF8AC2D}" dt="2023-12-18T05:41:34.362" v="1688" actId="2696"/>
        <pc:sldMkLst>
          <pc:docMk/>
          <pc:sldMk cId="2630900987" sldId="319"/>
        </pc:sldMkLst>
        <pc:spChg chg="mod">
          <ac:chgData name="Tea Boon Chian" userId="ab84e6a5-2079-4f96-af03-c8dde00dcc75" providerId="ADAL" clId="{AA44AE59-0576-45F5-B232-6E6C2FF8AC2D}" dt="2023-12-18T05:38:53.889" v="1659" actId="20577"/>
          <ac:spMkLst>
            <pc:docMk/>
            <pc:sldMk cId="2630900987" sldId="319"/>
            <ac:spMk id="2" creationId="{F898252A-BDF4-DE41-0675-3D42055ECA08}"/>
          </ac:spMkLst>
        </pc:spChg>
        <pc:picChg chg="add mod">
          <ac:chgData name="Tea Boon Chian" userId="ab84e6a5-2079-4f96-af03-c8dde00dcc75" providerId="ADAL" clId="{AA44AE59-0576-45F5-B232-6E6C2FF8AC2D}" dt="2023-12-18T05:37:33.457" v="1650" actId="1076"/>
          <ac:picMkLst>
            <pc:docMk/>
            <pc:sldMk cId="2630900987" sldId="319"/>
            <ac:picMk id="2050" creationId="{55239F88-9E84-E00D-0129-822DC7C647B0}"/>
          </ac:picMkLst>
        </pc:picChg>
        <pc:picChg chg="add mod">
          <ac:chgData name="Tea Boon Chian" userId="ab84e6a5-2079-4f96-af03-c8dde00dcc75" providerId="ADAL" clId="{AA44AE59-0576-45F5-B232-6E6C2FF8AC2D}" dt="2023-12-18T05:37:35.937" v="1651" actId="1076"/>
          <ac:picMkLst>
            <pc:docMk/>
            <pc:sldMk cId="2630900987" sldId="319"/>
            <ac:picMk id="2052" creationId="{761373FE-76EB-267A-FDF5-E02818EFE3DB}"/>
          </ac:picMkLst>
        </pc:picChg>
        <pc:picChg chg="add mod">
          <ac:chgData name="Tea Boon Chian" userId="ab84e6a5-2079-4f96-af03-c8dde00dcc75" providerId="ADAL" clId="{AA44AE59-0576-45F5-B232-6E6C2FF8AC2D}" dt="2023-12-18T05:38:51.533" v="1656" actId="1076"/>
          <ac:picMkLst>
            <pc:docMk/>
            <pc:sldMk cId="2630900987" sldId="319"/>
            <ac:picMk id="2054" creationId="{6BB6E223-0C4E-DB63-0734-2102D2F8ED18}"/>
          </ac:picMkLst>
        </pc:picChg>
      </pc:sldChg>
      <pc:sldChg chg="addSp delSp modSp add mod">
        <pc:chgData name="Tea Boon Chian" userId="ab84e6a5-2079-4f96-af03-c8dde00dcc75" providerId="ADAL" clId="{AA44AE59-0576-45F5-B232-6E6C2FF8AC2D}" dt="2024-01-18T04:53:37.842" v="18512"/>
        <pc:sldMkLst>
          <pc:docMk/>
          <pc:sldMk cId="1931391803" sldId="320"/>
        </pc:sldMkLst>
        <pc:spChg chg="mod">
          <ac:chgData name="Tea Boon Chian" userId="ab84e6a5-2079-4f96-af03-c8dde00dcc75" providerId="ADAL" clId="{AA44AE59-0576-45F5-B232-6E6C2FF8AC2D}" dt="2023-12-21T02:49:23.360" v="10154" actId="20577"/>
          <ac:spMkLst>
            <pc:docMk/>
            <pc:sldMk cId="1931391803" sldId="320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4T08:53:39.047" v="18356" actId="207"/>
          <ac:spMkLst>
            <pc:docMk/>
            <pc:sldMk cId="1931391803" sldId="320"/>
            <ac:spMk id="3" creationId="{A3808814-91EE-A118-1CDC-F0A6E20AEAE4}"/>
          </ac:spMkLst>
        </pc:spChg>
        <pc:inkChg chg="add del">
          <ac:chgData name="Tea Boon Chian" userId="ab84e6a5-2079-4f96-af03-c8dde00dcc75" providerId="ADAL" clId="{AA44AE59-0576-45F5-B232-6E6C2FF8AC2D}" dt="2024-01-18T04:49:26.243" v="18509" actId="478"/>
          <ac:inkMkLst>
            <pc:docMk/>
            <pc:sldMk cId="1931391803" sldId="320"/>
            <ac:inkMk id="4" creationId="{8E906254-45C4-F20F-1587-835B52A7D967}"/>
          </ac:inkMkLst>
        </pc:inkChg>
        <pc:inkChg chg="add mod">
          <ac:chgData name="Tea Boon Chian" userId="ab84e6a5-2079-4f96-af03-c8dde00dcc75" providerId="ADAL" clId="{AA44AE59-0576-45F5-B232-6E6C2FF8AC2D}" dt="2024-01-18T04:52:01.612" v="18511" actId="478"/>
          <ac:inkMkLst>
            <pc:docMk/>
            <pc:sldMk cId="1931391803" sldId="320"/>
            <ac:inkMk id="5" creationId="{5EDDB718-10F0-2779-8667-DCF6ABFC838A}"/>
          </ac:inkMkLst>
        </pc:inkChg>
        <pc:inkChg chg="add">
          <ac:chgData name="Tea Boon Chian" userId="ab84e6a5-2079-4f96-af03-c8dde00dcc75" providerId="ADAL" clId="{AA44AE59-0576-45F5-B232-6E6C2FF8AC2D}" dt="2024-01-18T04:53:37.842" v="18512"/>
          <ac:inkMkLst>
            <pc:docMk/>
            <pc:sldMk cId="1931391803" sldId="320"/>
            <ac:inkMk id="7" creationId="{56B22796-1C1D-06C4-7663-8BA9A858952C}"/>
          </ac:inkMkLst>
        </pc:inkChg>
      </pc:sldChg>
      <pc:sldChg chg="addSp modSp add mod">
        <pc:chgData name="Tea Boon Chian" userId="ab84e6a5-2079-4f96-af03-c8dde00dcc75" providerId="ADAL" clId="{AA44AE59-0576-45F5-B232-6E6C2FF8AC2D}" dt="2024-01-18T04:53:37.842" v="18512"/>
        <pc:sldMkLst>
          <pc:docMk/>
          <pc:sldMk cId="1326293962" sldId="321"/>
        </pc:sldMkLst>
        <pc:spChg chg="mod">
          <ac:chgData name="Tea Boon Chian" userId="ab84e6a5-2079-4f96-af03-c8dde00dcc75" providerId="ADAL" clId="{AA44AE59-0576-45F5-B232-6E6C2FF8AC2D}" dt="2023-12-21T03:51:27.546" v="11225" actId="207"/>
          <ac:spMkLst>
            <pc:docMk/>
            <pc:sldMk cId="1326293962" sldId="321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1T04:01:24.341" v="12146" actId="20577"/>
          <ac:spMkLst>
            <pc:docMk/>
            <pc:sldMk cId="1326293962" sldId="321"/>
            <ac:spMk id="3" creationId="{A3808814-91EE-A118-1CDC-F0A6E20AEAE4}"/>
          </ac:spMkLst>
        </pc:spChg>
        <pc:inkChg chg="add">
          <ac:chgData name="Tea Boon Chian" userId="ab84e6a5-2079-4f96-af03-c8dde00dcc75" providerId="ADAL" clId="{AA44AE59-0576-45F5-B232-6E6C2FF8AC2D}" dt="2024-01-18T04:53:37.842" v="18512"/>
          <ac:inkMkLst>
            <pc:docMk/>
            <pc:sldMk cId="1326293962" sldId="321"/>
            <ac:inkMk id="4" creationId="{4363BF11-33F3-DFF8-E29C-7A5D1798AFD5}"/>
          </ac:inkMkLst>
        </pc:inkChg>
      </pc:sldChg>
      <pc:sldChg chg="addSp delSp modSp add mod ord">
        <pc:chgData name="Tea Boon Chian" userId="ab84e6a5-2079-4f96-af03-c8dde00dcc75" providerId="ADAL" clId="{AA44AE59-0576-45F5-B232-6E6C2FF8AC2D}" dt="2023-12-21T01:59:25.222" v="9899" actId="207"/>
        <pc:sldMkLst>
          <pc:docMk/>
          <pc:sldMk cId="1215087127" sldId="322"/>
        </pc:sldMkLst>
        <pc:spChg chg="mod">
          <ac:chgData name="Tea Boon Chian" userId="ab84e6a5-2079-4f96-af03-c8dde00dcc75" providerId="ADAL" clId="{AA44AE59-0576-45F5-B232-6E6C2FF8AC2D}" dt="2023-12-21T01:59:25.222" v="9899" actId="207"/>
          <ac:spMkLst>
            <pc:docMk/>
            <pc:sldMk cId="1215087127" sldId="322"/>
            <ac:spMk id="2" creationId="{F898252A-BDF4-DE41-0675-3D42055ECA08}"/>
          </ac:spMkLst>
        </pc:spChg>
        <pc:spChg chg="del">
          <ac:chgData name="Tea Boon Chian" userId="ab84e6a5-2079-4f96-af03-c8dde00dcc75" providerId="ADAL" clId="{AA44AE59-0576-45F5-B232-6E6C2FF8AC2D}" dt="2023-12-15T17:29:22.206" v="1396" actId="478"/>
          <ac:spMkLst>
            <pc:docMk/>
            <pc:sldMk cId="1215087127" sldId="322"/>
            <ac:spMk id="3" creationId="{A3808814-91EE-A118-1CDC-F0A6E20AEAE4}"/>
          </ac:spMkLst>
        </pc:spChg>
        <pc:picChg chg="add mod">
          <ac:chgData name="Tea Boon Chian" userId="ab84e6a5-2079-4f96-af03-c8dde00dcc75" providerId="ADAL" clId="{AA44AE59-0576-45F5-B232-6E6C2FF8AC2D}" dt="2023-12-15T17:30:38.267" v="1420" actId="1076"/>
          <ac:picMkLst>
            <pc:docMk/>
            <pc:sldMk cId="1215087127" sldId="322"/>
            <ac:picMk id="4" creationId="{526509A1-DBF5-C1EF-033B-5E4066AC4455}"/>
          </ac:picMkLst>
        </pc:picChg>
      </pc:sldChg>
      <pc:sldChg chg="addSp delSp modSp add mod">
        <pc:chgData name="Tea Boon Chian" userId="ab84e6a5-2079-4f96-af03-c8dde00dcc75" providerId="ADAL" clId="{AA44AE59-0576-45F5-B232-6E6C2FF8AC2D}" dt="2023-12-24T08:55:11.420" v="18393" actId="1076"/>
        <pc:sldMkLst>
          <pc:docMk/>
          <pc:sldMk cId="377778257" sldId="323"/>
        </pc:sldMkLst>
        <pc:spChg chg="mod">
          <ac:chgData name="Tea Boon Chian" userId="ab84e6a5-2079-4f96-af03-c8dde00dcc75" providerId="ADAL" clId="{AA44AE59-0576-45F5-B232-6E6C2FF8AC2D}" dt="2023-12-21T04:04:45.186" v="12302" actId="403"/>
          <ac:spMkLst>
            <pc:docMk/>
            <pc:sldMk cId="377778257" sldId="323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1T04:19:12.630" v="12573" actId="20577"/>
          <ac:spMkLst>
            <pc:docMk/>
            <pc:sldMk cId="377778257" sldId="323"/>
            <ac:spMk id="3" creationId="{A3808814-91EE-A118-1CDC-F0A6E20AEAE4}"/>
          </ac:spMkLst>
        </pc:spChg>
        <pc:graphicFrameChg chg="add del mod modGraphic">
          <ac:chgData name="Tea Boon Chian" userId="ab84e6a5-2079-4f96-af03-c8dde00dcc75" providerId="ADAL" clId="{AA44AE59-0576-45F5-B232-6E6C2FF8AC2D}" dt="2023-12-21T04:21:48.032" v="12659" actId="478"/>
          <ac:graphicFrameMkLst>
            <pc:docMk/>
            <pc:sldMk cId="377778257" sldId="323"/>
            <ac:graphicFrameMk id="4" creationId="{C1C721BF-2003-8317-5CEF-EB1AD56E2832}"/>
          </ac:graphicFrameMkLst>
        </pc:graphicFrameChg>
        <pc:graphicFrameChg chg="add mod modGraphic">
          <ac:chgData name="Tea Boon Chian" userId="ab84e6a5-2079-4f96-af03-c8dde00dcc75" providerId="ADAL" clId="{AA44AE59-0576-45F5-B232-6E6C2FF8AC2D}" dt="2023-12-24T08:55:11.420" v="18393" actId="1076"/>
          <ac:graphicFrameMkLst>
            <pc:docMk/>
            <pc:sldMk cId="377778257" sldId="323"/>
            <ac:graphicFrameMk id="5" creationId="{D47CAD6A-A244-4360-0850-2F8B8194F183}"/>
          </ac:graphicFrameMkLst>
        </pc:graphicFrameChg>
      </pc:sldChg>
      <pc:sldChg chg="modSp add mod">
        <pc:chgData name="Tea Boon Chian" userId="ab84e6a5-2079-4f96-af03-c8dde00dcc75" providerId="ADAL" clId="{AA44AE59-0576-45F5-B232-6E6C2FF8AC2D}" dt="2023-12-24T08:55:52.952" v="18398" actId="20577"/>
        <pc:sldMkLst>
          <pc:docMk/>
          <pc:sldMk cId="3659840003" sldId="324"/>
        </pc:sldMkLst>
        <pc:spChg chg="mod">
          <ac:chgData name="Tea Boon Chian" userId="ab84e6a5-2079-4f96-af03-c8dde00dcc75" providerId="ADAL" clId="{AA44AE59-0576-45F5-B232-6E6C2FF8AC2D}" dt="2023-12-21T04:36:55.887" v="13717" actId="207"/>
          <ac:spMkLst>
            <pc:docMk/>
            <pc:sldMk cId="3659840003" sldId="324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4T08:55:52.952" v="18398" actId="20577"/>
          <ac:spMkLst>
            <pc:docMk/>
            <pc:sldMk cId="3659840003" sldId="324"/>
            <ac:spMk id="3" creationId="{A3808814-91EE-A118-1CDC-F0A6E20AEAE4}"/>
          </ac:spMkLst>
        </pc:spChg>
      </pc:sldChg>
      <pc:sldChg chg="modSp add mod">
        <pc:chgData name="Tea Boon Chian" userId="ab84e6a5-2079-4f96-af03-c8dde00dcc75" providerId="ADAL" clId="{AA44AE59-0576-45F5-B232-6E6C2FF8AC2D}" dt="2023-12-24T08:56:44.971" v="18402" actId="20577"/>
        <pc:sldMkLst>
          <pc:docMk/>
          <pc:sldMk cId="278812855" sldId="325"/>
        </pc:sldMkLst>
        <pc:spChg chg="mod">
          <ac:chgData name="Tea Boon Chian" userId="ab84e6a5-2079-4f96-af03-c8dde00dcc75" providerId="ADAL" clId="{AA44AE59-0576-45F5-B232-6E6C2FF8AC2D}" dt="2023-12-21T04:43:57.525" v="14417" actId="207"/>
          <ac:spMkLst>
            <pc:docMk/>
            <pc:sldMk cId="278812855" sldId="325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4T08:56:44.971" v="18402" actId="20577"/>
          <ac:spMkLst>
            <pc:docMk/>
            <pc:sldMk cId="278812855" sldId="325"/>
            <ac:spMk id="3" creationId="{A3808814-91EE-A118-1CDC-F0A6E20AEAE4}"/>
          </ac:spMkLst>
        </pc:spChg>
      </pc:sldChg>
      <pc:sldChg chg="modSp add del mod">
        <pc:chgData name="Tea Boon Chian" userId="ab84e6a5-2079-4f96-af03-c8dde00dcc75" providerId="ADAL" clId="{AA44AE59-0576-45F5-B232-6E6C2FF8AC2D}" dt="2023-12-21T04:43:40.795" v="14413" actId="2696"/>
        <pc:sldMkLst>
          <pc:docMk/>
          <pc:sldMk cId="3584270164" sldId="325"/>
        </pc:sldMkLst>
        <pc:spChg chg="mod">
          <ac:chgData name="Tea Boon Chian" userId="ab84e6a5-2079-4f96-af03-c8dde00dcc75" providerId="ADAL" clId="{AA44AE59-0576-45F5-B232-6E6C2FF8AC2D}" dt="2023-12-15T17:31:08.895" v="1451" actId="403"/>
          <ac:spMkLst>
            <pc:docMk/>
            <pc:sldMk cId="3584270164" sldId="325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18T06:11:53.131" v="3158" actId="207"/>
          <ac:spMkLst>
            <pc:docMk/>
            <pc:sldMk cId="3584270164" sldId="325"/>
            <ac:spMk id="3" creationId="{A3808814-91EE-A118-1CDC-F0A6E20AEAE4}"/>
          </ac:spMkLst>
        </pc:spChg>
      </pc:sldChg>
      <pc:sldChg chg="modSp add del mod">
        <pc:chgData name="Tea Boon Chian" userId="ab84e6a5-2079-4f96-af03-c8dde00dcc75" providerId="ADAL" clId="{AA44AE59-0576-45F5-B232-6E6C2FF8AC2D}" dt="2023-12-21T04:43:40.795" v="14413" actId="2696"/>
        <pc:sldMkLst>
          <pc:docMk/>
          <pc:sldMk cId="1471563962" sldId="326"/>
        </pc:sldMkLst>
        <pc:spChg chg="mod">
          <ac:chgData name="Tea Boon Chian" userId="ab84e6a5-2079-4f96-af03-c8dde00dcc75" providerId="ADAL" clId="{AA44AE59-0576-45F5-B232-6E6C2FF8AC2D}" dt="2023-12-15T17:33:36.225" v="1490" actId="403"/>
          <ac:spMkLst>
            <pc:docMk/>
            <pc:sldMk cId="1471563962" sldId="326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15T17:36:37.956" v="1615" actId="20577"/>
          <ac:spMkLst>
            <pc:docMk/>
            <pc:sldMk cId="1471563962" sldId="326"/>
            <ac:spMk id="3" creationId="{A3808814-91EE-A118-1CDC-F0A6E20AEAE4}"/>
          </ac:spMkLst>
        </pc:spChg>
      </pc:sldChg>
      <pc:sldChg chg="modSp add mod">
        <pc:chgData name="Tea Boon Chian" userId="ab84e6a5-2079-4f96-af03-c8dde00dcc75" providerId="ADAL" clId="{AA44AE59-0576-45F5-B232-6E6C2FF8AC2D}" dt="2023-12-24T09:03:26.591" v="18467" actId="207"/>
        <pc:sldMkLst>
          <pc:docMk/>
          <pc:sldMk cId="3310318163" sldId="326"/>
        </pc:sldMkLst>
        <pc:spChg chg="mod">
          <ac:chgData name="Tea Boon Chian" userId="ab84e6a5-2079-4f96-af03-c8dde00dcc75" providerId="ADAL" clId="{AA44AE59-0576-45F5-B232-6E6C2FF8AC2D}" dt="2023-12-21T04:44:03.743" v="14419"/>
          <ac:spMkLst>
            <pc:docMk/>
            <pc:sldMk cId="3310318163" sldId="326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4T09:03:26.591" v="18467" actId="207"/>
          <ac:spMkLst>
            <pc:docMk/>
            <pc:sldMk cId="3310318163" sldId="326"/>
            <ac:spMk id="3" creationId="{A3808814-91EE-A118-1CDC-F0A6E20AEAE4}"/>
          </ac:spMkLst>
        </pc:spChg>
      </pc:sldChg>
      <pc:sldChg chg="add del ord">
        <pc:chgData name="Tea Boon Chian" userId="ab84e6a5-2079-4f96-af03-c8dde00dcc75" providerId="ADAL" clId="{AA44AE59-0576-45F5-B232-6E6C2FF8AC2D}" dt="2023-12-21T04:43:29.376" v="14411" actId="47"/>
        <pc:sldMkLst>
          <pc:docMk/>
          <pc:sldMk cId="3063040027" sldId="327"/>
        </pc:sldMkLst>
      </pc:sldChg>
      <pc:sldChg chg="add del ord">
        <pc:chgData name="Tea Boon Chian" userId="ab84e6a5-2079-4f96-af03-c8dde00dcc75" providerId="ADAL" clId="{AA44AE59-0576-45F5-B232-6E6C2FF8AC2D}" dt="2023-12-21T04:43:30.282" v="14412" actId="47"/>
        <pc:sldMkLst>
          <pc:docMk/>
          <pc:sldMk cId="212844505" sldId="328"/>
        </pc:sldMkLst>
      </pc:sldChg>
      <pc:sldChg chg="modSp add mod ord">
        <pc:chgData name="Tea Boon Chian" userId="ab84e6a5-2079-4f96-af03-c8dde00dcc75" providerId="ADAL" clId="{AA44AE59-0576-45F5-B232-6E6C2FF8AC2D}" dt="2023-12-21T04:34:03.055" v="13633" actId="20577"/>
        <pc:sldMkLst>
          <pc:docMk/>
          <pc:sldMk cId="1562882689" sldId="329"/>
        </pc:sldMkLst>
        <pc:spChg chg="mod">
          <ac:chgData name="Tea Boon Chian" userId="ab84e6a5-2079-4f96-af03-c8dde00dcc75" providerId="ADAL" clId="{AA44AE59-0576-45F5-B232-6E6C2FF8AC2D}" dt="2023-12-21T04:27:48.796" v="12909" actId="207"/>
          <ac:spMkLst>
            <pc:docMk/>
            <pc:sldMk cId="1562882689" sldId="329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1T04:34:03.055" v="13633" actId="20577"/>
          <ac:spMkLst>
            <pc:docMk/>
            <pc:sldMk cId="1562882689" sldId="329"/>
            <ac:spMk id="3" creationId="{A3808814-91EE-A118-1CDC-F0A6E20AEAE4}"/>
          </ac:spMkLst>
        </pc:spChg>
      </pc:sldChg>
      <pc:sldChg chg="modSp add mod ord">
        <pc:chgData name="Tea Boon Chian" userId="ab84e6a5-2079-4f96-af03-c8dde00dcc75" providerId="ADAL" clId="{AA44AE59-0576-45F5-B232-6E6C2FF8AC2D}" dt="2023-12-24T08:56:24.853" v="18399" actId="20577"/>
        <pc:sldMkLst>
          <pc:docMk/>
          <pc:sldMk cId="2162669286" sldId="330"/>
        </pc:sldMkLst>
        <pc:spChg chg="mod">
          <ac:chgData name="Tea Boon Chian" userId="ab84e6a5-2079-4f96-af03-c8dde00dcc75" providerId="ADAL" clId="{AA44AE59-0576-45F5-B232-6E6C2FF8AC2D}" dt="2023-12-21T04:29:44.866" v="13096" actId="403"/>
          <ac:spMkLst>
            <pc:docMk/>
            <pc:sldMk cId="2162669286" sldId="330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4T08:56:24.853" v="18399" actId="20577"/>
          <ac:spMkLst>
            <pc:docMk/>
            <pc:sldMk cId="2162669286" sldId="330"/>
            <ac:spMk id="3" creationId="{A3808814-91EE-A118-1CDC-F0A6E20AEAE4}"/>
          </ac:spMkLst>
        </pc:spChg>
      </pc:sldChg>
      <pc:sldChg chg="modSp add mod ord">
        <pc:chgData name="Tea Boon Chian" userId="ab84e6a5-2079-4f96-af03-c8dde00dcc75" providerId="ADAL" clId="{AA44AE59-0576-45F5-B232-6E6C2FF8AC2D}" dt="2023-12-23T15:34:53.289" v="15334" actId="20577"/>
        <pc:sldMkLst>
          <pc:docMk/>
          <pc:sldMk cId="1550964217" sldId="331"/>
        </pc:sldMkLst>
        <pc:spChg chg="mod">
          <ac:chgData name="Tea Boon Chian" userId="ab84e6a5-2079-4f96-af03-c8dde00dcc75" providerId="ADAL" clId="{AA44AE59-0576-45F5-B232-6E6C2FF8AC2D}" dt="2023-12-23T15:16:36.791" v="14800" actId="403"/>
          <ac:spMkLst>
            <pc:docMk/>
            <pc:sldMk cId="1550964217" sldId="331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3T15:34:53.289" v="15334" actId="20577"/>
          <ac:spMkLst>
            <pc:docMk/>
            <pc:sldMk cId="1550964217" sldId="331"/>
            <ac:spMk id="3" creationId="{A3808814-91EE-A118-1CDC-F0A6E20AEAE4}"/>
          </ac:spMkLst>
        </pc:spChg>
      </pc:sldChg>
      <pc:sldChg chg="modSp add mod ord">
        <pc:chgData name="Tea Boon Chian" userId="ab84e6a5-2079-4f96-af03-c8dde00dcc75" providerId="ADAL" clId="{AA44AE59-0576-45F5-B232-6E6C2FF8AC2D}" dt="2023-12-23T16:00:34.648" v="16183" actId="20577"/>
        <pc:sldMkLst>
          <pc:docMk/>
          <pc:sldMk cId="1329286491" sldId="332"/>
        </pc:sldMkLst>
        <pc:spChg chg="mod">
          <ac:chgData name="Tea Boon Chian" userId="ab84e6a5-2079-4f96-af03-c8dde00dcc75" providerId="ADAL" clId="{AA44AE59-0576-45F5-B232-6E6C2FF8AC2D}" dt="2023-12-23T15:32:33.442" v="15299" actId="403"/>
          <ac:spMkLst>
            <pc:docMk/>
            <pc:sldMk cId="1329286491" sldId="332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3T16:00:34.648" v="16183" actId="20577"/>
          <ac:spMkLst>
            <pc:docMk/>
            <pc:sldMk cId="1329286491" sldId="332"/>
            <ac:spMk id="3" creationId="{A3808814-91EE-A118-1CDC-F0A6E20AEAE4}"/>
          </ac:spMkLst>
        </pc:spChg>
      </pc:sldChg>
      <pc:sldChg chg="modSp add mod ord">
        <pc:chgData name="Tea Boon Chian" userId="ab84e6a5-2079-4f96-af03-c8dde00dcc75" providerId="ADAL" clId="{AA44AE59-0576-45F5-B232-6E6C2FF8AC2D}" dt="2023-12-23T16:15:27.357" v="16515" actId="20577"/>
        <pc:sldMkLst>
          <pc:docMk/>
          <pc:sldMk cId="4064827848" sldId="333"/>
        </pc:sldMkLst>
        <pc:spChg chg="mod">
          <ac:chgData name="Tea Boon Chian" userId="ab84e6a5-2079-4f96-af03-c8dde00dcc75" providerId="ADAL" clId="{AA44AE59-0576-45F5-B232-6E6C2FF8AC2D}" dt="2023-12-23T16:08:19.402" v="16186" actId="403"/>
          <ac:spMkLst>
            <pc:docMk/>
            <pc:sldMk cId="4064827848" sldId="333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3T16:15:27.357" v="16515" actId="20577"/>
          <ac:spMkLst>
            <pc:docMk/>
            <pc:sldMk cId="4064827848" sldId="333"/>
            <ac:spMk id="3" creationId="{A3808814-91EE-A118-1CDC-F0A6E20AEAE4}"/>
          </ac:spMkLst>
        </pc:spChg>
      </pc:sldChg>
      <pc:sldChg chg="modSp add mod ord">
        <pc:chgData name="Tea Boon Chian" userId="ab84e6a5-2079-4f96-af03-c8dde00dcc75" providerId="ADAL" clId="{AA44AE59-0576-45F5-B232-6E6C2FF8AC2D}" dt="2023-12-23T16:25:38.796" v="16761" actId="207"/>
        <pc:sldMkLst>
          <pc:docMk/>
          <pc:sldMk cId="3127942206" sldId="334"/>
        </pc:sldMkLst>
        <pc:spChg chg="mod">
          <ac:chgData name="Tea Boon Chian" userId="ab84e6a5-2079-4f96-af03-c8dde00dcc75" providerId="ADAL" clId="{AA44AE59-0576-45F5-B232-6E6C2FF8AC2D}" dt="2023-12-23T16:12:23.923" v="16370" actId="403"/>
          <ac:spMkLst>
            <pc:docMk/>
            <pc:sldMk cId="3127942206" sldId="334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3T16:25:38.796" v="16761" actId="207"/>
          <ac:spMkLst>
            <pc:docMk/>
            <pc:sldMk cId="3127942206" sldId="334"/>
            <ac:spMk id="3" creationId="{A3808814-91EE-A118-1CDC-F0A6E20AEAE4}"/>
          </ac:spMkLst>
        </pc:spChg>
      </pc:sldChg>
      <pc:sldChg chg="modSp add mod ord">
        <pc:chgData name="Tea Boon Chian" userId="ab84e6a5-2079-4f96-af03-c8dde00dcc75" providerId="ADAL" clId="{AA44AE59-0576-45F5-B232-6E6C2FF8AC2D}" dt="2023-12-23T16:31:44.953" v="17005" actId="20577"/>
        <pc:sldMkLst>
          <pc:docMk/>
          <pc:sldMk cId="1146184107" sldId="335"/>
        </pc:sldMkLst>
        <pc:spChg chg="mod">
          <ac:chgData name="Tea Boon Chian" userId="ab84e6a5-2079-4f96-af03-c8dde00dcc75" providerId="ADAL" clId="{AA44AE59-0576-45F5-B232-6E6C2FF8AC2D}" dt="2023-12-23T16:27:41.502" v="16764" actId="403"/>
          <ac:spMkLst>
            <pc:docMk/>
            <pc:sldMk cId="1146184107" sldId="335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3T16:31:44.953" v="17005" actId="20577"/>
          <ac:spMkLst>
            <pc:docMk/>
            <pc:sldMk cId="1146184107" sldId="335"/>
            <ac:spMk id="3" creationId="{A3808814-91EE-A118-1CDC-F0A6E20AEAE4}"/>
          </ac:spMkLst>
        </pc:spChg>
      </pc:sldChg>
      <pc:sldChg chg="addSp delSp modSp add mod ord">
        <pc:chgData name="Tea Boon Chian" userId="ab84e6a5-2079-4f96-af03-c8dde00dcc75" providerId="ADAL" clId="{AA44AE59-0576-45F5-B232-6E6C2FF8AC2D}" dt="2023-12-23T16:46:01.763" v="18055" actId="20577"/>
        <pc:sldMkLst>
          <pc:docMk/>
          <pc:sldMk cId="594187428" sldId="336"/>
        </pc:sldMkLst>
        <pc:spChg chg="mod">
          <ac:chgData name="Tea Boon Chian" userId="ab84e6a5-2079-4f96-af03-c8dde00dcc75" providerId="ADAL" clId="{AA44AE59-0576-45F5-B232-6E6C2FF8AC2D}" dt="2023-12-23T16:32:48.576" v="17063" actId="207"/>
          <ac:spMkLst>
            <pc:docMk/>
            <pc:sldMk cId="594187428" sldId="336"/>
            <ac:spMk id="2" creationId="{F898252A-BDF4-DE41-0675-3D42055ECA08}"/>
          </ac:spMkLst>
        </pc:spChg>
        <pc:spChg chg="add del mod">
          <ac:chgData name="Tea Boon Chian" userId="ab84e6a5-2079-4f96-af03-c8dde00dcc75" providerId="ADAL" clId="{AA44AE59-0576-45F5-B232-6E6C2FF8AC2D}" dt="2023-12-23T16:46:01.763" v="18055" actId="20577"/>
          <ac:spMkLst>
            <pc:docMk/>
            <pc:sldMk cId="594187428" sldId="336"/>
            <ac:spMk id="3" creationId="{A3808814-91EE-A118-1CDC-F0A6E20AEAE4}"/>
          </ac:spMkLst>
        </pc:spChg>
        <pc:picChg chg="add del mod">
          <ac:chgData name="Tea Boon Chian" userId="ab84e6a5-2079-4f96-af03-c8dde00dcc75" providerId="ADAL" clId="{AA44AE59-0576-45F5-B232-6E6C2FF8AC2D}" dt="2023-12-23T16:33:06.632" v="17066"/>
          <ac:picMkLst>
            <pc:docMk/>
            <pc:sldMk cId="594187428" sldId="336"/>
            <ac:picMk id="4" creationId="{89086859-1CC3-72C5-369E-8B87E87BC708}"/>
          </ac:picMkLst>
        </pc:picChg>
        <pc:picChg chg="add del mod">
          <ac:chgData name="Tea Boon Chian" userId="ab84e6a5-2079-4f96-af03-c8dde00dcc75" providerId="ADAL" clId="{AA44AE59-0576-45F5-B232-6E6C2FF8AC2D}" dt="2023-12-23T16:39:47.489" v="17490" actId="21"/>
          <ac:picMkLst>
            <pc:docMk/>
            <pc:sldMk cId="594187428" sldId="336"/>
            <ac:picMk id="5" creationId="{E805F9FA-9227-4D49-8BD1-D48F6297B002}"/>
          </ac:picMkLst>
        </pc:picChg>
      </pc:sldChg>
      <pc:sldChg chg="addSp delSp modSp add mod ord">
        <pc:chgData name="Tea Boon Chian" userId="ab84e6a5-2079-4f96-af03-c8dde00dcc75" providerId="ADAL" clId="{AA44AE59-0576-45F5-B232-6E6C2FF8AC2D}" dt="2023-12-23T16:39:56.850" v="17494" actId="1076"/>
        <pc:sldMkLst>
          <pc:docMk/>
          <pc:sldMk cId="766187400" sldId="337"/>
        </pc:sldMkLst>
        <pc:spChg chg="del">
          <ac:chgData name="Tea Boon Chian" userId="ab84e6a5-2079-4f96-af03-c8dde00dcc75" providerId="ADAL" clId="{AA44AE59-0576-45F5-B232-6E6C2FF8AC2D}" dt="2023-12-23T16:39:43.099" v="17488" actId="478"/>
          <ac:spMkLst>
            <pc:docMk/>
            <pc:sldMk cId="766187400" sldId="337"/>
            <ac:spMk id="2" creationId="{F898252A-BDF4-DE41-0675-3D42055ECA08}"/>
          </ac:spMkLst>
        </pc:spChg>
        <pc:spChg chg="del">
          <ac:chgData name="Tea Boon Chian" userId="ab84e6a5-2079-4f96-af03-c8dde00dcc75" providerId="ADAL" clId="{AA44AE59-0576-45F5-B232-6E6C2FF8AC2D}" dt="2023-12-23T16:39:45.115" v="17489" actId="478"/>
          <ac:spMkLst>
            <pc:docMk/>
            <pc:sldMk cId="766187400" sldId="337"/>
            <ac:spMk id="3" creationId="{A3808814-91EE-A118-1CDC-F0A6E20AEAE4}"/>
          </ac:spMkLst>
        </pc:spChg>
        <pc:picChg chg="add mod">
          <ac:chgData name="Tea Boon Chian" userId="ab84e6a5-2079-4f96-af03-c8dde00dcc75" providerId="ADAL" clId="{AA44AE59-0576-45F5-B232-6E6C2FF8AC2D}" dt="2023-12-23T16:39:56.850" v="17494" actId="1076"/>
          <ac:picMkLst>
            <pc:docMk/>
            <pc:sldMk cId="766187400" sldId="337"/>
            <ac:picMk id="4" creationId="{6618EFE2-635E-85AC-46D5-EC8988330EF2}"/>
          </ac:picMkLst>
        </pc:picChg>
      </pc:sldChg>
      <pc:sldChg chg="modSp add mod ord">
        <pc:chgData name="Tea Boon Chian" userId="ab84e6a5-2079-4f96-af03-c8dde00dcc75" providerId="ADAL" clId="{AA44AE59-0576-45F5-B232-6E6C2FF8AC2D}" dt="2023-12-23T16:48:49.183" v="18138" actId="20577"/>
        <pc:sldMkLst>
          <pc:docMk/>
          <pc:sldMk cId="101714400" sldId="338"/>
        </pc:sldMkLst>
        <pc:spChg chg="mod">
          <ac:chgData name="Tea Boon Chian" userId="ab84e6a5-2079-4f96-af03-c8dde00dcc75" providerId="ADAL" clId="{AA44AE59-0576-45F5-B232-6E6C2FF8AC2D}" dt="2023-12-23T16:47:55.051" v="18106" actId="207"/>
          <ac:spMkLst>
            <pc:docMk/>
            <pc:sldMk cId="101714400" sldId="338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3T16:48:49.183" v="18138" actId="20577"/>
          <ac:spMkLst>
            <pc:docMk/>
            <pc:sldMk cId="101714400" sldId="338"/>
            <ac:spMk id="3" creationId="{A3808814-91EE-A118-1CDC-F0A6E20AEAE4}"/>
          </ac:spMkLst>
        </pc:spChg>
      </pc:sldChg>
      <pc:sldChg chg="addSp delSp modSp add mod ord">
        <pc:chgData name="Tea Boon Chian" userId="ab84e6a5-2079-4f96-af03-c8dde00dcc75" providerId="ADAL" clId="{AA44AE59-0576-45F5-B232-6E6C2FF8AC2D}" dt="2023-12-23T16:55:44.944" v="18249" actId="403"/>
        <pc:sldMkLst>
          <pc:docMk/>
          <pc:sldMk cId="1073519841" sldId="339"/>
        </pc:sldMkLst>
        <pc:spChg chg="del">
          <ac:chgData name="Tea Boon Chian" userId="ab84e6a5-2079-4f96-af03-c8dde00dcc75" providerId="ADAL" clId="{AA44AE59-0576-45F5-B232-6E6C2FF8AC2D}" dt="2023-12-23T16:49:26.194" v="18142" actId="478"/>
          <ac:spMkLst>
            <pc:docMk/>
            <pc:sldMk cId="1073519841" sldId="339"/>
            <ac:spMk id="2" creationId="{F898252A-BDF4-DE41-0675-3D42055ECA08}"/>
          </ac:spMkLst>
        </pc:spChg>
        <pc:spChg chg="del">
          <ac:chgData name="Tea Boon Chian" userId="ab84e6a5-2079-4f96-af03-c8dde00dcc75" providerId="ADAL" clId="{AA44AE59-0576-45F5-B232-6E6C2FF8AC2D}" dt="2023-12-23T16:49:18.285" v="18139" actId="478"/>
          <ac:spMkLst>
            <pc:docMk/>
            <pc:sldMk cId="1073519841" sldId="339"/>
            <ac:spMk id="3" creationId="{A3808814-91EE-A118-1CDC-F0A6E20AEAE4}"/>
          </ac:spMkLst>
        </pc:spChg>
        <pc:graphicFrameChg chg="add mod modGraphic">
          <ac:chgData name="Tea Boon Chian" userId="ab84e6a5-2079-4f96-af03-c8dde00dcc75" providerId="ADAL" clId="{AA44AE59-0576-45F5-B232-6E6C2FF8AC2D}" dt="2023-12-23T16:55:44.944" v="18249" actId="403"/>
          <ac:graphicFrameMkLst>
            <pc:docMk/>
            <pc:sldMk cId="1073519841" sldId="339"/>
            <ac:graphicFrameMk id="4" creationId="{BD967538-3B6C-2CBD-0220-48973472171E}"/>
          </ac:graphicFrameMkLst>
        </pc:graphicFrameChg>
      </pc:sldChg>
      <pc:sldChg chg="addSp delSp modSp add mod ord">
        <pc:chgData name="Tea Boon Chian" userId="ab84e6a5-2079-4f96-af03-c8dde00dcc75" providerId="ADAL" clId="{AA44AE59-0576-45F5-B232-6E6C2FF8AC2D}" dt="2023-12-23T16:54:57.771" v="18240" actId="1076"/>
        <pc:sldMkLst>
          <pc:docMk/>
          <pc:sldMk cId="3837913162" sldId="340"/>
        </pc:sldMkLst>
        <pc:spChg chg="mod">
          <ac:chgData name="Tea Boon Chian" userId="ab84e6a5-2079-4f96-af03-c8dde00dcc75" providerId="ADAL" clId="{AA44AE59-0576-45F5-B232-6E6C2FF8AC2D}" dt="2023-12-23T16:52:08.477" v="18213" actId="403"/>
          <ac:spMkLst>
            <pc:docMk/>
            <pc:sldMk cId="3837913162" sldId="340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3T16:50:43.471" v="18192"/>
          <ac:spMkLst>
            <pc:docMk/>
            <pc:sldMk cId="3837913162" sldId="340"/>
            <ac:spMk id="3" creationId="{A3808814-91EE-A118-1CDC-F0A6E20AEAE4}"/>
          </ac:spMkLst>
        </pc:spChg>
        <pc:graphicFrameChg chg="add del mod modGraphic">
          <ac:chgData name="Tea Boon Chian" userId="ab84e6a5-2079-4f96-af03-c8dde00dcc75" providerId="ADAL" clId="{AA44AE59-0576-45F5-B232-6E6C2FF8AC2D}" dt="2023-12-23T16:54:52.478" v="18238" actId="478"/>
          <ac:graphicFrameMkLst>
            <pc:docMk/>
            <pc:sldMk cId="3837913162" sldId="340"/>
            <ac:graphicFrameMk id="4" creationId="{10B17C61-0CC4-3191-10DC-A48891B393DD}"/>
          </ac:graphicFrameMkLst>
        </pc:graphicFrameChg>
        <pc:graphicFrameChg chg="add mod">
          <ac:chgData name="Tea Boon Chian" userId="ab84e6a5-2079-4f96-af03-c8dde00dcc75" providerId="ADAL" clId="{AA44AE59-0576-45F5-B232-6E6C2FF8AC2D}" dt="2023-12-23T16:54:57.771" v="18240" actId="1076"/>
          <ac:graphicFrameMkLst>
            <pc:docMk/>
            <pc:sldMk cId="3837913162" sldId="340"/>
            <ac:graphicFrameMk id="5" creationId="{B789262F-1A1F-B947-68AF-A3849517B9EE}"/>
          </ac:graphicFrameMkLst>
        </pc:graphicFrameChg>
      </pc:sldChg>
      <pc:sldChg chg="addSp delSp modSp add del mod ord">
        <pc:chgData name="Tea Boon Chian" userId="ab84e6a5-2079-4f96-af03-c8dde00dcc75" providerId="ADAL" clId="{AA44AE59-0576-45F5-B232-6E6C2FF8AC2D}" dt="2023-12-23T16:55:19.970" v="18241" actId="47"/>
        <pc:sldMkLst>
          <pc:docMk/>
          <pc:sldMk cId="3924780038" sldId="341"/>
        </pc:sldMkLst>
        <pc:spChg chg="del">
          <ac:chgData name="Tea Boon Chian" userId="ab84e6a5-2079-4f96-af03-c8dde00dcc75" providerId="ADAL" clId="{AA44AE59-0576-45F5-B232-6E6C2FF8AC2D}" dt="2023-12-23T16:52:48.628" v="18216"/>
          <ac:spMkLst>
            <pc:docMk/>
            <pc:sldMk cId="3924780038" sldId="341"/>
            <ac:spMk id="3" creationId="{A3808814-91EE-A118-1CDC-F0A6E20AEAE4}"/>
          </ac:spMkLst>
        </pc:spChg>
        <pc:spChg chg="add mod">
          <ac:chgData name="Tea Boon Chian" userId="ab84e6a5-2079-4f96-af03-c8dde00dcc75" providerId="ADAL" clId="{AA44AE59-0576-45F5-B232-6E6C2FF8AC2D}" dt="2023-12-23T16:54:49.423" v="18237" actId="21"/>
          <ac:spMkLst>
            <pc:docMk/>
            <pc:sldMk cId="3924780038" sldId="341"/>
            <ac:spMk id="6" creationId="{D9AACAEB-545B-A9A3-08B5-24B0A0B3F27D}"/>
          </ac:spMkLst>
        </pc:spChg>
        <pc:graphicFrameChg chg="add del mod modGraphic">
          <ac:chgData name="Tea Boon Chian" userId="ab84e6a5-2079-4f96-af03-c8dde00dcc75" providerId="ADAL" clId="{AA44AE59-0576-45F5-B232-6E6C2FF8AC2D}" dt="2023-12-23T16:54:49.423" v="18237" actId="21"/>
          <ac:graphicFrameMkLst>
            <pc:docMk/>
            <pc:sldMk cId="3924780038" sldId="341"/>
            <ac:graphicFrameMk id="4" creationId="{51B7D907-2B6F-17B0-0A69-68FEB5BC4C6F}"/>
          </ac:graphicFrameMkLst>
        </pc:graphicFrameChg>
      </pc:sldChg>
      <pc:sldChg chg="add del ord">
        <pc:chgData name="Tea Boon Chian" userId="ab84e6a5-2079-4f96-af03-c8dde00dcc75" providerId="ADAL" clId="{AA44AE59-0576-45F5-B232-6E6C2FF8AC2D}" dt="2023-12-23T16:55:20.318" v="18242" actId="47"/>
        <pc:sldMkLst>
          <pc:docMk/>
          <pc:sldMk cId="4146292621" sldId="342"/>
        </pc:sldMkLst>
      </pc:sldChg>
      <pc:sldChg chg="add del ord">
        <pc:chgData name="Tea Boon Chian" userId="ab84e6a5-2079-4f96-af03-c8dde00dcc75" providerId="ADAL" clId="{AA44AE59-0576-45F5-B232-6E6C2FF8AC2D}" dt="2023-12-23T16:55:20.902" v="18243" actId="47"/>
        <pc:sldMkLst>
          <pc:docMk/>
          <pc:sldMk cId="1257818455" sldId="343"/>
        </pc:sldMkLst>
      </pc:sldChg>
      <pc:sldChg chg="add del ord">
        <pc:chgData name="Tea Boon Chian" userId="ab84e6a5-2079-4f96-af03-c8dde00dcc75" providerId="ADAL" clId="{AA44AE59-0576-45F5-B232-6E6C2FF8AC2D}" dt="2023-12-23T16:55:21.337" v="18244" actId="47"/>
        <pc:sldMkLst>
          <pc:docMk/>
          <pc:sldMk cId="3782533285" sldId="344"/>
        </pc:sldMkLst>
      </pc:sldChg>
      <pc:sldChg chg="addSp modSp add mod">
        <pc:chgData name="Tea Boon Chian" userId="ab84e6a5-2079-4f96-af03-c8dde00dcc75" providerId="ADAL" clId="{AA44AE59-0576-45F5-B232-6E6C2FF8AC2D}" dt="2023-12-18T06:10:24.730" v="3141" actId="20577"/>
        <pc:sldMkLst>
          <pc:docMk/>
          <pc:sldMk cId="2096554605" sldId="345"/>
        </pc:sldMkLst>
        <pc:spChg chg="mod">
          <ac:chgData name="Tea Boon Chian" userId="ab84e6a5-2079-4f96-af03-c8dde00dcc75" providerId="ADAL" clId="{AA44AE59-0576-45F5-B232-6E6C2FF8AC2D}" dt="2023-12-18T06:10:24.730" v="3141" actId="20577"/>
          <ac:spMkLst>
            <pc:docMk/>
            <pc:sldMk cId="2096554605" sldId="345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18T05:58:16.994" v="2799" actId="207"/>
          <ac:spMkLst>
            <pc:docMk/>
            <pc:sldMk cId="2096554605" sldId="345"/>
            <ac:spMk id="3" creationId="{A3808814-91EE-A118-1CDC-F0A6E20AEAE4}"/>
          </ac:spMkLst>
        </pc:spChg>
        <pc:spChg chg="add mod ord">
          <ac:chgData name="Tea Boon Chian" userId="ab84e6a5-2079-4f96-af03-c8dde00dcc75" providerId="ADAL" clId="{AA44AE59-0576-45F5-B232-6E6C2FF8AC2D}" dt="2023-12-18T05:56:12.287" v="2612" actId="167"/>
          <ac:spMkLst>
            <pc:docMk/>
            <pc:sldMk cId="2096554605" sldId="345"/>
            <ac:spMk id="4" creationId="{F96C9A3C-0280-A7E0-B456-C76EE9424B72}"/>
          </ac:spMkLst>
        </pc:spChg>
      </pc:sldChg>
      <pc:sldChg chg="addSp delSp modSp add mod">
        <pc:chgData name="Tea Boon Chian" userId="ab84e6a5-2079-4f96-af03-c8dde00dcc75" providerId="ADAL" clId="{AA44AE59-0576-45F5-B232-6E6C2FF8AC2D}" dt="2023-12-19T08:40:31.933" v="4909" actId="20577"/>
        <pc:sldMkLst>
          <pc:docMk/>
          <pc:sldMk cId="611654922" sldId="346"/>
        </pc:sldMkLst>
        <pc:spChg chg="mod">
          <ac:chgData name="Tea Boon Chian" userId="ab84e6a5-2079-4f96-af03-c8dde00dcc75" providerId="ADAL" clId="{AA44AE59-0576-45F5-B232-6E6C2FF8AC2D}" dt="2023-12-18T06:10:20.044" v="3137" actId="20577"/>
          <ac:spMkLst>
            <pc:docMk/>
            <pc:sldMk cId="611654922" sldId="346"/>
            <ac:spMk id="2" creationId="{F898252A-BDF4-DE41-0675-3D42055ECA08}"/>
          </ac:spMkLst>
        </pc:spChg>
        <pc:spChg chg="del">
          <ac:chgData name="Tea Boon Chian" userId="ab84e6a5-2079-4f96-af03-c8dde00dcc75" providerId="ADAL" clId="{AA44AE59-0576-45F5-B232-6E6C2FF8AC2D}" dt="2023-12-18T06:02:27.404" v="2800" actId="478"/>
          <ac:spMkLst>
            <pc:docMk/>
            <pc:sldMk cId="611654922" sldId="346"/>
            <ac:spMk id="3" creationId="{A3808814-91EE-A118-1CDC-F0A6E20AEAE4}"/>
          </ac:spMkLst>
        </pc:spChg>
        <pc:spChg chg="add mod ord">
          <ac:chgData name="Tea Boon Chian" userId="ab84e6a5-2079-4f96-af03-c8dde00dcc75" providerId="ADAL" clId="{AA44AE59-0576-45F5-B232-6E6C2FF8AC2D}" dt="2023-12-18T06:07:54.192" v="3099" actId="207"/>
          <ac:spMkLst>
            <pc:docMk/>
            <pc:sldMk cId="611654922" sldId="346"/>
            <ac:spMk id="5" creationId="{4C64CC9F-F42A-CAD8-F77B-317BB5005172}"/>
          </ac:spMkLst>
        </pc:spChg>
        <pc:graphicFrameChg chg="add mod modGraphic">
          <ac:chgData name="Tea Boon Chian" userId="ab84e6a5-2079-4f96-af03-c8dde00dcc75" providerId="ADAL" clId="{AA44AE59-0576-45F5-B232-6E6C2FF8AC2D}" dt="2023-12-19T08:40:31.933" v="4909" actId="20577"/>
          <ac:graphicFrameMkLst>
            <pc:docMk/>
            <pc:sldMk cId="611654922" sldId="346"/>
            <ac:graphicFrameMk id="4" creationId="{F4A4D25D-8A59-3D28-A5C7-A78A416439FF}"/>
          </ac:graphicFrameMkLst>
        </pc:graphicFrameChg>
      </pc:sldChg>
      <pc:sldChg chg="addSp delSp modSp add mod">
        <pc:chgData name="Tea Boon Chian" userId="ab84e6a5-2079-4f96-af03-c8dde00dcc75" providerId="ADAL" clId="{AA44AE59-0576-45F5-B232-6E6C2FF8AC2D}" dt="2023-12-24T08:37:25.904" v="18250" actId="20577"/>
        <pc:sldMkLst>
          <pc:docMk/>
          <pc:sldMk cId="3114526623" sldId="347"/>
        </pc:sldMkLst>
        <pc:spChg chg="mod">
          <ac:chgData name="Tea Boon Chian" userId="ab84e6a5-2079-4f96-af03-c8dde00dcc75" providerId="ADAL" clId="{AA44AE59-0576-45F5-B232-6E6C2FF8AC2D}" dt="2023-12-18T06:12:51.195" v="3183" actId="207"/>
          <ac:spMkLst>
            <pc:docMk/>
            <pc:sldMk cId="3114526623" sldId="347"/>
            <ac:spMk id="2" creationId="{F898252A-BDF4-DE41-0675-3D42055ECA08}"/>
          </ac:spMkLst>
        </pc:spChg>
        <pc:spChg chg="del">
          <ac:chgData name="Tea Boon Chian" userId="ab84e6a5-2079-4f96-af03-c8dde00dcc75" providerId="ADAL" clId="{AA44AE59-0576-45F5-B232-6E6C2FF8AC2D}" dt="2023-12-18T06:12:58.678" v="3184" actId="478"/>
          <ac:spMkLst>
            <pc:docMk/>
            <pc:sldMk cId="3114526623" sldId="347"/>
            <ac:spMk id="3" creationId="{A3808814-91EE-A118-1CDC-F0A6E20AEAE4}"/>
          </ac:spMkLst>
        </pc:spChg>
        <pc:spChg chg="add mod ord">
          <ac:chgData name="Tea Boon Chian" userId="ab84e6a5-2079-4f96-af03-c8dde00dcc75" providerId="ADAL" clId="{AA44AE59-0576-45F5-B232-6E6C2FF8AC2D}" dt="2023-12-24T08:37:25.904" v="18250" actId="20577"/>
          <ac:spMkLst>
            <pc:docMk/>
            <pc:sldMk cId="3114526623" sldId="347"/>
            <ac:spMk id="5" creationId="{BA98F544-788D-5DEC-33A7-E5F0E2104E79}"/>
          </ac:spMkLst>
        </pc:spChg>
        <pc:graphicFrameChg chg="add mod modGraphic">
          <ac:chgData name="Tea Boon Chian" userId="ab84e6a5-2079-4f96-af03-c8dde00dcc75" providerId="ADAL" clId="{AA44AE59-0576-45F5-B232-6E6C2FF8AC2D}" dt="2023-12-18T06:18:37.284" v="3580" actId="1076"/>
          <ac:graphicFrameMkLst>
            <pc:docMk/>
            <pc:sldMk cId="3114526623" sldId="347"/>
            <ac:graphicFrameMk id="4" creationId="{0B29A361-C530-F65A-51DE-DCCD1CA5575B}"/>
          </ac:graphicFrameMkLst>
        </pc:graphicFrameChg>
      </pc:sldChg>
      <pc:sldChg chg="addSp delSp modSp add mod ord">
        <pc:chgData name="Tea Boon Chian" userId="ab84e6a5-2079-4f96-af03-c8dde00dcc75" providerId="ADAL" clId="{AA44AE59-0576-45F5-B232-6E6C2FF8AC2D}" dt="2023-12-19T09:55:31.009" v="5166" actId="20577"/>
        <pc:sldMkLst>
          <pc:docMk/>
          <pc:sldMk cId="4214982291" sldId="348"/>
        </pc:sldMkLst>
        <pc:spChg chg="mod">
          <ac:chgData name="Tea Boon Chian" userId="ab84e6a5-2079-4f96-af03-c8dde00dcc75" providerId="ADAL" clId="{AA44AE59-0576-45F5-B232-6E6C2FF8AC2D}" dt="2023-12-19T08:35:00.744" v="4579"/>
          <ac:spMkLst>
            <pc:docMk/>
            <pc:sldMk cId="4214982291" sldId="348"/>
            <ac:spMk id="2" creationId="{F898252A-BDF4-DE41-0675-3D42055ECA08}"/>
          </ac:spMkLst>
        </pc:spChg>
        <pc:spChg chg="del">
          <ac:chgData name="Tea Boon Chian" userId="ab84e6a5-2079-4f96-af03-c8dde00dcc75" providerId="ADAL" clId="{AA44AE59-0576-45F5-B232-6E6C2FF8AC2D}" dt="2023-12-19T08:34:56.375" v="4576" actId="478"/>
          <ac:spMkLst>
            <pc:docMk/>
            <pc:sldMk cId="4214982291" sldId="348"/>
            <ac:spMk id="3" creationId="{A3808814-91EE-A118-1CDC-F0A6E20AEAE4}"/>
          </ac:spMkLst>
        </pc:spChg>
        <pc:graphicFrameChg chg="add mod modGraphic">
          <ac:chgData name="Tea Boon Chian" userId="ab84e6a5-2079-4f96-af03-c8dde00dcc75" providerId="ADAL" clId="{AA44AE59-0576-45F5-B232-6E6C2FF8AC2D}" dt="2023-12-19T09:55:31.009" v="5166" actId="20577"/>
          <ac:graphicFrameMkLst>
            <pc:docMk/>
            <pc:sldMk cId="4214982291" sldId="348"/>
            <ac:graphicFrameMk id="4" creationId="{D1250487-1E51-24A0-AA05-E118209877A3}"/>
          </ac:graphicFrameMkLst>
        </pc:graphicFrameChg>
      </pc:sldChg>
      <pc:sldChg chg="modSp add mod">
        <pc:chgData name="Tea Boon Chian" userId="ab84e6a5-2079-4f96-af03-c8dde00dcc75" providerId="ADAL" clId="{AA44AE59-0576-45F5-B232-6E6C2FF8AC2D}" dt="2023-12-19T10:15:54.989" v="5968" actId="21"/>
        <pc:sldMkLst>
          <pc:docMk/>
          <pc:sldMk cId="3793368657" sldId="349"/>
        </pc:sldMkLst>
        <pc:spChg chg="mod">
          <ac:chgData name="Tea Boon Chian" userId="ab84e6a5-2079-4f96-af03-c8dde00dcc75" providerId="ADAL" clId="{AA44AE59-0576-45F5-B232-6E6C2FF8AC2D}" dt="2023-12-19T10:02:21.299" v="5194" actId="207"/>
          <ac:spMkLst>
            <pc:docMk/>
            <pc:sldMk cId="3793368657" sldId="349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19T10:15:54.989" v="5968" actId="21"/>
          <ac:spMkLst>
            <pc:docMk/>
            <pc:sldMk cId="3793368657" sldId="349"/>
            <ac:spMk id="3" creationId="{A3808814-91EE-A118-1CDC-F0A6E20AEAE4}"/>
          </ac:spMkLst>
        </pc:spChg>
      </pc:sldChg>
      <pc:sldChg chg="addSp modSp add mod">
        <pc:chgData name="Tea Boon Chian" userId="ab84e6a5-2079-4f96-af03-c8dde00dcc75" providerId="ADAL" clId="{AA44AE59-0576-45F5-B232-6E6C2FF8AC2D}" dt="2023-12-20T12:42:15.301" v="7398" actId="20577"/>
        <pc:sldMkLst>
          <pc:docMk/>
          <pc:sldMk cId="1641077398" sldId="350"/>
        </pc:sldMkLst>
        <pc:spChg chg="mod">
          <ac:chgData name="Tea Boon Chian" userId="ab84e6a5-2079-4f96-af03-c8dde00dcc75" providerId="ADAL" clId="{AA44AE59-0576-45F5-B232-6E6C2FF8AC2D}" dt="2023-12-20T12:42:15.301" v="7398" actId="20577"/>
          <ac:spMkLst>
            <pc:docMk/>
            <pc:sldMk cId="1641077398" sldId="350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19T10:19:18.911" v="6076" actId="20577"/>
          <ac:spMkLst>
            <pc:docMk/>
            <pc:sldMk cId="1641077398" sldId="350"/>
            <ac:spMk id="3" creationId="{A3808814-91EE-A118-1CDC-F0A6E20AEAE4}"/>
          </ac:spMkLst>
        </pc:spChg>
        <pc:spChg chg="add mod ord">
          <ac:chgData name="Tea Boon Chian" userId="ab84e6a5-2079-4f96-af03-c8dde00dcc75" providerId="ADAL" clId="{AA44AE59-0576-45F5-B232-6E6C2FF8AC2D}" dt="2023-12-19T10:16:29.090" v="6001" actId="167"/>
          <ac:spMkLst>
            <pc:docMk/>
            <pc:sldMk cId="1641077398" sldId="350"/>
            <ac:spMk id="4" creationId="{11EB606B-FD3D-FC7A-449A-680C3CA6A9B0}"/>
          </ac:spMkLst>
        </pc:spChg>
      </pc:sldChg>
      <pc:sldChg chg="addSp delSp modSp add mod ord">
        <pc:chgData name="Tea Boon Chian" userId="ab84e6a5-2079-4f96-af03-c8dde00dcc75" providerId="ADAL" clId="{AA44AE59-0576-45F5-B232-6E6C2FF8AC2D}" dt="2023-12-20T12:43:38.658" v="7490" actId="207"/>
        <pc:sldMkLst>
          <pc:docMk/>
          <pc:sldMk cId="36744148" sldId="351"/>
        </pc:sldMkLst>
        <pc:spChg chg="mod">
          <ac:chgData name="Tea Boon Chian" userId="ab84e6a5-2079-4f96-af03-c8dde00dcc75" providerId="ADAL" clId="{AA44AE59-0576-45F5-B232-6E6C2FF8AC2D}" dt="2023-12-20T12:43:38.658" v="7490" actId="207"/>
          <ac:spMkLst>
            <pc:docMk/>
            <pc:sldMk cId="36744148" sldId="351"/>
            <ac:spMk id="2" creationId="{F898252A-BDF4-DE41-0675-3D42055ECA08}"/>
          </ac:spMkLst>
        </pc:spChg>
        <pc:spChg chg="del">
          <ac:chgData name="Tea Boon Chian" userId="ab84e6a5-2079-4f96-af03-c8dde00dcc75" providerId="ADAL" clId="{AA44AE59-0576-45F5-B232-6E6C2FF8AC2D}" dt="2023-12-20T12:41:14.969" v="7378" actId="478"/>
          <ac:spMkLst>
            <pc:docMk/>
            <pc:sldMk cId="36744148" sldId="351"/>
            <ac:spMk id="3" creationId="{A3808814-91EE-A118-1CDC-F0A6E20AEAE4}"/>
          </ac:spMkLst>
        </pc:spChg>
        <pc:picChg chg="add mod">
          <ac:chgData name="Tea Boon Chian" userId="ab84e6a5-2079-4f96-af03-c8dde00dcc75" providerId="ADAL" clId="{AA44AE59-0576-45F5-B232-6E6C2FF8AC2D}" dt="2023-12-20T12:41:36.966" v="7391" actId="1036"/>
          <ac:picMkLst>
            <pc:docMk/>
            <pc:sldMk cId="36744148" sldId="351"/>
            <ac:picMk id="4" creationId="{A20E1277-300D-EC40-82BC-2A9A4EABEC5B}"/>
          </ac:picMkLst>
        </pc:picChg>
      </pc:sldChg>
      <pc:sldChg chg="modSp add mod">
        <pc:chgData name="Tea Boon Chian" userId="ab84e6a5-2079-4f96-af03-c8dde00dcc75" providerId="ADAL" clId="{AA44AE59-0576-45F5-B232-6E6C2FF8AC2D}" dt="2023-12-20T15:02:11.628" v="8677" actId="20577"/>
        <pc:sldMkLst>
          <pc:docMk/>
          <pc:sldMk cId="2855130435" sldId="352"/>
        </pc:sldMkLst>
        <pc:spChg chg="mod">
          <ac:chgData name="Tea Boon Chian" userId="ab84e6a5-2079-4f96-af03-c8dde00dcc75" providerId="ADAL" clId="{AA44AE59-0576-45F5-B232-6E6C2FF8AC2D}" dt="2023-12-20T12:43:01.272" v="7445" actId="207"/>
          <ac:spMkLst>
            <pc:docMk/>
            <pc:sldMk cId="2855130435" sldId="352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0T15:02:11.628" v="8677" actId="20577"/>
          <ac:spMkLst>
            <pc:docMk/>
            <pc:sldMk cId="2855130435" sldId="352"/>
            <ac:spMk id="3" creationId="{A3808814-91EE-A118-1CDC-F0A6E20AEAE4}"/>
          </ac:spMkLst>
        </pc:spChg>
      </pc:sldChg>
      <pc:sldChg chg="modSp add mod">
        <pc:chgData name="Tea Boon Chian" userId="ab84e6a5-2079-4f96-af03-c8dde00dcc75" providerId="ADAL" clId="{AA44AE59-0576-45F5-B232-6E6C2FF8AC2D}" dt="2023-12-18T06:23:34.442" v="4130" actId="20577"/>
        <pc:sldMkLst>
          <pc:docMk/>
          <pc:sldMk cId="1234014768" sldId="353"/>
        </pc:sldMkLst>
        <pc:spChg chg="mod">
          <ac:chgData name="Tea Boon Chian" userId="ab84e6a5-2079-4f96-af03-c8dde00dcc75" providerId="ADAL" clId="{AA44AE59-0576-45F5-B232-6E6C2FF8AC2D}" dt="2023-12-18T06:19:33.663" v="3593" actId="20577"/>
          <ac:spMkLst>
            <pc:docMk/>
            <pc:sldMk cId="1234014768" sldId="353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18T06:23:34.442" v="4130" actId="20577"/>
          <ac:spMkLst>
            <pc:docMk/>
            <pc:sldMk cId="1234014768" sldId="353"/>
            <ac:spMk id="3" creationId="{A3808814-91EE-A118-1CDC-F0A6E20AEAE4}"/>
          </ac:spMkLst>
        </pc:spChg>
      </pc:sldChg>
      <pc:sldChg chg="addSp delSp modSp add mod ord">
        <pc:chgData name="Tea Boon Chian" userId="ab84e6a5-2079-4f96-af03-c8dde00dcc75" providerId="ADAL" clId="{AA44AE59-0576-45F5-B232-6E6C2FF8AC2D}" dt="2023-12-24T08:40:09.823" v="18300" actId="113"/>
        <pc:sldMkLst>
          <pc:docMk/>
          <pc:sldMk cId="3779334328" sldId="354"/>
        </pc:sldMkLst>
        <pc:spChg chg="mod">
          <ac:chgData name="Tea Boon Chian" userId="ab84e6a5-2079-4f96-af03-c8dde00dcc75" providerId="ADAL" clId="{AA44AE59-0576-45F5-B232-6E6C2FF8AC2D}" dt="2023-12-18T06:10:16.092" v="3133" actId="20577"/>
          <ac:spMkLst>
            <pc:docMk/>
            <pc:sldMk cId="3779334328" sldId="354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4T08:40:09.823" v="18300" actId="113"/>
          <ac:spMkLst>
            <pc:docMk/>
            <pc:sldMk cId="3779334328" sldId="354"/>
            <ac:spMk id="3" creationId="{A3808814-91EE-A118-1CDC-F0A6E20AEAE4}"/>
          </ac:spMkLst>
        </pc:spChg>
        <pc:spChg chg="add del">
          <ac:chgData name="Tea Boon Chian" userId="ab84e6a5-2079-4f96-af03-c8dde00dcc75" providerId="ADAL" clId="{AA44AE59-0576-45F5-B232-6E6C2FF8AC2D}" dt="2023-12-18T06:09:05.383" v="3109"/>
          <ac:spMkLst>
            <pc:docMk/>
            <pc:sldMk cId="3779334328" sldId="354"/>
            <ac:spMk id="5" creationId="{EFBF3C95-3A89-3CCB-FC55-FD01A76DF86D}"/>
          </ac:spMkLst>
        </pc:spChg>
      </pc:sldChg>
      <pc:sldChg chg="modSp add mod">
        <pc:chgData name="Tea Boon Chian" userId="ab84e6a5-2079-4f96-af03-c8dde00dcc75" providerId="ADAL" clId="{AA44AE59-0576-45F5-B232-6E6C2FF8AC2D}" dt="2023-12-24T08:43:46.096" v="18306" actId="20577"/>
        <pc:sldMkLst>
          <pc:docMk/>
          <pc:sldMk cId="3634756143" sldId="355"/>
        </pc:sldMkLst>
        <pc:spChg chg="mod">
          <ac:chgData name="Tea Boon Chian" userId="ab84e6a5-2079-4f96-af03-c8dde00dcc75" providerId="ADAL" clId="{AA44AE59-0576-45F5-B232-6E6C2FF8AC2D}" dt="2023-12-19T08:21:22.238" v="4170" actId="20577"/>
          <ac:spMkLst>
            <pc:docMk/>
            <pc:sldMk cId="3634756143" sldId="355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4T08:43:46.096" v="18306" actId="20577"/>
          <ac:spMkLst>
            <pc:docMk/>
            <pc:sldMk cId="3634756143" sldId="355"/>
            <ac:spMk id="3" creationId="{A3808814-91EE-A118-1CDC-F0A6E20AEAE4}"/>
          </ac:spMkLst>
        </pc:spChg>
      </pc:sldChg>
      <pc:sldChg chg="modSp add mod">
        <pc:chgData name="Tea Boon Chian" userId="ab84e6a5-2079-4f96-af03-c8dde00dcc75" providerId="ADAL" clId="{AA44AE59-0576-45F5-B232-6E6C2FF8AC2D}" dt="2023-12-19T09:55:55.847" v="5170" actId="207"/>
        <pc:sldMkLst>
          <pc:docMk/>
          <pc:sldMk cId="676525540" sldId="356"/>
        </pc:sldMkLst>
        <pc:spChg chg="mod">
          <ac:chgData name="Tea Boon Chian" userId="ab84e6a5-2079-4f96-af03-c8dde00dcc75" providerId="ADAL" clId="{AA44AE59-0576-45F5-B232-6E6C2FF8AC2D}" dt="2023-12-19T08:30:03.250" v="4449"/>
          <ac:spMkLst>
            <pc:docMk/>
            <pc:sldMk cId="676525540" sldId="356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19T09:55:55.847" v="5170" actId="207"/>
          <ac:spMkLst>
            <pc:docMk/>
            <pc:sldMk cId="676525540" sldId="356"/>
            <ac:spMk id="3" creationId="{A3808814-91EE-A118-1CDC-F0A6E20AEAE4}"/>
          </ac:spMkLst>
        </pc:spChg>
      </pc:sldChg>
      <pc:sldChg chg="modSp add del mod">
        <pc:chgData name="Tea Boon Chian" userId="ab84e6a5-2079-4f96-af03-c8dde00dcc75" providerId="ADAL" clId="{AA44AE59-0576-45F5-B232-6E6C2FF8AC2D}" dt="2023-12-24T08:47:40.785" v="18307" actId="47"/>
        <pc:sldMkLst>
          <pc:docMk/>
          <pc:sldMk cId="3520020684" sldId="357"/>
        </pc:sldMkLst>
        <pc:spChg chg="mod">
          <ac:chgData name="Tea Boon Chian" userId="ab84e6a5-2079-4f96-af03-c8dde00dcc75" providerId="ADAL" clId="{AA44AE59-0576-45F5-B232-6E6C2FF8AC2D}" dt="2023-12-19T08:33:32.502" v="4566"/>
          <ac:spMkLst>
            <pc:docMk/>
            <pc:sldMk cId="3520020684" sldId="357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19T08:34:01.928" v="4573" actId="207"/>
          <ac:spMkLst>
            <pc:docMk/>
            <pc:sldMk cId="3520020684" sldId="357"/>
            <ac:spMk id="3" creationId="{A3808814-91EE-A118-1CDC-F0A6E20AEAE4}"/>
          </ac:spMkLst>
        </pc:spChg>
      </pc:sldChg>
      <pc:sldChg chg="modSp add mod">
        <pc:chgData name="Tea Boon Chian" userId="ab84e6a5-2079-4f96-af03-c8dde00dcc75" providerId="ADAL" clId="{AA44AE59-0576-45F5-B232-6E6C2FF8AC2D}" dt="2023-12-24T08:51:20.275" v="18316" actId="207"/>
        <pc:sldMkLst>
          <pc:docMk/>
          <pc:sldMk cId="379276954" sldId="358"/>
        </pc:sldMkLst>
        <pc:spChg chg="mod">
          <ac:chgData name="Tea Boon Chian" userId="ab84e6a5-2079-4f96-af03-c8dde00dcc75" providerId="ADAL" clId="{AA44AE59-0576-45F5-B232-6E6C2FF8AC2D}" dt="2023-12-19T10:29:28.198" v="6719" actId="207"/>
          <ac:spMkLst>
            <pc:docMk/>
            <pc:sldMk cId="379276954" sldId="358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4T08:51:20.275" v="18316" actId="207"/>
          <ac:spMkLst>
            <pc:docMk/>
            <pc:sldMk cId="379276954" sldId="358"/>
            <ac:spMk id="3" creationId="{A3808814-91EE-A118-1CDC-F0A6E20AEAE4}"/>
          </ac:spMkLst>
        </pc:spChg>
      </pc:sldChg>
      <pc:sldChg chg="modSp add mod ord">
        <pc:chgData name="Tea Boon Chian" userId="ab84e6a5-2079-4f96-af03-c8dde00dcc75" providerId="ADAL" clId="{AA44AE59-0576-45F5-B232-6E6C2FF8AC2D}" dt="2023-12-20T12:53:23.886" v="8073" actId="114"/>
        <pc:sldMkLst>
          <pc:docMk/>
          <pc:sldMk cId="2599195941" sldId="359"/>
        </pc:sldMkLst>
        <pc:spChg chg="mod">
          <ac:chgData name="Tea Boon Chian" userId="ab84e6a5-2079-4f96-af03-c8dde00dcc75" providerId="ADAL" clId="{AA44AE59-0576-45F5-B232-6E6C2FF8AC2D}" dt="2023-12-20T12:44:49.854" v="7544"/>
          <ac:spMkLst>
            <pc:docMk/>
            <pc:sldMk cId="2599195941" sldId="359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0T12:53:23.886" v="8073" actId="114"/>
          <ac:spMkLst>
            <pc:docMk/>
            <pc:sldMk cId="2599195941" sldId="359"/>
            <ac:spMk id="3" creationId="{A3808814-91EE-A118-1CDC-F0A6E20AEAE4}"/>
          </ac:spMkLst>
        </pc:spChg>
      </pc:sldChg>
      <pc:sldChg chg="modSp add del mod">
        <pc:chgData name="Tea Boon Chian" userId="ab84e6a5-2079-4f96-af03-c8dde00dcc75" providerId="ADAL" clId="{AA44AE59-0576-45F5-B232-6E6C2FF8AC2D}" dt="2023-12-21T02:03:35.188" v="10090" actId="47"/>
        <pc:sldMkLst>
          <pc:docMk/>
          <pc:sldMk cId="3592169234" sldId="360"/>
        </pc:sldMkLst>
        <pc:spChg chg="mod">
          <ac:chgData name="Tea Boon Chian" userId="ab84e6a5-2079-4f96-af03-c8dde00dcc75" providerId="ADAL" clId="{AA44AE59-0576-45F5-B232-6E6C2FF8AC2D}" dt="2023-12-20T13:13:42.574" v="8367" actId="207"/>
          <ac:spMkLst>
            <pc:docMk/>
            <pc:sldMk cId="3592169234" sldId="360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1T02:03:30.205" v="10086" actId="21"/>
          <ac:spMkLst>
            <pc:docMk/>
            <pc:sldMk cId="3592169234" sldId="360"/>
            <ac:spMk id="3" creationId="{A3808814-91EE-A118-1CDC-F0A6E20AEAE4}"/>
          </ac:spMkLst>
        </pc:spChg>
      </pc:sldChg>
      <pc:sldChg chg="addSp modSp add mod ord">
        <pc:chgData name="Tea Boon Chian" userId="ab84e6a5-2079-4f96-af03-c8dde00dcc75" providerId="ADAL" clId="{AA44AE59-0576-45F5-B232-6E6C2FF8AC2D}" dt="2024-01-18T04:25:52.662" v="18498"/>
        <pc:sldMkLst>
          <pc:docMk/>
          <pc:sldMk cId="94826789" sldId="361"/>
        </pc:sldMkLst>
        <pc:spChg chg="mod">
          <ac:chgData name="Tea Boon Chian" userId="ab84e6a5-2079-4f96-af03-c8dde00dcc75" providerId="ADAL" clId="{AA44AE59-0576-45F5-B232-6E6C2FF8AC2D}" dt="2024-01-18T04:17:08.657" v="18497" actId="20577"/>
          <ac:spMkLst>
            <pc:docMk/>
            <pc:sldMk cId="94826789" sldId="361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1T02:04:12.103" v="10095" actId="255"/>
          <ac:spMkLst>
            <pc:docMk/>
            <pc:sldMk cId="94826789" sldId="361"/>
            <ac:spMk id="3" creationId="{A3808814-91EE-A118-1CDC-F0A6E20AEAE4}"/>
          </ac:spMkLst>
        </pc:spChg>
        <pc:inkChg chg="add">
          <ac:chgData name="Tea Boon Chian" userId="ab84e6a5-2079-4f96-af03-c8dde00dcc75" providerId="ADAL" clId="{AA44AE59-0576-45F5-B232-6E6C2FF8AC2D}" dt="2024-01-18T04:25:52.662" v="18498"/>
          <ac:inkMkLst>
            <pc:docMk/>
            <pc:sldMk cId="94826789" sldId="361"/>
            <ac:inkMk id="4" creationId="{1445BEB4-8AFF-7CB1-AC46-9E296FAB53CE}"/>
          </ac:inkMkLst>
        </pc:inkChg>
      </pc:sldChg>
      <pc:sldChg chg="addSp delSp modSp add mod">
        <pc:chgData name="Tea Boon Chian" userId="ab84e6a5-2079-4f96-af03-c8dde00dcc75" providerId="ADAL" clId="{AA44AE59-0576-45F5-B232-6E6C2FF8AC2D}" dt="2024-01-18T04:45:15.009" v="18507"/>
        <pc:sldMkLst>
          <pc:docMk/>
          <pc:sldMk cId="559505328" sldId="362"/>
        </pc:sldMkLst>
        <pc:spChg chg="mod">
          <ac:chgData name="Tea Boon Chian" userId="ab84e6a5-2079-4f96-af03-c8dde00dcc75" providerId="ADAL" clId="{AA44AE59-0576-45F5-B232-6E6C2FF8AC2D}" dt="2023-12-20T15:08:25.425" v="8687" actId="20577"/>
          <ac:spMkLst>
            <pc:docMk/>
            <pc:sldMk cId="559505328" sldId="362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1T02:04:33.163" v="10097" actId="255"/>
          <ac:spMkLst>
            <pc:docMk/>
            <pc:sldMk cId="559505328" sldId="362"/>
            <ac:spMk id="3" creationId="{A3808814-91EE-A118-1CDC-F0A6E20AEAE4}"/>
          </ac:spMkLst>
        </pc:spChg>
        <pc:grpChg chg="del mod">
          <ac:chgData name="Tea Boon Chian" userId="ab84e6a5-2079-4f96-af03-c8dde00dcc75" providerId="ADAL" clId="{AA44AE59-0576-45F5-B232-6E6C2FF8AC2D}" dt="2024-01-18T04:39:06.836" v="18504"/>
          <ac:grpSpMkLst>
            <pc:docMk/>
            <pc:sldMk cId="559505328" sldId="362"/>
            <ac:grpSpMk id="7" creationId="{7CEA72F5-8684-B3D1-D731-C7B892F7FE12}"/>
          </ac:grpSpMkLst>
        </pc:grpChg>
        <pc:grpChg chg="mod">
          <ac:chgData name="Tea Boon Chian" userId="ab84e6a5-2079-4f96-af03-c8dde00dcc75" providerId="ADAL" clId="{AA44AE59-0576-45F5-B232-6E6C2FF8AC2D}" dt="2024-01-18T04:39:06.836" v="18504"/>
          <ac:grpSpMkLst>
            <pc:docMk/>
            <pc:sldMk cId="559505328" sldId="362"/>
            <ac:grpSpMk id="10" creationId="{230AE370-146E-7023-DE72-0FDD037DA1D5}"/>
          </ac:grpSpMkLst>
        </pc:grpChg>
        <pc:grpChg chg="mod">
          <ac:chgData name="Tea Boon Chian" userId="ab84e6a5-2079-4f96-af03-c8dde00dcc75" providerId="ADAL" clId="{AA44AE59-0576-45F5-B232-6E6C2FF8AC2D}" dt="2024-01-18T04:45:15.009" v="18507"/>
          <ac:grpSpMkLst>
            <pc:docMk/>
            <pc:sldMk cId="559505328" sldId="362"/>
            <ac:grpSpMk id="13" creationId="{BB4DB126-AB32-63E9-C7EC-30D59F0E03AF}"/>
          </ac:grpSpMkLst>
        </pc:grpChg>
        <pc:inkChg chg="add">
          <ac:chgData name="Tea Boon Chian" userId="ab84e6a5-2079-4f96-af03-c8dde00dcc75" providerId="ADAL" clId="{AA44AE59-0576-45F5-B232-6E6C2FF8AC2D}" dt="2024-01-18T04:25:52.662" v="18498"/>
          <ac:inkMkLst>
            <pc:docMk/>
            <pc:sldMk cId="559505328" sldId="362"/>
            <ac:inkMk id="4" creationId="{B54E0D24-437B-4E00-CCEF-358FAF2003F9}"/>
          </ac:inkMkLst>
        </pc:inkChg>
        <pc:inkChg chg="add mod">
          <ac:chgData name="Tea Boon Chian" userId="ab84e6a5-2079-4f96-af03-c8dde00dcc75" providerId="ADAL" clId="{AA44AE59-0576-45F5-B232-6E6C2FF8AC2D}" dt="2024-01-18T04:39:06.836" v="18504"/>
          <ac:inkMkLst>
            <pc:docMk/>
            <pc:sldMk cId="559505328" sldId="362"/>
            <ac:inkMk id="5" creationId="{AF47D7B8-D037-FD44-0075-031246F8206D}"/>
          </ac:inkMkLst>
        </pc:inkChg>
        <pc:inkChg chg="add mod">
          <ac:chgData name="Tea Boon Chian" userId="ab84e6a5-2079-4f96-af03-c8dde00dcc75" providerId="ADAL" clId="{AA44AE59-0576-45F5-B232-6E6C2FF8AC2D}" dt="2024-01-18T04:39:06.836" v="18504"/>
          <ac:inkMkLst>
            <pc:docMk/>
            <pc:sldMk cId="559505328" sldId="362"/>
            <ac:inkMk id="6" creationId="{26560061-E170-B320-1670-8BEE4B66A64B}"/>
          </ac:inkMkLst>
        </pc:inkChg>
        <pc:inkChg chg="add mod">
          <ac:chgData name="Tea Boon Chian" userId="ab84e6a5-2079-4f96-af03-c8dde00dcc75" providerId="ADAL" clId="{AA44AE59-0576-45F5-B232-6E6C2FF8AC2D}" dt="2024-01-18T04:39:06.836" v="18504"/>
          <ac:inkMkLst>
            <pc:docMk/>
            <pc:sldMk cId="559505328" sldId="362"/>
            <ac:inkMk id="8" creationId="{D2FF6F23-FD90-727A-CC45-9155BBE8478F}"/>
          </ac:inkMkLst>
        </pc:inkChg>
        <pc:inkChg chg="add mod">
          <ac:chgData name="Tea Boon Chian" userId="ab84e6a5-2079-4f96-af03-c8dde00dcc75" providerId="ADAL" clId="{AA44AE59-0576-45F5-B232-6E6C2FF8AC2D}" dt="2024-01-18T04:39:06.836" v="18504"/>
          <ac:inkMkLst>
            <pc:docMk/>
            <pc:sldMk cId="559505328" sldId="362"/>
            <ac:inkMk id="9" creationId="{96A337A5-2EB9-CEF5-8471-EAAFB92D828B}"/>
          </ac:inkMkLst>
        </pc:inkChg>
        <pc:inkChg chg="add mod">
          <ac:chgData name="Tea Boon Chian" userId="ab84e6a5-2079-4f96-af03-c8dde00dcc75" providerId="ADAL" clId="{AA44AE59-0576-45F5-B232-6E6C2FF8AC2D}" dt="2024-01-18T04:45:15.009" v="18507"/>
          <ac:inkMkLst>
            <pc:docMk/>
            <pc:sldMk cId="559505328" sldId="362"/>
            <ac:inkMk id="11" creationId="{79439CFF-0693-F4B1-B28E-A65B6A88773F}"/>
          </ac:inkMkLst>
        </pc:inkChg>
        <pc:inkChg chg="add mod">
          <ac:chgData name="Tea Boon Chian" userId="ab84e6a5-2079-4f96-af03-c8dde00dcc75" providerId="ADAL" clId="{AA44AE59-0576-45F5-B232-6E6C2FF8AC2D}" dt="2024-01-18T04:45:15.009" v="18507"/>
          <ac:inkMkLst>
            <pc:docMk/>
            <pc:sldMk cId="559505328" sldId="362"/>
            <ac:inkMk id="12" creationId="{1EAFD8CB-365B-5630-467D-EF4C267E5724}"/>
          </ac:inkMkLst>
        </pc:inkChg>
      </pc:sldChg>
      <pc:sldChg chg="modSp add mod">
        <pc:chgData name="Tea Boon Chian" userId="ab84e6a5-2079-4f96-af03-c8dde00dcc75" providerId="ADAL" clId="{AA44AE59-0576-45F5-B232-6E6C2FF8AC2D}" dt="2023-12-21T04:25:15.408" v="12754" actId="20577"/>
        <pc:sldMkLst>
          <pc:docMk/>
          <pc:sldMk cId="2800342244" sldId="363"/>
        </pc:sldMkLst>
        <pc:spChg chg="mod">
          <ac:chgData name="Tea Boon Chian" userId="ab84e6a5-2079-4f96-af03-c8dde00dcc75" providerId="ADAL" clId="{AA44AE59-0576-45F5-B232-6E6C2FF8AC2D}" dt="2023-12-20T15:11:07.127" v="8720" actId="207"/>
          <ac:spMkLst>
            <pc:docMk/>
            <pc:sldMk cId="2800342244" sldId="363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1T04:25:15.408" v="12754" actId="20577"/>
          <ac:spMkLst>
            <pc:docMk/>
            <pc:sldMk cId="2800342244" sldId="363"/>
            <ac:spMk id="3" creationId="{A3808814-91EE-A118-1CDC-F0A6E20AEAE4}"/>
          </ac:spMkLst>
        </pc:spChg>
      </pc:sldChg>
      <pc:sldChg chg="addSp modSp add mod">
        <pc:chgData name="Tea Boon Chian" userId="ab84e6a5-2079-4f96-af03-c8dde00dcc75" providerId="ADAL" clId="{AA44AE59-0576-45F5-B232-6E6C2FF8AC2D}" dt="2023-12-20T15:32:01.097" v="9725" actId="1076"/>
        <pc:sldMkLst>
          <pc:docMk/>
          <pc:sldMk cId="924211867" sldId="364"/>
        </pc:sldMkLst>
        <pc:spChg chg="mod">
          <ac:chgData name="Tea Boon Chian" userId="ab84e6a5-2079-4f96-af03-c8dde00dcc75" providerId="ADAL" clId="{AA44AE59-0576-45F5-B232-6E6C2FF8AC2D}" dt="2023-12-20T15:19:26.330" v="9011"/>
          <ac:spMkLst>
            <pc:docMk/>
            <pc:sldMk cId="924211867" sldId="364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0T15:31:23.371" v="9715"/>
          <ac:spMkLst>
            <pc:docMk/>
            <pc:sldMk cId="924211867" sldId="364"/>
            <ac:spMk id="3" creationId="{A3808814-91EE-A118-1CDC-F0A6E20AEAE4}"/>
          </ac:spMkLst>
        </pc:spChg>
        <pc:graphicFrameChg chg="add mod modGraphic">
          <ac:chgData name="Tea Boon Chian" userId="ab84e6a5-2079-4f96-af03-c8dde00dcc75" providerId="ADAL" clId="{AA44AE59-0576-45F5-B232-6E6C2FF8AC2D}" dt="2023-12-20T15:32:01.097" v="9725" actId="1076"/>
          <ac:graphicFrameMkLst>
            <pc:docMk/>
            <pc:sldMk cId="924211867" sldId="364"/>
            <ac:graphicFrameMk id="4" creationId="{FBD20915-C016-D8E1-2CAF-141303CD1A4B}"/>
          </ac:graphicFrameMkLst>
        </pc:graphicFrameChg>
      </pc:sldChg>
      <pc:sldChg chg="addSp modSp add mod">
        <pc:chgData name="Tea Boon Chian" userId="ab84e6a5-2079-4f96-af03-c8dde00dcc75" providerId="ADAL" clId="{AA44AE59-0576-45F5-B232-6E6C2FF8AC2D}" dt="2024-01-18T04:07:04.677" v="18473" actId="20577"/>
        <pc:sldMkLst>
          <pc:docMk/>
          <pc:sldMk cId="2548830666" sldId="365"/>
        </pc:sldMkLst>
        <pc:spChg chg="mod">
          <ac:chgData name="Tea Boon Chian" userId="ab84e6a5-2079-4f96-af03-c8dde00dcc75" providerId="ADAL" clId="{AA44AE59-0576-45F5-B232-6E6C2FF8AC2D}" dt="2023-12-20T15:10:31.576" v="8708" actId="20577"/>
          <ac:spMkLst>
            <pc:docMk/>
            <pc:sldMk cId="2548830666" sldId="365"/>
            <ac:spMk id="3" creationId="{A3808814-91EE-A118-1CDC-F0A6E20AEAE4}"/>
          </ac:spMkLst>
        </pc:spChg>
        <pc:graphicFrameChg chg="add mod modGraphic">
          <ac:chgData name="Tea Boon Chian" userId="ab84e6a5-2079-4f96-af03-c8dde00dcc75" providerId="ADAL" clId="{AA44AE59-0576-45F5-B232-6E6C2FF8AC2D}" dt="2024-01-18T04:07:04.677" v="18473" actId="20577"/>
          <ac:graphicFrameMkLst>
            <pc:docMk/>
            <pc:sldMk cId="2548830666" sldId="365"/>
            <ac:graphicFrameMk id="4" creationId="{796A7D5B-526E-0ED4-A1D6-177D6E4C7C37}"/>
          </ac:graphicFrameMkLst>
        </pc:graphicFrameChg>
      </pc:sldChg>
      <pc:sldChg chg="modSp add mod ord">
        <pc:chgData name="Tea Boon Chian" userId="ab84e6a5-2079-4f96-af03-c8dde00dcc75" providerId="ADAL" clId="{AA44AE59-0576-45F5-B232-6E6C2FF8AC2D}" dt="2023-12-20T15:34:00.155" v="9800"/>
        <pc:sldMkLst>
          <pc:docMk/>
          <pc:sldMk cId="3837157798" sldId="366"/>
        </pc:sldMkLst>
        <pc:spChg chg="mod">
          <ac:chgData name="Tea Boon Chian" userId="ab84e6a5-2079-4f96-af03-c8dde00dcc75" providerId="ADAL" clId="{AA44AE59-0576-45F5-B232-6E6C2FF8AC2D}" dt="2023-12-20T15:34:00.155" v="9800"/>
          <ac:spMkLst>
            <pc:docMk/>
            <pc:sldMk cId="3837157798" sldId="366"/>
            <ac:spMk id="3" creationId="{A3808814-91EE-A118-1CDC-F0A6E20AEAE4}"/>
          </ac:spMkLst>
        </pc:spChg>
      </pc:sldChg>
      <pc:sldChg chg="delSp modSp add mod">
        <pc:chgData name="Tea Boon Chian" userId="ab84e6a5-2079-4f96-af03-c8dde00dcc75" providerId="ADAL" clId="{AA44AE59-0576-45F5-B232-6E6C2FF8AC2D}" dt="2023-12-20T15:34:25.935" v="9820" actId="20577"/>
        <pc:sldMkLst>
          <pc:docMk/>
          <pc:sldMk cId="3666990340" sldId="367"/>
        </pc:sldMkLst>
        <pc:spChg chg="mod">
          <ac:chgData name="Tea Boon Chian" userId="ab84e6a5-2079-4f96-af03-c8dde00dcc75" providerId="ADAL" clId="{AA44AE59-0576-45F5-B232-6E6C2FF8AC2D}" dt="2023-12-20T15:34:25.935" v="9820" actId="20577"/>
          <ac:spMkLst>
            <pc:docMk/>
            <pc:sldMk cId="3666990340" sldId="367"/>
            <ac:spMk id="3" creationId="{A3808814-91EE-A118-1CDC-F0A6E20AEAE4}"/>
          </ac:spMkLst>
        </pc:spChg>
        <pc:graphicFrameChg chg="del">
          <ac:chgData name="Tea Boon Chian" userId="ab84e6a5-2079-4f96-af03-c8dde00dcc75" providerId="ADAL" clId="{AA44AE59-0576-45F5-B232-6E6C2FF8AC2D}" dt="2023-12-20T15:32:22.217" v="9727" actId="478"/>
          <ac:graphicFrameMkLst>
            <pc:docMk/>
            <pc:sldMk cId="3666990340" sldId="367"/>
            <ac:graphicFrameMk id="4" creationId="{FBD20915-C016-D8E1-2CAF-141303CD1A4B}"/>
          </ac:graphicFrameMkLst>
        </pc:graphicFrameChg>
      </pc:sldChg>
      <pc:sldChg chg="addSp modSp add mod">
        <pc:chgData name="Tea Boon Chian" userId="ab84e6a5-2079-4f96-af03-c8dde00dcc75" providerId="ADAL" clId="{AA44AE59-0576-45F5-B232-6E6C2FF8AC2D}" dt="2024-01-18T04:25:52.662" v="18498"/>
        <pc:sldMkLst>
          <pc:docMk/>
          <pc:sldMk cId="2858117950" sldId="368"/>
        </pc:sldMkLst>
        <pc:spChg chg="mod">
          <ac:chgData name="Tea Boon Chian" userId="ab84e6a5-2079-4f96-af03-c8dde00dcc75" providerId="ADAL" clId="{AA44AE59-0576-45F5-B232-6E6C2FF8AC2D}" dt="2023-12-21T02:05:08.427" v="10109" actId="20577"/>
          <ac:spMkLst>
            <pc:docMk/>
            <pc:sldMk cId="2858117950" sldId="368"/>
            <ac:spMk id="3" creationId="{A3808814-91EE-A118-1CDC-F0A6E20AEAE4}"/>
          </ac:spMkLst>
        </pc:spChg>
        <pc:inkChg chg="add">
          <ac:chgData name="Tea Boon Chian" userId="ab84e6a5-2079-4f96-af03-c8dde00dcc75" providerId="ADAL" clId="{AA44AE59-0576-45F5-B232-6E6C2FF8AC2D}" dt="2024-01-18T04:25:52.662" v="18498"/>
          <ac:inkMkLst>
            <pc:docMk/>
            <pc:sldMk cId="2858117950" sldId="368"/>
            <ac:inkMk id="4" creationId="{4D332298-A110-748C-04CD-686066409B56}"/>
          </ac:inkMkLst>
        </pc:inkChg>
      </pc:sldChg>
      <pc:sldChg chg="modSp add mod">
        <pc:chgData name="Tea Boon Chian" userId="ab84e6a5-2079-4f96-af03-c8dde00dcc75" providerId="ADAL" clId="{AA44AE59-0576-45F5-B232-6E6C2FF8AC2D}" dt="2023-12-21T04:03:21.871" v="12264" actId="207"/>
        <pc:sldMkLst>
          <pc:docMk/>
          <pc:sldMk cId="1668540552" sldId="369"/>
        </pc:sldMkLst>
        <pc:spChg chg="mod">
          <ac:chgData name="Tea Boon Chian" userId="ab84e6a5-2079-4f96-af03-c8dde00dcc75" providerId="ADAL" clId="{AA44AE59-0576-45F5-B232-6E6C2FF8AC2D}" dt="2023-12-21T03:54:04.701" v="11413" actId="207"/>
          <ac:spMkLst>
            <pc:docMk/>
            <pc:sldMk cId="1668540552" sldId="369"/>
            <ac:spMk id="2" creationId="{F898252A-BDF4-DE41-0675-3D42055ECA08}"/>
          </ac:spMkLst>
        </pc:spChg>
        <pc:spChg chg="mod">
          <ac:chgData name="Tea Boon Chian" userId="ab84e6a5-2079-4f96-af03-c8dde00dcc75" providerId="ADAL" clId="{AA44AE59-0576-45F5-B232-6E6C2FF8AC2D}" dt="2023-12-21T04:03:21.871" v="12264" actId="207"/>
          <ac:spMkLst>
            <pc:docMk/>
            <pc:sldMk cId="1668540552" sldId="369"/>
            <ac:spMk id="3" creationId="{A3808814-91EE-A118-1CDC-F0A6E20AEAE4}"/>
          </ac:spMkLst>
        </pc:spChg>
      </pc:sldChg>
      <pc:sldChg chg="addSp delSp modSp add mod">
        <pc:chgData name="Tea Boon Chian" userId="ab84e6a5-2079-4f96-af03-c8dde00dcc75" providerId="ADAL" clId="{AA44AE59-0576-45F5-B232-6E6C2FF8AC2D}" dt="2023-12-23T16:18:47.165" v="16659" actId="207"/>
        <pc:sldMkLst>
          <pc:docMk/>
          <pc:sldMk cId="530348323" sldId="370"/>
        </pc:sldMkLst>
        <pc:spChg chg="mod">
          <ac:chgData name="Tea Boon Chian" userId="ab84e6a5-2079-4f96-af03-c8dde00dcc75" providerId="ADAL" clId="{AA44AE59-0576-45F5-B232-6E6C2FF8AC2D}" dt="2023-12-23T16:18:47.165" v="16659" actId="207"/>
          <ac:spMkLst>
            <pc:docMk/>
            <pc:sldMk cId="530348323" sldId="370"/>
            <ac:spMk id="3" creationId="{A3808814-91EE-A118-1CDC-F0A6E20AEAE4}"/>
          </ac:spMkLst>
        </pc:spChg>
        <pc:spChg chg="add del">
          <ac:chgData name="Tea Boon Chian" userId="ab84e6a5-2079-4f96-af03-c8dde00dcc75" providerId="ADAL" clId="{AA44AE59-0576-45F5-B232-6E6C2FF8AC2D}" dt="2023-12-23T16:16:45.159" v="16617"/>
          <ac:spMkLst>
            <pc:docMk/>
            <pc:sldMk cId="530348323" sldId="370"/>
            <ac:spMk id="5" creationId="{35210758-2516-5036-0D42-3D876D881361}"/>
          </ac:spMkLst>
        </pc:spChg>
      </pc:sldChg>
      <pc:sldChg chg="modSp new del mod ord">
        <pc:chgData name="Tea Boon Chian" userId="ab84e6a5-2079-4f96-af03-c8dde00dcc75" providerId="ADAL" clId="{AA44AE59-0576-45F5-B232-6E6C2FF8AC2D}" dt="2023-12-23T15:10:01.472" v="14477" actId="47"/>
        <pc:sldMkLst>
          <pc:docMk/>
          <pc:sldMk cId="767345058" sldId="370"/>
        </pc:sldMkLst>
        <pc:spChg chg="mod">
          <ac:chgData name="Tea Boon Chian" userId="ab84e6a5-2079-4f96-af03-c8dde00dcc75" providerId="ADAL" clId="{AA44AE59-0576-45F5-B232-6E6C2FF8AC2D}" dt="2023-12-23T15:07:08.159" v="14476" actId="20577"/>
          <ac:spMkLst>
            <pc:docMk/>
            <pc:sldMk cId="767345058" sldId="370"/>
            <ac:spMk id="2" creationId="{966E2823-E21E-5A42-186D-DD2FD522F02E}"/>
          </ac:spMkLst>
        </pc:spChg>
      </pc:sldChg>
      <pc:sldChg chg="add del">
        <pc:chgData name="Tea Boon Chian" userId="ab84e6a5-2079-4f96-af03-c8dde00dcc75" providerId="ADAL" clId="{AA44AE59-0576-45F5-B232-6E6C2FF8AC2D}" dt="2023-12-21T04:01:08.989" v="12138" actId="47"/>
        <pc:sldMkLst>
          <pc:docMk/>
          <pc:sldMk cId="1596993110" sldId="370"/>
        </pc:sldMkLst>
      </pc:sldChg>
      <pc:sldChg chg="add del">
        <pc:chgData name="Tea Boon Chian" userId="ab84e6a5-2079-4f96-af03-c8dde00dcc75" providerId="ADAL" clId="{AA44AE59-0576-45F5-B232-6E6C2FF8AC2D}" dt="2023-12-21T04:01:10.027" v="12139" actId="47"/>
        <pc:sldMkLst>
          <pc:docMk/>
          <pc:sldMk cId="793013991" sldId="371"/>
        </pc:sldMkLst>
      </pc:sldChg>
      <pc:sldChg chg="modSp add del mod">
        <pc:chgData name="Tea Boon Chian" userId="ab84e6a5-2079-4f96-af03-c8dde00dcc75" providerId="ADAL" clId="{AA44AE59-0576-45F5-B232-6E6C2FF8AC2D}" dt="2023-12-23T16:46:45.682" v="18066" actId="47"/>
        <pc:sldMkLst>
          <pc:docMk/>
          <pc:sldMk cId="2408608622" sldId="371"/>
        </pc:sldMkLst>
        <pc:spChg chg="mod">
          <ac:chgData name="Tea Boon Chian" userId="ab84e6a5-2079-4f96-af03-c8dde00dcc75" providerId="ADAL" clId="{AA44AE59-0576-45F5-B232-6E6C2FF8AC2D}" dt="2023-12-23T16:46:28.014" v="18065" actId="20577"/>
          <ac:spMkLst>
            <pc:docMk/>
            <pc:sldMk cId="2408608622" sldId="371"/>
            <ac:spMk id="2" creationId="{F898252A-BDF4-DE41-0675-3D42055ECA08}"/>
          </ac:spMkLst>
        </pc:spChg>
      </pc:sldChg>
      <pc:sldChg chg="modSp add mod">
        <pc:chgData name="Tea Boon Chian" userId="ab84e6a5-2079-4f96-af03-c8dde00dcc75" providerId="ADAL" clId="{AA44AE59-0576-45F5-B232-6E6C2FF8AC2D}" dt="2023-12-23T16:50:05.739" v="18160" actId="207"/>
        <pc:sldMkLst>
          <pc:docMk/>
          <pc:sldMk cId="2822942906" sldId="371"/>
        </pc:sldMkLst>
        <pc:spChg chg="mod">
          <ac:chgData name="Tea Boon Chian" userId="ab84e6a5-2079-4f96-af03-c8dde00dcc75" providerId="ADAL" clId="{AA44AE59-0576-45F5-B232-6E6C2FF8AC2D}" dt="2023-12-23T16:50:05.739" v="18160" actId="207"/>
          <ac:spMkLst>
            <pc:docMk/>
            <pc:sldMk cId="2822942906" sldId="371"/>
            <ac:spMk id="2" creationId="{F898252A-BDF4-DE41-0675-3D42055ECA08}"/>
          </ac:spMkLst>
        </pc:spChg>
      </pc:sldChg>
      <pc:sldChg chg="add del">
        <pc:chgData name="Tea Boon Chian" userId="ab84e6a5-2079-4f96-af03-c8dde00dcc75" providerId="ADAL" clId="{AA44AE59-0576-45F5-B232-6E6C2FF8AC2D}" dt="2023-12-21T04:01:10.919" v="12140" actId="47"/>
        <pc:sldMkLst>
          <pc:docMk/>
          <pc:sldMk cId="2317796846" sldId="372"/>
        </pc:sldMkLst>
      </pc:sldChg>
      <pc:sldChg chg="delSp modSp add del mod">
        <pc:chgData name="Tea Boon Chian" userId="ab84e6a5-2079-4f96-af03-c8dde00dcc75" providerId="ADAL" clId="{AA44AE59-0576-45F5-B232-6E6C2FF8AC2D}" dt="2023-12-24T09:02:21.703" v="18458" actId="47"/>
        <pc:sldMkLst>
          <pc:docMk/>
          <pc:sldMk cId="3121120428" sldId="372"/>
        </pc:sldMkLst>
        <pc:spChg chg="mod">
          <ac:chgData name="Tea Boon Chian" userId="ab84e6a5-2079-4f96-af03-c8dde00dcc75" providerId="ADAL" clId="{AA44AE59-0576-45F5-B232-6E6C2FF8AC2D}" dt="2023-12-24T09:02:10.857" v="18457" actId="12"/>
          <ac:spMkLst>
            <pc:docMk/>
            <pc:sldMk cId="3121120428" sldId="372"/>
            <ac:spMk id="3" creationId="{A3808814-91EE-A118-1CDC-F0A6E20AEAE4}"/>
          </ac:spMkLst>
        </pc:spChg>
        <pc:graphicFrameChg chg="del">
          <ac:chgData name="Tea Boon Chian" userId="ab84e6a5-2079-4f96-af03-c8dde00dcc75" providerId="ADAL" clId="{AA44AE59-0576-45F5-B232-6E6C2FF8AC2D}" dt="2023-12-24T09:01:57.275" v="18409" actId="478"/>
          <ac:graphicFrameMkLst>
            <pc:docMk/>
            <pc:sldMk cId="3121120428" sldId="372"/>
            <ac:graphicFrameMk id="5" creationId="{B789262F-1A1F-B947-68AF-A3849517B9EE}"/>
          </ac:graphicFrameMkLst>
        </pc:graphicFrameChg>
      </pc:sldChg>
      <pc:sldChg chg="addSp delSp add del mod">
        <pc:chgData name="Tea Boon Chian" userId="ab84e6a5-2079-4f96-af03-c8dde00dcc75" providerId="ADAL" clId="{AA44AE59-0576-45F5-B232-6E6C2FF8AC2D}" dt="2023-12-24T09:01:08.649" v="18407"/>
        <pc:sldMkLst>
          <pc:docMk/>
          <pc:sldMk cId="3906127046" sldId="372"/>
        </pc:sldMkLst>
        <pc:graphicFrameChg chg="add del">
          <ac:chgData name="Tea Boon Chian" userId="ab84e6a5-2079-4f96-af03-c8dde00dcc75" providerId="ADAL" clId="{AA44AE59-0576-45F5-B232-6E6C2FF8AC2D}" dt="2023-12-24T09:01:08.360" v="18406" actId="478"/>
          <ac:graphicFrameMkLst>
            <pc:docMk/>
            <pc:sldMk cId="3906127046" sldId="372"/>
            <ac:graphicFrameMk id="5" creationId="{B789262F-1A1F-B947-68AF-A3849517B9EE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1T21:29:1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56D6-F195-48D7-978E-7EE16D430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946" y="1104900"/>
            <a:ext cx="8376514" cy="3120504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2F42-5C88-4F7D-803B-C371B570D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8039" y="4442385"/>
            <a:ext cx="6074328" cy="98402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i="0" spc="16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84F3-2D6A-49F6-8F79-F3955E90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259A-1FE3-4FF9-8A07-BDD8177164ED}" type="datetime4">
              <a:rPr lang="en-US" smtClean="0"/>
              <a:t>January 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3F32-CD31-4801-BAE4-09EEB126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D34C-49ED-4ADB-8693-73B79076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4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B333-9E16-4502-96B5-3F586B7E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0795-5EC7-4FF8-9FC7-22AFA3C5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2DA5B-9862-4A23-8FEC-5C1ABC2E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506456" y="5074920"/>
            <a:ext cx="2647667" cy="365125"/>
          </a:xfrm>
        </p:spPr>
        <p:txBody>
          <a:bodyPr/>
          <a:lstStyle/>
          <a:p>
            <a:fld id="{5D340FED-6E95-4177-A7EF-CD303B9E611D}" type="datetime4">
              <a:rPr lang="en-US" smtClean="0"/>
              <a:t>January 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D9A4B-0DA7-46BB-9DCE-3F26075C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51592" y="1408176"/>
            <a:ext cx="27704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7C47-81AC-431C-A7C3-2BC71AD1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016" y="3136392"/>
            <a:ext cx="545911" cy="580029"/>
          </a:xfrm>
        </p:spPr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52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2E47-4DC7-46C4-9407-FA4CF7E0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13" y="1709738"/>
            <a:ext cx="9087774" cy="343852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7B502-122E-4177-A408-FC436A254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513" y="5148262"/>
            <a:ext cx="8844522" cy="113823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9696-2AEF-4765-B33E-7DA328E4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62CB-39AD-45A9-800F-54DAB53D6021}" type="datetime4">
              <a:rPr lang="en-US" smtClean="0"/>
              <a:t>January 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9B2E4-2F1C-4FEE-AAB2-4FCC3EEF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D4B8-E107-480A-AA17-261CA49B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83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BAE8-3305-4F08-BECB-56AD7FD4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21AC-6D8D-4D24-8B01-8AE8F41BE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0878" y="1825624"/>
            <a:ext cx="4473622" cy="4460875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02920">
              <a:defRPr/>
            </a:lvl3pPr>
            <a:lvl4pPr marL="548640" indent="0">
              <a:buFontTx/>
              <a:buNone/>
              <a:defRPr/>
            </a:lvl4pPr>
            <a:lvl5pPr marL="7315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F49C-3DB3-40B7-89B3-E3BC32FC1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4540" y="1825624"/>
            <a:ext cx="5016943" cy="4460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33D58-BDF5-4F1F-806B-0491CB36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F93D-55AB-4606-B9D7-742F1FC51983}" type="datetime4">
              <a:rPr lang="en-US" smtClean="0"/>
              <a:t>January 2,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BCBFD-1FE1-441A-B3AF-C3E7E7B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E272-E6FB-455B-BACB-2471D66D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65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3A4FB-9EF5-4D6C-A275-2DE1077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563" y="1835219"/>
            <a:ext cx="445293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9972A-4D34-4A9F-84EB-8D64A703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1562" y="2717801"/>
            <a:ext cx="4452938" cy="3559452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BDDE3-C8D7-4600-8259-24E1F8118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4540" y="1835219"/>
            <a:ext cx="5016943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49FFF-44C7-4256-AFE1-C5457C7AB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4540" y="2717800"/>
            <a:ext cx="5016943" cy="3559453"/>
          </a:xfrm>
        </p:spPr>
        <p:txBody>
          <a:bodyPr/>
          <a:lstStyle>
            <a:lvl2pPr marL="457200" indent="0"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C6ACF-080E-4B7C-B0C0-77E90C16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841D-FB5C-47AB-B2FF-32E855C1EA71}" type="datetime4">
              <a:rPr lang="en-US" smtClean="0"/>
              <a:t>January 2,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68C0B-BC90-4ADA-B6E6-2B30BFF9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CE559-C82B-4E27-965B-4AC3C66F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752B99E-38EC-4745-889B-124D3475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98371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E7304-D393-47F0-ACCC-1F72EFCC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37E9-D174-424D-BEE8-AFC4CA5F9F97}" type="datetime4">
              <a:rPr lang="en-US" smtClean="0"/>
              <a:t>January 2,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451FF-032D-4787-BA4B-5EB4154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511D-7256-4A08-BF62-3B3F821A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FCDA27-1C47-4EA1-A160-EC91FD8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02746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E8ADA-7BF8-433A-8770-61C690F3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44C0-F7AC-49C2-8289-1E7A86D9FB50}" type="datetime4">
              <a:rPr lang="en-US" smtClean="0"/>
              <a:t>January 2,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7B86-EC22-49C6-BBC6-639D57D1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764B-CF91-4C81-B4C3-5B5E5A97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73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4801-B0C7-4458-B413-24D6E68F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170355" cy="191750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0C76-733A-488A-89FB-7D04FD64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457200"/>
            <a:ext cx="5562601" cy="5943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5B9DE-016A-4B31-BB52-99C76E28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33" y="2374708"/>
            <a:ext cx="4170355" cy="40260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6CC3-66DD-4D9A-A9C7-F588BA8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84BC-6E78-40D1-8831-40AB1F596614}" type="datetime4">
              <a:rPr lang="en-US" smtClean="0"/>
              <a:t>January 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59FC8-04EF-4F7D-8E43-4EE0E95D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1C964-4227-4DEE-87A1-026162D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27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B4E-D4BB-4C86-A820-63474E5A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038" y="457199"/>
            <a:ext cx="3913241" cy="19288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A99A1-8FAF-415D-A399-1B2C2A0F2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57752" y="457200"/>
            <a:ext cx="6110288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15BEE-9915-4637-85A2-2AF2872C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2038" y="2386013"/>
            <a:ext cx="3913241" cy="4014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3427C-3B67-4ED4-925D-04B9C09A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A080F-3961-4D42-BEDE-84A1FED032F1}" type="datetime4">
              <a:rPr lang="en-US" smtClean="0"/>
              <a:t>January 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5DAFD-22DE-4E9E-9C72-B16C1F27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8EE99-49CC-4A30-8ADA-39EFD8DA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73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171A2-02C1-4543-8B6B-FCF7E697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50879" y="1825625"/>
            <a:ext cx="9810604" cy="451669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027C-A386-44E4-AFE1-33AFFDA3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3C8F-D4A7-4EAD-92AD-82C91CB8BB85}" type="datetime4">
              <a:rPr lang="en-US" smtClean="0"/>
              <a:t>January 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BF710-0558-4457-825D-48713CAE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7F93D-5DC3-4C36-AEB0-79CDB15C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CFC0C8-11FE-4003-B2D6-B7B8E279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0762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B41C5-3638-439D-BA61-4DAA14222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464025"/>
            <a:ext cx="2161540" cy="58002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B91A0-A376-483C-926E-189F376E5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64023"/>
            <a:ext cx="7886700" cy="58002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134E-B7D5-4664-BB2E-6A98ED63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1D41-E33C-4BC7-8272-37E8417FD097}" type="datetime4">
              <a:rPr lang="en-US" smtClean="0"/>
              <a:t>January 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4E2A-B1CE-4F2E-9D9A-D47E514D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C304-46A8-4179-87A2-B8CC10B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366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ustomXml" Target="../ink/ink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in a dark room&#10;&#10;Description automatically generated">
            <a:extLst>
              <a:ext uri="{FF2B5EF4-FFF2-40B4-BE49-F238E27FC236}">
                <a16:creationId xmlns:a16="http://schemas.microsoft.com/office/drawing/2014/main" id="{DEB2E8C4-C3E7-4048-A43D-9859510CFA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BD2E1-C16B-4996-869C-DD03823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DB6A-ED8E-4755-BC7A-B7AA6524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879" y="1825624"/>
            <a:ext cx="9810604" cy="4428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CE27-B558-4B88-ACE3-B70423127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09243" y="5071825"/>
            <a:ext cx="2647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A33960BD-7AC1-4217-9611-AAA56D3EE38F}" type="datetime4">
              <a:rPr lang="en-US" smtClean="0"/>
              <a:pPr/>
              <a:t>January 2, 2026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5D61-F203-4F00-9CF1-AB0AE493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47827" y="1407402"/>
            <a:ext cx="277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38BD-5F38-4F6E-B5DD-EB1AF0600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0121" y="3138985"/>
            <a:ext cx="545911" cy="5800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14:cNvPr>
              <p14:cNvContentPartPr/>
              <p14:nvPr/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8855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7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 cap="all" spc="600" baseline="0">
          <a:solidFill>
            <a:schemeClr val="tx1">
              <a:lumMod val="85000"/>
              <a:lumOff val="15000"/>
            </a:schemeClr>
          </a:solidFill>
          <a:latin typeface="+mj-lt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1pPr>
      <a:lvl2pPr marL="27432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8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2pPr>
      <a:lvl3pPr marL="605790" indent="-28575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3pPr>
      <a:lvl4pPr marL="630936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4pPr>
      <a:lvl5pPr marL="82296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0">
            <a:extLst>
              <a:ext uri="{FF2B5EF4-FFF2-40B4-BE49-F238E27FC236}">
                <a16:creationId xmlns:a16="http://schemas.microsoft.com/office/drawing/2014/main" id="{78E81931-EC11-4433-BB7B-ED42BAA2441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2">
            <a:extLst>
              <a:ext uri="{FF2B5EF4-FFF2-40B4-BE49-F238E27FC236}">
                <a16:creationId xmlns:a16="http://schemas.microsoft.com/office/drawing/2014/main" id="{F35BC353-549C-47DC-9732-7E69613728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2192000" cy="6858003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RSA Encryption – An Antiquated Technology Still Being Used Today - Eclypses  Inc.">
            <a:extLst>
              <a:ext uri="{FF2B5EF4-FFF2-40B4-BE49-F238E27FC236}">
                <a16:creationId xmlns:a16="http://schemas.microsoft.com/office/drawing/2014/main" id="{617802AF-C286-C14D-AE90-BD759CA70F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2">
                <a:moveTo>
                  <a:pt x="5307101" y="6857999"/>
                </a:moveTo>
                <a:lnTo>
                  <a:pt x="12192000" y="6857999"/>
                </a:lnTo>
                <a:lnTo>
                  <a:pt x="12192000" y="6858002"/>
                </a:lnTo>
                <a:lnTo>
                  <a:pt x="5307088" y="685800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277972"/>
                </a:lnTo>
                <a:lnTo>
                  <a:pt x="12152890" y="6290206"/>
                </a:lnTo>
                <a:cubicBezTo>
                  <a:pt x="12105395" y="6304478"/>
                  <a:pt x="12054092" y="6317152"/>
                  <a:pt x="12009354" y="6315664"/>
                </a:cubicBezTo>
                <a:cubicBezTo>
                  <a:pt x="11994503" y="6311032"/>
                  <a:pt x="11985943" y="6310638"/>
                  <a:pt x="11978968" y="6319390"/>
                </a:cubicBezTo>
                <a:cubicBezTo>
                  <a:pt x="11941764" y="6318961"/>
                  <a:pt x="11901790" y="6339612"/>
                  <a:pt x="11878895" y="6327233"/>
                </a:cubicBezTo>
                <a:cubicBezTo>
                  <a:pt x="11878918" y="6346592"/>
                  <a:pt x="11826486" y="6319151"/>
                  <a:pt x="11814979" y="6337141"/>
                </a:cubicBezTo>
                <a:cubicBezTo>
                  <a:pt x="11820607" y="6367517"/>
                  <a:pt x="11727668" y="6353622"/>
                  <a:pt x="11687508" y="6364470"/>
                </a:cubicBezTo>
                <a:cubicBezTo>
                  <a:pt x="11692944" y="6381370"/>
                  <a:pt x="11638976" y="6383664"/>
                  <a:pt x="11672002" y="6397904"/>
                </a:cubicBezTo>
                <a:cubicBezTo>
                  <a:pt x="11645814" y="6406115"/>
                  <a:pt x="11642999" y="6389784"/>
                  <a:pt x="11629894" y="6384496"/>
                </a:cubicBezTo>
                <a:cubicBezTo>
                  <a:pt x="11597582" y="6386755"/>
                  <a:pt x="11602281" y="6372208"/>
                  <a:pt x="11597728" y="6361596"/>
                </a:cubicBezTo>
                <a:cubicBezTo>
                  <a:pt x="11567716" y="6387703"/>
                  <a:pt x="11505156" y="6361750"/>
                  <a:pt x="11448211" y="6357842"/>
                </a:cubicBezTo>
                <a:cubicBezTo>
                  <a:pt x="11414499" y="6357897"/>
                  <a:pt x="11370196" y="6408532"/>
                  <a:pt x="11336630" y="6383021"/>
                </a:cubicBezTo>
                <a:cubicBezTo>
                  <a:pt x="11316728" y="6389671"/>
                  <a:pt x="11284212" y="6365546"/>
                  <a:pt x="11267820" y="6388199"/>
                </a:cubicBezTo>
                <a:cubicBezTo>
                  <a:pt x="11215412" y="6380118"/>
                  <a:pt x="11199532" y="6391497"/>
                  <a:pt x="11153755" y="6378749"/>
                </a:cubicBezTo>
                <a:cubicBezTo>
                  <a:pt x="11097684" y="6376473"/>
                  <a:pt x="11142086" y="6407848"/>
                  <a:pt x="11063998" y="6397440"/>
                </a:cubicBezTo>
                <a:cubicBezTo>
                  <a:pt x="11028900" y="6406581"/>
                  <a:pt x="10989384" y="6411343"/>
                  <a:pt x="10949261" y="6411271"/>
                </a:cubicBezTo>
                <a:cubicBezTo>
                  <a:pt x="10946808" y="6404413"/>
                  <a:pt x="10928478" y="6413021"/>
                  <a:pt x="10920620" y="6414504"/>
                </a:cubicBezTo>
                <a:cubicBezTo>
                  <a:pt x="10921840" y="6410173"/>
                  <a:pt x="10906289" y="6407257"/>
                  <a:pt x="10899483" y="6410536"/>
                </a:cubicBezTo>
                <a:cubicBezTo>
                  <a:pt x="10774259" y="6419728"/>
                  <a:pt x="10854212" y="6382839"/>
                  <a:pt x="10774590" y="6403309"/>
                </a:cubicBezTo>
                <a:cubicBezTo>
                  <a:pt x="10724638" y="6405843"/>
                  <a:pt x="10739599" y="6355991"/>
                  <a:pt x="10682861" y="6377814"/>
                </a:cubicBezTo>
                <a:cubicBezTo>
                  <a:pt x="10622947" y="6375380"/>
                  <a:pt x="10589912" y="6355504"/>
                  <a:pt x="10530714" y="6366548"/>
                </a:cubicBezTo>
                <a:cubicBezTo>
                  <a:pt x="10474643" y="6364190"/>
                  <a:pt x="10428348" y="6354710"/>
                  <a:pt x="10379097" y="6358630"/>
                </a:cubicBezTo>
                <a:cubicBezTo>
                  <a:pt x="10361622" y="6351880"/>
                  <a:pt x="10344151" y="6348805"/>
                  <a:pt x="10323727" y="6357333"/>
                </a:cubicBezTo>
                <a:cubicBezTo>
                  <a:pt x="10272196" y="6352518"/>
                  <a:pt x="10263446" y="6339056"/>
                  <a:pt x="10227126" y="6348100"/>
                </a:cubicBezTo>
                <a:cubicBezTo>
                  <a:pt x="10196351" y="6318664"/>
                  <a:pt x="10199174" y="6342674"/>
                  <a:pt x="10163542" y="6343141"/>
                </a:cubicBezTo>
                <a:cubicBezTo>
                  <a:pt x="10134376" y="6345476"/>
                  <a:pt x="10177885" y="6359944"/>
                  <a:pt x="10151161" y="6358763"/>
                </a:cubicBezTo>
                <a:cubicBezTo>
                  <a:pt x="10126522" y="6349492"/>
                  <a:pt x="10117113" y="6369683"/>
                  <a:pt x="10092125" y="6358861"/>
                </a:cubicBezTo>
                <a:cubicBezTo>
                  <a:pt x="10107302" y="6344459"/>
                  <a:pt x="10032910" y="6356018"/>
                  <a:pt x="10037958" y="6342614"/>
                </a:cubicBezTo>
                <a:cubicBezTo>
                  <a:pt x="10003046" y="6359008"/>
                  <a:pt x="10003017" y="6334504"/>
                  <a:pt x="9966866" y="6337014"/>
                </a:cubicBezTo>
                <a:cubicBezTo>
                  <a:pt x="9947485" y="6342600"/>
                  <a:pt x="9935606" y="6342702"/>
                  <a:pt x="9924418" y="6333490"/>
                </a:cubicBezTo>
                <a:cubicBezTo>
                  <a:pt x="9834150" y="6361084"/>
                  <a:pt x="9880223" y="6330704"/>
                  <a:pt x="9806001" y="6337361"/>
                </a:cubicBezTo>
                <a:cubicBezTo>
                  <a:pt x="9740686" y="6345638"/>
                  <a:pt x="9670300" y="6348205"/>
                  <a:pt x="9596449" y="6376180"/>
                </a:cubicBezTo>
                <a:cubicBezTo>
                  <a:pt x="9581101" y="6384665"/>
                  <a:pt x="9553986" y="6385744"/>
                  <a:pt x="9535890" y="6378590"/>
                </a:cubicBezTo>
                <a:cubicBezTo>
                  <a:pt x="9532775" y="6377359"/>
                  <a:pt x="9530052" y="6375925"/>
                  <a:pt x="9527805" y="6374334"/>
                </a:cubicBezTo>
                <a:cubicBezTo>
                  <a:pt x="9481894" y="6394749"/>
                  <a:pt x="9464762" y="6381055"/>
                  <a:pt x="9441373" y="6395633"/>
                </a:cubicBezTo>
                <a:cubicBezTo>
                  <a:pt x="9381290" y="6397202"/>
                  <a:pt x="9341618" y="6377583"/>
                  <a:pt x="9320149" y="6390280"/>
                </a:cubicBezTo>
                <a:cubicBezTo>
                  <a:pt x="9291150" y="6386896"/>
                  <a:pt x="9257768" y="6367103"/>
                  <a:pt x="9229488" y="6380382"/>
                </a:cubicBezTo>
                <a:cubicBezTo>
                  <a:pt x="9230007" y="6377216"/>
                  <a:pt x="9227921" y="6376045"/>
                  <a:pt x="9224285" y="6375920"/>
                </a:cubicBezTo>
                <a:lnTo>
                  <a:pt x="9217537" y="6376762"/>
                </a:lnTo>
                <a:lnTo>
                  <a:pt x="9214728" y="6381637"/>
                </a:lnTo>
                <a:cubicBezTo>
                  <a:pt x="9202170" y="6398803"/>
                  <a:pt x="9191484" y="6381138"/>
                  <a:pt x="9161049" y="6384539"/>
                </a:cubicBezTo>
                <a:cubicBezTo>
                  <a:pt x="9146336" y="6385184"/>
                  <a:pt x="9147761" y="6380673"/>
                  <a:pt x="9149697" y="6376552"/>
                </a:cubicBezTo>
                <a:lnTo>
                  <a:pt x="9150803" y="6372240"/>
                </a:lnTo>
                <a:lnTo>
                  <a:pt x="9141448" y="6372359"/>
                </a:lnTo>
                <a:lnTo>
                  <a:pt x="9137486" y="6372055"/>
                </a:lnTo>
                <a:lnTo>
                  <a:pt x="9126952" y="6375163"/>
                </a:lnTo>
                <a:cubicBezTo>
                  <a:pt x="9117353" y="6375502"/>
                  <a:pt x="9107828" y="6372135"/>
                  <a:pt x="9098334" y="6372861"/>
                </a:cubicBezTo>
                <a:cubicBezTo>
                  <a:pt x="9093587" y="6373224"/>
                  <a:pt x="9088847" y="6374610"/>
                  <a:pt x="9084110" y="6377995"/>
                </a:cubicBezTo>
                <a:cubicBezTo>
                  <a:pt x="9105864" y="6390113"/>
                  <a:pt x="9028073" y="6387966"/>
                  <a:pt x="9039515" y="6400351"/>
                </a:cubicBezTo>
                <a:cubicBezTo>
                  <a:pt x="8997651" y="6388705"/>
                  <a:pt x="9009590" y="6412472"/>
                  <a:pt x="8973305" y="6414442"/>
                </a:cubicBezTo>
                <a:cubicBezTo>
                  <a:pt x="8951781" y="6411385"/>
                  <a:pt x="8940212" y="6412734"/>
                  <a:pt x="8933861" y="6423031"/>
                </a:cubicBezTo>
                <a:cubicBezTo>
                  <a:pt x="8832841" y="6407267"/>
                  <a:pt x="8892362" y="6431116"/>
                  <a:pt x="8817130" y="6433703"/>
                </a:cubicBezTo>
                <a:cubicBezTo>
                  <a:pt x="8749745" y="6433633"/>
                  <a:pt x="8680232" y="6439719"/>
                  <a:pt x="8594947" y="6421586"/>
                </a:cubicBezTo>
                <a:cubicBezTo>
                  <a:pt x="8575919" y="6415227"/>
                  <a:pt x="8549096" y="6417484"/>
                  <a:pt x="8535041" y="6426626"/>
                </a:cubicBezTo>
                <a:cubicBezTo>
                  <a:pt x="8532621" y="6428200"/>
                  <a:pt x="8530681" y="6429922"/>
                  <a:pt x="8529279" y="6431739"/>
                </a:cubicBezTo>
                <a:cubicBezTo>
                  <a:pt x="8474783" y="6417534"/>
                  <a:pt x="8464858" y="6432901"/>
                  <a:pt x="8435056" y="6421613"/>
                </a:cubicBezTo>
                <a:cubicBezTo>
                  <a:pt x="8376022" y="6427411"/>
                  <a:pt x="8347129" y="6451271"/>
                  <a:pt x="8320108" y="6441573"/>
                </a:cubicBezTo>
                <a:cubicBezTo>
                  <a:pt x="8293638" y="6448387"/>
                  <a:pt x="8270932" y="6471649"/>
                  <a:pt x="8237020" y="6462216"/>
                </a:cubicBezTo>
                <a:cubicBezTo>
                  <a:pt x="8245222" y="6474245"/>
                  <a:pt x="8197387" y="6460392"/>
                  <a:pt x="8188860" y="6471379"/>
                </a:cubicBezTo>
                <a:cubicBezTo>
                  <a:pt x="8184024" y="6480393"/>
                  <a:pt x="8168383" y="6478291"/>
                  <a:pt x="8155558" y="6480722"/>
                </a:cubicBezTo>
                <a:cubicBezTo>
                  <a:pt x="8144819" y="6489457"/>
                  <a:pt x="8082218" y="6493172"/>
                  <a:pt x="8061412" y="6490111"/>
                </a:cubicBezTo>
                <a:cubicBezTo>
                  <a:pt x="8004043" y="6475925"/>
                  <a:pt x="7947523" y="6510024"/>
                  <a:pt x="7901437" y="6499659"/>
                </a:cubicBezTo>
                <a:cubicBezTo>
                  <a:pt x="7888774" y="6499544"/>
                  <a:pt x="7877960" y="6500846"/>
                  <a:pt x="7868353" y="6503024"/>
                </a:cubicBezTo>
                <a:lnTo>
                  <a:pt x="7843779" y="6511212"/>
                </a:lnTo>
                <a:lnTo>
                  <a:pt x="7841448" y="6517728"/>
                </a:lnTo>
                <a:lnTo>
                  <a:pt x="7823871" y="6520429"/>
                </a:lnTo>
                <a:lnTo>
                  <a:pt x="7820005" y="6522254"/>
                </a:lnTo>
                <a:cubicBezTo>
                  <a:pt x="7812641" y="6525763"/>
                  <a:pt x="7805193" y="6529063"/>
                  <a:pt x="7797020" y="6531612"/>
                </a:cubicBezTo>
                <a:cubicBezTo>
                  <a:pt x="7782159" y="6505259"/>
                  <a:pt x="7725050" y="6548941"/>
                  <a:pt x="7727879" y="6524102"/>
                </a:cubicBezTo>
                <a:cubicBezTo>
                  <a:pt x="7680386" y="6533519"/>
                  <a:pt x="7695538" y="6507405"/>
                  <a:pt x="7659324" y="6537474"/>
                </a:cubicBezTo>
                <a:cubicBezTo>
                  <a:pt x="7566636" y="6535069"/>
                  <a:pt x="7462452" y="6568928"/>
                  <a:pt x="7374068" y="6552862"/>
                </a:cubicBezTo>
                <a:cubicBezTo>
                  <a:pt x="7393454" y="6562410"/>
                  <a:pt x="7373124" y="6578225"/>
                  <a:pt x="7346163" y="6577609"/>
                </a:cubicBezTo>
                <a:cubicBezTo>
                  <a:pt x="7419349" y="6615756"/>
                  <a:pt x="7219942" y="6557562"/>
                  <a:pt x="7235023" y="6591880"/>
                </a:cubicBezTo>
                <a:cubicBezTo>
                  <a:pt x="7203144" y="6564271"/>
                  <a:pt x="7057485" y="6539224"/>
                  <a:pt x="7039074" y="6572474"/>
                </a:cubicBezTo>
                <a:cubicBezTo>
                  <a:pt x="6966094" y="6582775"/>
                  <a:pt x="6893201" y="6571018"/>
                  <a:pt x="6833428" y="6596853"/>
                </a:cubicBezTo>
                <a:cubicBezTo>
                  <a:pt x="6827113" y="6593647"/>
                  <a:pt x="6820080" y="6591377"/>
                  <a:pt x="6812583" y="6589775"/>
                </a:cubicBezTo>
                <a:lnTo>
                  <a:pt x="6790242" y="6586880"/>
                </a:lnTo>
                <a:lnTo>
                  <a:pt x="6787846" y="6588046"/>
                </a:lnTo>
                <a:cubicBezTo>
                  <a:pt x="6776461" y="6590858"/>
                  <a:pt x="6768832" y="6590687"/>
                  <a:pt x="6762881" y="6589201"/>
                </a:cubicBezTo>
                <a:lnTo>
                  <a:pt x="6756732" y="6586412"/>
                </a:lnTo>
                <a:lnTo>
                  <a:pt x="6739390" y="6586250"/>
                </a:lnTo>
                <a:lnTo>
                  <a:pt x="6704653" y="6583365"/>
                </a:lnTo>
                <a:lnTo>
                  <a:pt x="6698694" y="6585233"/>
                </a:lnTo>
                <a:lnTo>
                  <a:pt x="6647142" y="6584630"/>
                </a:lnTo>
                <a:lnTo>
                  <a:pt x="6646688" y="6585765"/>
                </a:lnTo>
                <a:cubicBezTo>
                  <a:pt x="6644494" y="6588296"/>
                  <a:pt x="6640660" y="6590137"/>
                  <a:pt x="6633278" y="6590589"/>
                </a:cubicBezTo>
                <a:cubicBezTo>
                  <a:pt x="6648367" y="6606646"/>
                  <a:pt x="6630160" y="6597288"/>
                  <a:pt x="6607065" y="6597202"/>
                </a:cubicBezTo>
                <a:cubicBezTo>
                  <a:pt x="6625347" y="6622121"/>
                  <a:pt x="6557475" y="6611760"/>
                  <a:pt x="6549804" y="6626596"/>
                </a:cubicBezTo>
                <a:cubicBezTo>
                  <a:pt x="6532425" y="6625972"/>
                  <a:pt x="6514382" y="6625766"/>
                  <a:pt x="6496083" y="6626095"/>
                </a:cubicBezTo>
                <a:lnTo>
                  <a:pt x="6485389" y="6626617"/>
                </a:lnTo>
                <a:lnTo>
                  <a:pt x="6485223" y="6626886"/>
                </a:lnTo>
                <a:cubicBezTo>
                  <a:pt x="6483001" y="6627550"/>
                  <a:pt x="6479520" y="6627927"/>
                  <a:pt x="6474035" y="6627950"/>
                </a:cubicBezTo>
                <a:lnTo>
                  <a:pt x="6465888" y="6627571"/>
                </a:lnTo>
                <a:lnTo>
                  <a:pt x="6445139" y="6628585"/>
                </a:lnTo>
                <a:lnTo>
                  <a:pt x="6438312" y="6630646"/>
                </a:lnTo>
                <a:cubicBezTo>
                  <a:pt x="6417397" y="6642787"/>
                  <a:pt x="6447851" y="6675286"/>
                  <a:pt x="6392168" y="6665569"/>
                </a:cubicBezTo>
                <a:cubicBezTo>
                  <a:pt x="6343510" y="6677589"/>
                  <a:pt x="6330169" y="6701494"/>
                  <a:pt x="6272304" y="6700835"/>
                </a:cubicBezTo>
                <a:cubicBezTo>
                  <a:pt x="6226827" y="6712160"/>
                  <a:pt x="6194756" y="6728533"/>
                  <a:pt x="6150447" y="6732895"/>
                </a:cubicBezTo>
                <a:cubicBezTo>
                  <a:pt x="6140653" y="6742032"/>
                  <a:pt x="6128186" y="6747742"/>
                  <a:pt x="6104787" y="6743117"/>
                </a:cubicBezTo>
                <a:cubicBezTo>
                  <a:pt x="6064916" y="6755994"/>
                  <a:pt x="6067350" y="6769968"/>
                  <a:pt x="6030197" y="6767449"/>
                </a:cubicBezTo>
                <a:cubicBezTo>
                  <a:pt x="6025714" y="6799897"/>
                  <a:pt x="6010615" y="6777056"/>
                  <a:pt x="5980285" y="6782421"/>
                </a:cubicBezTo>
                <a:cubicBezTo>
                  <a:pt x="5954036" y="6784991"/>
                  <a:pt x="5980131" y="6764424"/>
                  <a:pt x="5958496" y="6769874"/>
                </a:cubicBezTo>
                <a:cubicBezTo>
                  <a:pt x="5944505" y="6782527"/>
                  <a:pt x="5921893" y="6765237"/>
                  <a:pt x="5908732" y="6779393"/>
                </a:cubicBezTo>
                <a:cubicBezTo>
                  <a:pt x="5931989" y="6790347"/>
                  <a:pt x="5860959" y="6791681"/>
                  <a:pt x="5874963" y="6803355"/>
                </a:cubicBezTo>
                <a:cubicBezTo>
                  <a:pt x="5833647" y="6793755"/>
                  <a:pt x="5851456" y="6816602"/>
                  <a:pt x="5819199" y="6820147"/>
                </a:cubicBezTo>
                <a:cubicBezTo>
                  <a:pt x="5798819" y="6818094"/>
                  <a:pt x="5788750" y="6819934"/>
                  <a:pt x="5786035" y="6830341"/>
                </a:cubicBezTo>
                <a:cubicBezTo>
                  <a:pt x="5689973" y="6819312"/>
                  <a:pt x="5750863" y="6840131"/>
                  <a:pt x="5683543" y="6846008"/>
                </a:cubicBezTo>
                <a:cubicBezTo>
                  <a:pt x="5622546" y="6848924"/>
                  <a:pt x="5561433" y="6857988"/>
                  <a:pt x="5478912" y="6843932"/>
                </a:cubicBezTo>
                <a:cubicBezTo>
                  <a:pt x="5459815" y="6838522"/>
                  <a:pt x="5436209" y="6841929"/>
                  <a:pt x="5426182" y="6851543"/>
                </a:cubicBezTo>
                <a:cubicBezTo>
                  <a:pt x="5424458" y="6853198"/>
                  <a:pt x="5423209" y="6854977"/>
                  <a:pt x="5422476" y="6856827"/>
                </a:cubicBezTo>
                <a:cubicBezTo>
                  <a:pt x="5368974" y="6845270"/>
                  <a:pt x="5364519" y="6860824"/>
                  <a:pt x="5334223" y="6851042"/>
                </a:cubicBezTo>
                <a:lnTo>
                  <a:pt x="5307101" y="6857999"/>
                </a:lnTo>
                <a:lnTo>
                  <a:pt x="0" y="6857999"/>
                </a:lnTo>
                <a:lnTo>
                  <a:pt x="0" y="2143233"/>
                </a:lnTo>
                <a:lnTo>
                  <a:pt x="23798" y="2139906"/>
                </a:lnTo>
                <a:cubicBezTo>
                  <a:pt x="74043" y="2136293"/>
                  <a:pt x="38977" y="2165571"/>
                  <a:pt x="87258" y="2143366"/>
                </a:cubicBezTo>
                <a:cubicBezTo>
                  <a:pt x="122965" y="2137787"/>
                  <a:pt x="117457" y="2188700"/>
                  <a:pt x="156013" y="2163361"/>
                </a:cubicBezTo>
                <a:cubicBezTo>
                  <a:pt x="199419" y="2162157"/>
                  <a:pt x="225310" y="2180084"/>
                  <a:pt x="266777" y="2165405"/>
                </a:cubicBezTo>
                <a:cubicBezTo>
                  <a:pt x="307408" y="2164360"/>
                  <a:pt x="341751" y="2171054"/>
                  <a:pt x="376805" y="2164126"/>
                </a:cubicBezTo>
                <a:cubicBezTo>
                  <a:pt x="390105" y="2169833"/>
                  <a:pt x="403012" y="2171855"/>
                  <a:pt x="416820" y="2162058"/>
                </a:cubicBezTo>
                <a:cubicBezTo>
                  <a:pt x="454441" y="2163754"/>
                  <a:pt x="462164" y="2176725"/>
                  <a:pt x="487366" y="2165444"/>
                </a:cubicBezTo>
                <a:cubicBezTo>
                  <a:pt x="512638" y="2193098"/>
                  <a:pt x="508069" y="2169186"/>
                  <a:pt x="533680" y="2166550"/>
                </a:cubicBezTo>
                <a:cubicBezTo>
                  <a:pt x="554439" y="2162433"/>
                  <a:pt x="521576" y="2150568"/>
                  <a:pt x="540946" y="2150128"/>
                </a:cubicBezTo>
                <a:cubicBezTo>
                  <a:pt x="559671" y="2157928"/>
                  <a:pt x="564313" y="2137102"/>
                  <a:pt x="583453" y="2146439"/>
                </a:cubicBezTo>
                <a:cubicBezTo>
                  <a:pt x="574045" y="2161807"/>
                  <a:pt x="626400" y="2145688"/>
                  <a:pt x="624180" y="2159439"/>
                </a:cubicBezTo>
                <a:cubicBezTo>
                  <a:pt x="647591" y="2140873"/>
                  <a:pt x="650201" y="2165450"/>
                  <a:pt x="675971" y="2160733"/>
                </a:cubicBezTo>
                <a:cubicBezTo>
                  <a:pt x="689339" y="2153950"/>
                  <a:pt x="697882" y="2153126"/>
                  <a:pt x="706914" y="2161686"/>
                </a:cubicBezTo>
                <a:cubicBezTo>
                  <a:pt x="769009" y="2128516"/>
                  <a:pt x="739035" y="2161792"/>
                  <a:pt x="791788" y="2150599"/>
                </a:cubicBezTo>
                <a:cubicBezTo>
                  <a:pt x="837950" y="2138324"/>
                  <a:pt x="852628" y="2155297"/>
                  <a:pt x="902857" y="2122745"/>
                </a:cubicBezTo>
                <a:cubicBezTo>
                  <a:pt x="913016" y="2113301"/>
                  <a:pt x="967730" y="2097173"/>
                  <a:pt x="981959" y="2092815"/>
                </a:cubicBezTo>
                <a:cubicBezTo>
                  <a:pt x="996188" y="2088456"/>
                  <a:pt x="986445" y="2095133"/>
                  <a:pt x="988232" y="2096592"/>
                </a:cubicBezTo>
                <a:cubicBezTo>
                  <a:pt x="1019139" y="2073321"/>
                  <a:pt x="1032924" y="2086016"/>
                  <a:pt x="1048229" y="2069972"/>
                </a:cubicBezTo>
                <a:cubicBezTo>
                  <a:pt x="1091335" y="2064742"/>
                  <a:pt x="1121978" y="2082008"/>
                  <a:pt x="1136098" y="2067967"/>
                </a:cubicBezTo>
                <a:cubicBezTo>
                  <a:pt x="1157340" y="2069596"/>
                  <a:pt x="1183471" y="2087419"/>
                  <a:pt x="1202436" y="2072380"/>
                </a:cubicBezTo>
                <a:cubicBezTo>
                  <a:pt x="1202276" y="2085209"/>
                  <a:pt x="1228778" y="2063479"/>
                  <a:pt x="1239614" y="2072295"/>
                </a:cubicBezTo>
                <a:cubicBezTo>
                  <a:pt x="1247024" y="2079920"/>
                  <a:pt x="1256792" y="2075104"/>
                  <a:pt x="1266687" y="2075072"/>
                </a:cubicBezTo>
                <a:cubicBezTo>
                  <a:pt x="1278018" y="2081364"/>
                  <a:pt x="1322622" y="2073526"/>
                  <a:pt x="1335495" y="2066868"/>
                </a:cubicBezTo>
                <a:cubicBezTo>
                  <a:pt x="1368381" y="2043096"/>
                  <a:pt x="1422617" y="2065011"/>
                  <a:pt x="1449503" y="2046887"/>
                </a:cubicBezTo>
                <a:cubicBezTo>
                  <a:pt x="1458132" y="2044484"/>
                  <a:pt x="1466138" y="2043753"/>
                  <a:pt x="1473714" y="2044066"/>
                </a:cubicBezTo>
                <a:lnTo>
                  <a:pt x="1494279" y="2047336"/>
                </a:lnTo>
                <a:lnTo>
                  <a:pt x="1498838" y="2053057"/>
                </a:lnTo>
                <a:lnTo>
                  <a:pt x="1512113" y="2052421"/>
                </a:lnTo>
                <a:lnTo>
                  <a:pt x="1515595" y="2053441"/>
                </a:lnTo>
                <a:cubicBezTo>
                  <a:pt x="1522236" y="2055416"/>
                  <a:pt x="1528840" y="2057179"/>
                  <a:pt x="1535601" y="2058100"/>
                </a:cubicBezTo>
                <a:cubicBezTo>
                  <a:pt x="1533819" y="2030557"/>
                  <a:pt x="1592812" y="2061403"/>
                  <a:pt x="1579590" y="2038490"/>
                </a:cubicBezTo>
                <a:cubicBezTo>
                  <a:pt x="1616426" y="2038767"/>
                  <a:pt x="1594177" y="2016885"/>
                  <a:pt x="1632661" y="2038680"/>
                </a:cubicBezTo>
                <a:cubicBezTo>
                  <a:pt x="1695112" y="2019618"/>
                  <a:pt x="1728303" y="2044586"/>
                  <a:pt x="1781597" y="2013421"/>
                </a:cubicBezTo>
                <a:cubicBezTo>
                  <a:pt x="1834196" y="2009160"/>
                  <a:pt x="1902538" y="2002271"/>
                  <a:pt x="1942299" y="1995238"/>
                </a:cubicBezTo>
                <a:cubicBezTo>
                  <a:pt x="1987356" y="1969382"/>
                  <a:pt x="2046051" y="1931285"/>
                  <a:pt x="2073776" y="1959306"/>
                </a:cubicBezTo>
                <a:cubicBezTo>
                  <a:pt x="2128486" y="1955797"/>
                  <a:pt x="2173117" y="1931503"/>
                  <a:pt x="2225830" y="1945035"/>
                </a:cubicBezTo>
                <a:cubicBezTo>
                  <a:pt x="2228705" y="1940868"/>
                  <a:pt x="2232493" y="1937453"/>
                  <a:pt x="2236906" y="1934583"/>
                </a:cubicBezTo>
                <a:lnTo>
                  <a:pt x="2250907" y="1927805"/>
                </a:lnTo>
                <a:lnTo>
                  <a:pt x="2253081" y="1928470"/>
                </a:lnTo>
                <a:cubicBezTo>
                  <a:pt x="2262162" y="1929060"/>
                  <a:pt x="2267315" y="1927517"/>
                  <a:pt x="2270720" y="1925037"/>
                </a:cubicBezTo>
                <a:lnTo>
                  <a:pt x="2273667" y="1921293"/>
                </a:lnTo>
                <a:lnTo>
                  <a:pt x="2285482" y="1917998"/>
                </a:lnTo>
                <a:lnTo>
                  <a:pt x="2307986" y="1908982"/>
                </a:lnTo>
                <a:lnTo>
                  <a:pt x="2312921" y="1909665"/>
                </a:lnTo>
                <a:lnTo>
                  <a:pt x="2347989" y="1899756"/>
                </a:lnTo>
                <a:lnTo>
                  <a:pt x="2348816" y="1900744"/>
                </a:lnTo>
                <a:cubicBezTo>
                  <a:pt x="2351467" y="1902733"/>
                  <a:pt x="2354933" y="1903776"/>
                  <a:pt x="2360199" y="1902864"/>
                </a:cubicBezTo>
                <a:cubicBezTo>
                  <a:pt x="2357148" y="1920740"/>
                  <a:pt x="2365381" y="1908616"/>
                  <a:pt x="2381173" y="1904351"/>
                </a:cubicBezTo>
                <a:cubicBezTo>
                  <a:pt x="2379960" y="1931162"/>
                  <a:pt x="2421782" y="1909095"/>
                  <a:pt x="2433782" y="1921696"/>
                </a:cubicBezTo>
                <a:cubicBezTo>
                  <a:pt x="2445411" y="1917959"/>
                  <a:pt x="2457686" y="1914495"/>
                  <a:pt x="2470381" y="1911489"/>
                </a:cubicBezTo>
                <a:lnTo>
                  <a:pt x="2477951" y="1910044"/>
                </a:lnTo>
                <a:lnTo>
                  <a:pt x="2478187" y="1910267"/>
                </a:lnTo>
                <a:cubicBezTo>
                  <a:pt x="2480012" y="1910490"/>
                  <a:pt x="2482569" y="1910217"/>
                  <a:pt x="2486339" y="1909244"/>
                </a:cubicBezTo>
                <a:lnTo>
                  <a:pt x="2491753" y="1907410"/>
                </a:lnTo>
                <a:lnTo>
                  <a:pt x="2506438" y="1904607"/>
                </a:lnTo>
                <a:lnTo>
                  <a:pt x="2512055" y="1905314"/>
                </a:lnTo>
                <a:cubicBezTo>
                  <a:pt x="2531909" y="1912973"/>
                  <a:pt x="2525790" y="1949139"/>
                  <a:pt x="2559550" y="1929886"/>
                </a:cubicBezTo>
                <a:cubicBezTo>
                  <a:pt x="2598368" y="1932405"/>
                  <a:pt x="2618373" y="1952531"/>
                  <a:pt x="2657743" y="1941427"/>
                </a:cubicBezTo>
                <a:cubicBezTo>
                  <a:pt x="2694066" y="1943866"/>
                  <a:pt x="2723489" y="1953496"/>
                  <a:pt x="2755845" y="1949581"/>
                </a:cubicBezTo>
                <a:cubicBezTo>
                  <a:pt x="2766710" y="1956423"/>
                  <a:pt x="2777851" y="1959550"/>
                  <a:pt x="2791790" y="1950948"/>
                </a:cubicBezTo>
                <a:cubicBezTo>
                  <a:pt x="2824975" y="1955867"/>
                  <a:pt x="2829653" y="1969486"/>
                  <a:pt x="2853980" y="1960379"/>
                </a:cubicBezTo>
                <a:cubicBezTo>
                  <a:pt x="2867339" y="1982719"/>
                  <a:pt x="2870664" y="1974650"/>
                  <a:pt x="2881292" y="1969035"/>
                </a:cubicBezTo>
                <a:lnTo>
                  <a:pt x="2882690" y="1968669"/>
                </a:lnTo>
                <a:lnTo>
                  <a:pt x="2884480" y="1971856"/>
                </a:lnTo>
                <a:lnTo>
                  <a:pt x="2889504" y="1973560"/>
                </a:lnTo>
                <a:lnTo>
                  <a:pt x="2904507" y="1973450"/>
                </a:lnTo>
                <a:lnTo>
                  <a:pt x="2910361" y="1972623"/>
                </a:lnTo>
                <a:cubicBezTo>
                  <a:pt x="2914314" y="1972346"/>
                  <a:pt x="2916841" y="1972538"/>
                  <a:pt x="2918476" y="1973085"/>
                </a:cubicBezTo>
                <a:cubicBezTo>
                  <a:pt x="2918519" y="1973172"/>
                  <a:pt x="2918565" y="1973259"/>
                  <a:pt x="2918608" y="1973346"/>
                </a:cubicBezTo>
                <a:lnTo>
                  <a:pt x="2926342" y="1973289"/>
                </a:lnTo>
                <a:cubicBezTo>
                  <a:pt x="2939546" y="1972624"/>
                  <a:pt x="2952540" y="1971432"/>
                  <a:pt x="2965031" y="1969856"/>
                </a:cubicBezTo>
                <a:cubicBezTo>
                  <a:pt x="2971305" y="1984385"/>
                  <a:pt x="3019698" y="1970246"/>
                  <a:pt x="3007773" y="1996347"/>
                </a:cubicBezTo>
                <a:cubicBezTo>
                  <a:pt x="3024413" y="1995002"/>
                  <a:pt x="3037063" y="1984582"/>
                  <a:pt x="3026997" y="2001580"/>
                </a:cubicBezTo>
                <a:cubicBezTo>
                  <a:pt x="3032338" y="2001634"/>
                  <a:pt x="3035193" y="2003280"/>
                  <a:pt x="3036901" y="2005710"/>
                </a:cubicBezTo>
                <a:lnTo>
                  <a:pt x="3037285" y="2006829"/>
                </a:lnTo>
                <a:lnTo>
                  <a:pt x="3074407" y="2003411"/>
                </a:lnTo>
                <a:lnTo>
                  <a:pt x="3078795" y="2004969"/>
                </a:lnTo>
                <a:lnTo>
                  <a:pt x="3103685" y="2000166"/>
                </a:lnTo>
                <a:lnTo>
                  <a:pt x="3116175" y="1999058"/>
                </a:lnTo>
                <a:lnTo>
                  <a:pt x="3120468" y="1995915"/>
                </a:lnTo>
                <a:cubicBezTo>
                  <a:pt x="3124679" y="1994091"/>
                  <a:pt x="3130170" y="1993504"/>
                  <a:pt x="3138514" y="1995716"/>
                </a:cubicBezTo>
                <a:lnTo>
                  <a:pt x="3140299" y="1996760"/>
                </a:lnTo>
                <a:lnTo>
                  <a:pt x="3156256" y="1992625"/>
                </a:lnTo>
                <a:cubicBezTo>
                  <a:pt x="3161579" y="1990603"/>
                  <a:pt x="3166532" y="1987932"/>
                  <a:pt x="3170922" y="1984357"/>
                </a:cubicBezTo>
                <a:cubicBezTo>
                  <a:pt x="3215296" y="2007127"/>
                  <a:pt x="3279153" y="1979394"/>
                  <a:pt x="3332263" y="1985792"/>
                </a:cubicBezTo>
                <a:cubicBezTo>
                  <a:pt x="3365071" y="1970632"/>
                  <a:pt x="3439000" y="1997025"/>
                  <a:pt x="3460591" y="1967471"/>
                </a:cubicBezTo>
                <a:cubicBezTo>
                  <a:pt x="3451444" y="2002870"/>
                  <a:pt x="3556491" y="1969109"/>
                  <a:pt x="3595015" y="1975790"/>
                </a:cubicBezTo>
                <a:cubicBezTo>
                  <a:pt x="3658347" y="1975113"/>
                  <a:pt x="3722805" y="1993634"/>
                  <a:pt x="3769101" y="1999150"/>
                </a:cubicBezTo>
                <a:cubicBezTo>
                  <a:pt x="3796708" y="2027471"/>
                  <a:pt x="3784478" y="2001987"/>
                  <a:pt x="3819178" y="2008885"/>
                </a:cubicBezTo>
                <a:cubicBezTo>
                  <a:pt x="3815893" y="1984013"/>
                  <a:pt x="3859241" y="2024909"/>
                  <a:pt x="3868628" y="1997548"/>
                </a:cubicBezTo>
                <a:cubicBezTo>
                  <a:pt x="3874646" y="1999671"/>
                  <a:pt x="3880179" y="2002589"/>
                  <a:pt x="3885662" y="2005723"/>
                </a:cubicBezTo>
                <a:lnTo>
                  <a:pt x="3888539" y="2007351"/>
                </a:lnTo>
                <a:lnTo>
                  <a:pt x="3901342" y="2009114"/>
                </a:lnTo>
                <a:lnTo>
                  <a:pt x="3903349" y="2015552"/>
                </a:lnTo>
                <a:lnTo>
                  <a:pt x="3921468" y="2022461"/>
                </a:lnTo>
                <a:cubicBezTo>
                  <a:pt x="3928503" y="2024132"/>
                  <a:pt x="3936363" y="2024854"/>
                  <a:pt x="3945480" y="2024047"/>
                </a:cubicBezTo>
                <a:cubicBezTo>
                  <a:pt x="3978176" y="2011092"/>
                  <a:pt x="4020619" y="2042364"/>
                  <a:pt x="4061250" y="2024945"/>
                </a:cubicBezTo>
                <a:cubicBezTo>
                  <a:pt x="4076090" y="2020726"/>
                  <a:pt x="4121392" y="2021057"/>
                  <a:pt x="4129570" y="2029272"/>
                </a:cubicBezTo>
                <a:cubicBezTo>
                  <a:pt x="4138935" y="2031020"/>
                  <a:pt x="4150099" y="2028050"/>
                  <a:pt x="4154036" y="2036868"/>
                </a:cubicBezTo>
                <a:cubicBezTo>
                  <a:pt x="4160735" y="2047472"/>
                  <a:pt x="4194512" y="2030907"/>
                  <a:pt x="4189204" y="2043474"/>
                </a:cubicBezTo>
                <a:cubicBezTo>
                  <a:pt x="4213171" y="2032123"/>
                  <a:pt x="4230703" y="2054320"/>
                  <a:pt x="4250119" y="2059743"/>
                </a:cubicBezTo>
                <a:cubicBezTo>
                  <a:pt x="4259612" y="2054119"/>
                  <a:pt x="4269863" y="2056925"/>
                  <a:pt x="4283096" y="2061464"/>
                </a:cubicBezTo>
                <a:lnTo>
                  <a:pt x="4301210" y="2067352"/>
                </a:lnTo>
                <a:lnTo>
                  <a:pt x="4308819" y="2066758"/>
                </a:lnTo>
                <a:cubicBezTo>
                  <a:pt x="4318024" y="2066868"/>
                  <a:pt x="4326429" y="2067593"/>
                  <a:pt x="4333907" y="2068098"/>
                </a:cubicBezTo>
                <a:lnTo>
                  <a:pt x="4348284" y="2068116"/>
                </a:lnTo>
                <a:lnTo>
                  <a:pt x="4354009" y="2067847"/>
                </a:lnTo>
                <a:lnTo>
                  <a:pt x="4366647" y="2061827"/>
                </a:lnTo>
                <a:lnTo>
                  <a:pt x="4383151" y="2064242"/>
                </a:lnTo>
                <a:lnTo>
                  <a:pt x="4401354" y="2058245"/>
                </a:lnTo>
                <a:cubicBezTo>
                  <a:pt x="4402457" y="2059998"/>
                  <a:pt x="4403942" y="2061629"/>
                  <a:pt x="4405765" y="2063081"/>
                </a:cubicBezTo>
                <a:lnTo>
                  <a:pt x="4420601" y="2068011"/>
                </a:lnTo>
                <a:lnTo>
                  <a:pt x="4433312" y="2062239"/>
                </a:lnTo>
                <a:cubicBezTo>
                  <a:pt x="4433913" y="2071826"/>
                  <a:pt x="4448053" y="2061159"/>
                  <a:pt x="4459938" y="2058655"/>
                </a:cubicBezTo>
                <a:lnTo>
                  <a:pt x="4467257" y="2059536"/>
                </a:lnTo>
                <a:lnTo>
                  <a:pt x="4492833" y="2051951"/>
                </a:lnTo>
                <a:cubicBezTo>
                  <a:pt x="4506830" y="2048890"/>
                  <a:pt x="4520326" y="2046915"/>
                  <a:pt x="4533444" y="2045543"/>
                </a:cubicBezTo>
                <a:lnTo>
                  <a:pt x="4579902" y="2042473"/>
                </a:lnTo>
                <a:lnTo>
                  <a:pt x="4593061" y="2036537"/>
                </a:lnTo>
                <a:cubicBezTo>
                  <a:pt x="4623093" y="2030020"/>
                  <a:pt x="4659310" y="2036776"/>
                  <a:pt x="4678455" y="2022033"/>
                </a:cubicBezTo>
                <a:cubicBezTo>
                  <a:pt x="4686902" y="2019123"/>
                  <a:pt x="4694854" y="2017915"/>
                  <a:pt x="4702453" y="2017770"/>
                </a:cubicBezTo>
                <a:lnTo>
                  <a:pt x="4723263" y="2019792"/>
                </a:lnTo>
                <a:lnTo>
                  <a:pt x="4728248" y="2025217"/>
                </a:lnTo>
                <a:lnTo>
                  <a:pt x="4741475" y="2023784"/>
                </a:lnTo>
                <a:lnTo>
                  <a:pt x="4745033" y="2024591"/>
                </a:lnTo>
                <a:cubicBezTo>
                  <a:pt x="4751823" y="2026159"/>
                  <a:pt x="4758560" y="2027516"/>
                  <a:pt x="4765390" y="2028029"/>
                </a:cubicBezTo>
                <a:cubicBezTo>
                  <a:pt x="4761540" y="2000715"/>
                  <a:pt x="4822843" y="2027885"/>
                  <a:pt x="4807902" y="2005868"/>
                </a:cubicBezTo>
                <a:cubicBezTo>
                  <a:pt x="4844760" y="2003930"/>
                  <a:pt x="4820870" y="1983482"/>
                  <a:pt x="4860989" y="2002871"/>
                </a:cubicBezTo>
                <a:cubicBezTo>
                  <a:pt x="4922008" y="1980146"/>
                  <a:pt x="5009783" y="1987933"/>
                  <a:pt x="5060738" y="1953707"/>
                </a:cubicBezTo>
                <a:cubicBezTo>
                  <a:pt x="5113014" y="1946308"/>
                  <a:pt x="5135414" y="1967863"/>
                  <a:pt x="5174646" y="1958475"/>
                </a:cubicBezTo>
                <a:cubicBezTo>
                  <a:pt x="5181576" y="1926245"/>
                  <a:pt x="5266302" y="1871146"/>
                  <a:pt x="5296127" y="1897377"/>
                </a:cubicBezTo>
                <a:cubicBezTo>
                  <a:pt x="5350570" y="1890601"/>
                  <a:pt x="5393378" y="1863736"/>
                  <a:pt x="5447102" y="1874045"/>
                </a:cubicBezTo>
                <a:cubicBezTo>
                  <a:pt x="5449663" y="1869724"/>
                  <a:pt x="5453194" y="1866097"/>
                  <a:pt x="5457394" y="1862976"/>
                </a:cubicBezTo>
                <a:lnTo>
                  <a:pt x="5470885" y="1855386"/>
                </a:lnTo>
                <a:lnTo>
                  <a:pt x="5473108" y="1855919"/>
                </a:lnTo>
                <a:cubicBezTo>
                  <a:pt x="5482234" y="1855961"/>
                  <a:pt x="5487271" y="1854115"/>
                  <a:pt x="5490487" y="1851442"/>
                </a:cubicBezTo>
                <a:lnTo>
                  <a:pt x="5493156" y="1847537"/>
                </a:lnTo>
                <a:lnTo>
                  <a:pt x="5504724" y="1843550"/>
                </a:lnTo>
                <a:lnTo>
                  <a:pt x="5526552" y="1833223"/>
                </a:lnTo>
                <a:lnTo>
                  <a:pt x="5531534" y="1833606"/>
                </a:lnTo>
                <a:lnTo>
                  <a:pt x="5565857" y="1821637"/>
                </a:lnTo>
                <a:lnTo>
                  <a:pt x="5566758" y="1822571"/>
                </a:lnTo>
                <a:cubicBezTo>
                  <a:pt x="5569560" y="1824391"/>
                  <a:pt x="5573104" y="1825220"/>
                  <a:pt x="5578300" y="1823998"/>
                </a:cubicBezTo>
                <a:cubicBezTo>
                  <a:pt x="5576590" y="1841977"/>
                  <a:pt x="5583913" y="1829412"/>
                  <a:pt x="5599385" y="1824219"/>
                </a:cubicBezTo>
                <a:cubicBezTo>
                  <a:pt x="5600181" y="1850985"/>
                  <a:pt x="5640346" y="1826505"/>
                  <a:pt x="5653291" y="1838330"/>
                </a:cubicBezTo>
                <a:cubicBezTo>
                  <a:pt x="5664639" y="1833911"/>
                  <a:pt x="5676656" y="1829727"/>
                  <a:pt x="5689123" y="1825972"/>
                </a:cubicBezTo>
                <a:lnTo>
                  <a:pt x="5696583" y="1824080"/>
                </a:lnTo>
                <a:lnTo>
                  <a:pt x="5696836" y="1824287"/>
                </a:lnTo>
                <a:cubicBezTo>
                  <a:pt x="5698678" y="1824400"/>
                  <a:pt x="5701213" y="1823974"/>
                  <a:pt x="5704910" y="1822779"/>
                </a:cubicBezTo>
                <a:lnTo>
                  <a:pt x="5710186" y="1820629"/>
                </a:lnTo>
                <a:lnTo>
                  <a:pt x="5724662" y="1816957"/>
                </a:lnTo>
                <a:lnTo>
                  <a:pt x="5730330" y="1817323"/>
                </a:lnTo>
                <a:lnTo>
                  <a:pt x="5733569" y="1819818"/>
                </a:lnTo>
                <a:lnTo>
                  <a:pt x="5734751" y="1819150"/>
                </a:lnTo>
                <a:cubicBezTo>
                  <a:pt x="5742385" y="1811473"/>
                  <a:pt x="5741789" y="1803283"/>
                  <a:pt x="5765286" y="1820584"/>
                </a:cubicBezTo>
                <a:cubicBezTo>
                  <a:pt x="5784532" y="1806446"/>
                  <a:pt x="5795499" y="1817814"/>
                  <a:pt x="5829951" y="1814425"/>
                </a:cubicBezTo>
                <a:cubicBezTo>
                  <a:pt x="5839381" y="1803221"/>
                  <a:pt x="5851644" y="1803437"/>
                  <a:pt x="5865400" y="1807121"/>
                </a:cubicBezTo>
                <a:cubicBezTo>
                  <a:pt x="5894873" y="1795832"/>
                  <a:pt x="5927910" y="1797657"/>
                  <a:pt x="5964230" y="1791246"/>
                </a:cubicBezTo>
                <a:cubicBezTo>
                  <a:pt x="5997095" y="1771694"/>
                  <a:pt x="6025977" y="1785382"/>
                  <a:pt x="6064751" y="1778450"/>
                </a:cubicBezTo>
                <a:cubicBezTo>
                  <a:pt x="6088334" y="1752766"/>
                  <a:pt x="6099508" y="1787374"/>
                  <a:pt x="6122352" y="1789671"/>
                </a:cubicBezTo>
                <a:lnTo>
                  <a:pt x="6128122" y="1788981"/>
                </a:lnTo>
                <a:lnTo>
                  <a:pt x="6141014" y="1782915"/>
                </a:lnTo>
                <a:lnTo>
                  <a:pt x="6145388" y="1779947"/>
                </a:lnTo>
                <a:cubicBezTo>
                  <a:pt x="6148578" y="1778158"/>
                  <a:pt x="6150926" y="1777299"/>
                  <a:pt x="6152799" y="1777068"/>
                </a:cubicBezTo>
                <a:lnTo>
                  <a:pt x="6153131" y="1777217"/>
                </a:lnTo>
                <a:lnTo>
                  <a:pt x="6159777" y="1774090"/>
                </a:lnTo>
                <a:cubicBezTo>
                  <a:pt x="6170646" y="1768312"/>
                  <a:pt x="6180893" y="1762216"/>
                  <a:pt x="6190386" y="1756022"/>
                </a:cubicBezTo>
                <a:cubicBezTo>
                  <a:pt x="6207960" y="1764717"/>
                  <a:pt x="6238019" y="1734533"/>
                  <a:pt x="6249518" y="1759399"/>
                </a:cubicBezTo>
                <a:cubicBezTo>
                  <a:pt x="6262790" y="1751731"/>
                  <a:pt x="6265029" y="1738657"/>
                  <a:pt x="6270527" y="1755769"/>
                </a:cubicBezTo>
                <a:cubicBezTo>
                  <a:pt x="6275192" y="1753681"/>
                  <a:pt x="6279041" y="1753811"/>
                  <a:pt x="6282550" y="1755003"/>
                </a:cubicBezTo>
                <a:lnTo>
                  <a:pt x="6283816" y="1755712"/>
                </a:lnTo>
                <a:lnTo>
                  <a:pt x="6313084" y="1738281"/>
                </a:lnTo>
                <a:lnTo>
                  <a:pt x="6318182" y="1737732"/>
                </a:lnTo>
                <a:lnTo>
                  <a:pt x="6335709" y="1724111"/>
                </a:lnTo>
                <a:lnTo>
                  <a:pt x="6345588" y="1718279"/>
                </a:lnTo>
                <a:lnTo>
                  <a:pt x="6346673" y="1714145"/>
                </a:lnTo>
                <a:cubicBezTo>
                  <a:pt x="6348796" y="1711062"/>
                  <a:pt x="6353055" y="1708421"/>
                  <a:pt x="6362126" y="1706799"/>
                </a:cubicBezTo>
                <a:lnTo>
                  <a:pt x="6364545" y="1706892"/>
                </a:lnTo>
                <a:cubicBezTo>
                  <a:pt x="6367637" y="1703281"/>
                  <a:pt x="6424942" y="1698254"/>
                  <a:pt x="6464076" y="1679171"/>
                </a:cubicBezTo>
                <a:cubicBezTo>
                  <a:pt x="6504464" y="1655724"/>
                  <a:pt x="6547114" y="1618110"/>
                  <a:pt x="6599352" y="1592397"/>
                </a:cubicBezTo>
                <a:cubicBezTo>
                  <a:pt x="6621028" y="1623320"/>
                  <a:pt x="6702628" y="1477903"/>
                  <a:pt x="6694106" y="1530854"/>
                </a:cubicBezTo>
                <a:cubicBezTo>
                  <a:pt x="6709146" y="1521510"/>
                  <a:pt x="6782557" y="1496994"/>
                  <a:pt x="6779808" y="1510598"/>
                </a:cubicBezTo>
                <a:cubicBezTo>
                  <a:pt x="6816671" y="1469344"/>
                  <a:pt x="6859225" y="1490432"/>
                  <a:pt x="6910674" y="1458095"/>
                </a:cubicBezTo>
                <a:cubicBezTo>
                  <a:pt x="6958236" y="1468911"/>
                  <a:pt x="6926351" y="1454150"/>
                  <a:pt x="6962144" y="1445637"/>
                </a:cubicBezTo>
                <a:cubicBezTo>
                  <a:pt x="6938512" y="1427780"/>
                  <a:pt x="7010208" y="1442012"/>
                  <a:pt x="6995460" y="1417188"/>
                </a:cubicBezTo>
                <a:lnTo>
                  <a:pt x="7017033" y="1416698"/>
                </a:lnTo>
                <a:lnTo>
                  <a:pt x="7020886" y="1416805"/>
                </a:lnTo>
                <a:lnTo>
                  <a:pt x="7033438" y="1413061"/>
                </a:lnTo>
                <a:lnTo>
                  <a:pt x="7040555" y="1417220"/>
                </a:lnTo>
                <a:lnTo>
                  <a:pt x="7062011" y="1415322"/>
                </a:lnTo>
                <a:cubicBezTo>
                  <a:pt x="7069494" y="1413805"/>
                  <a:pt x="7076899" y="1411231"/>
                  <a:pt x="7084117" y="1406974"/>
                </a:cubicBezTo>
                <a:cubicBezTo>
                  <a:pt x="7101577" y="1383961"/>
                  <a:pt x="7164447" y="1391139"/>
                  <a:pt x="7185047" y="1361519"/>
                </a:cubicBezTo>
                <a:cubicBezTo>
                  <a:pt x="7194363" y="1352352"/>
                  <a:pt x="7233839" y="1334552"/>
                  <a:pt x="7247783" y="1337622"/>
                </a:cubicBezTo>
                <a:cubicBezTo>
                  <a:pt x="7257348" y="1335236"/>
                  <a:pt x="7264529" y="1328498"/>
                  <a:pt x="7275307" y="1333722"/>
                </a:cubicBezTo>
                <a:cubicBezTo>
                  <a:pt x="7289966" y="1339225"/>
                  <a:pt x="7305349" y="1312996"/>
                  <a:pt x="7311261" y="1324795"/>
                </a:cubicBezTo>
                <a:cubicBezTo>
                  <a:pt x="7322509" y="1306494"/>
                  <a:pt x="7356236" y="1316612"/>
                  <a:pt x="7377571" y="1313050"/>
                </a:cubicBezTo>
                <a:cubicBezTo>
                  <a:pt x="7384603" y="1296817"/>
                  <a:pt x="7422434" y="1305349"/>
                  <a:pt x="7461694" y="1290297"/>
                </a:cubicBezTo>
                <a:cubicBezTo>
                  <a:pt x="7468925" y="1271946"/>
                  <a:pt x="7488273" y="1280301"/>
                  <a:pt x="7507193" y="1251613"/>
                </a:cubicBezTo>
                <a:cubicBezTo>
                  <a:pt x="7509613" y="1252526"/>
                  <a:pt x="7512260" y="1253190"/>
                  <a:pt x="7515052" y="1253584"/>
                </a:cubicBezTo>
                <a:cubicBezTo>
                  <a:pt x="7531272" y="1255869"/>
                  <a:pt x="7548775" y="1248744"/>
                  <a:pt x="7554146" y="1237669"/>
                </a:cubicBezTo>
                <a:cubicBezTo>
                  <a:pt x="7587383" y="1195873"/>
                  <a:pt x="7632956" y="1177588"/>
                  <a:pt x="7671846" y="1155347"/>
                </a:cubicBezTo>
                <a:cubicBezTo>
                  <a:pt x="7717626" y="1132532"/>
                  <a:pt x="7704339" y="1170169"/>
                  <a:pt x="7748774" y="1124980"/>
                </a:cubicBezTo>
                <a:cubicBezTo>
                  <a:pt x="7761564" y="1130678"/>
                  <a:pt x="7769446" y="1127888"/>
                  <a:pt x="7779182" y="1118490"/>
                </a:cubicBezTo>
                <a:cubicBezTo>
                  <a:pt x="7801901" y="1108032"/>
                  <a:pt x="7816047" y="1129940"/>
                  <a:pt x="7829932" y="1107346"/>
                </a:cubicBezTo>
                <a:cubicBezTo>
                  <a:pt x="7834286" y="1120482"/>
                  <a:pt x="7877354" y="1093242"/>
                  <a:pt x="7875510" y="1109570"/>
                </a:cubicBezTo>
                <a:cubicBezTo>
                  <a:pt x="7898453" y="1113571"/>
                  <a:pt x="7893102" y="1093377"/>
                  <a:pt x="7914918" y="1096070"/>
                </a:cubicBezTo>
                <a:cubicBezTo>
                  <a:pt x="7933463" y="1091055"/>
                  <a:pt x="7896037" y="1088002"/>
                  <a:pt x="7914188" y="1079287"/>
                </a:cubicBezTo>
                <a:cubicBezTo>
                  <a:pt x="7937737" y="1070775"/>
                  <a:pt x="7922008" y="1049943"/>
                  <a:pt x="7959552" y="1069277"/>
                </a:cubicBezTo>
                <a:cubicBezTo>
                  <a:pt x="7978616" y="1052937"/>
                  <a:pt x="7992226" y="1062990"/>
                  <a:pt x="8029450" y="1055589"/>
                </a:cubicBezTo>
                <a:lnTo>
                  <a:pt x="8038422" y="1049493"/>
                </a:lnTo>
                <a:lnTo>
                  <a:pt x="8053585" y="1058943"/>
                </a:lnTo>
                <a:cubicBezTo>
                  <a:pt x="8061619" y="1062358"/>
                  <a:pt x="8070634" y="1063636"/>
                  <a:pt x="8081474" y="1059840"/>
                </a:cubicBezTo>
                <a:cubicBezTo>
                  <a:pt x="8141491" y="1015057"/>
                  <a:pt x="8090266" y="1080479"/>
                  <a:pt x="8197391" y="1038853"/>
                </a:cubicBezTo>
                <a:cubicBezTo>
                  <a:pt x="8201677" y="1033108"/>
                  <a:pt x="8217224" y="1033020"/>
                  <a:pt x="8218531" y="1038736"/>
                </a:cubicBezTo>
                <a:cubicBezTo>
                  <a:pt x="8224749" y="1034989"/>
                  <a:pt x="8236410" y="1019803"/>
                  <a:pt x="8242405" y="1027800"/>
                </a:cubicBezTo>
                <a:cubicBezTo>
                  <a:pt x="8260401" y="1023020"/>
                  <a:pt x="8277595" y="1016764"/>
                  <a:pt x="8293586" y="1009216"/>
                </a:cubicBezTo>
                <a:lnTo>
                  <a:pt x="8325267" y="990249"/>
                </a:lnTo>
                <a:lnTo>
                  <a:pt x="8335565" y="995156"/>
                </a:lnTo>
                <a:cubicBezTo>
                  <a:pt x="8342208" y="997234"/>
                  <a:pt x="8349366" y="997680"/>
                  <a:pt x="8357350" y="994276"/>
                </a:cubicBezTo>
                <a:cubicBezTo>
                  <a:pt x="8398773" y="957879"/>
                  <a:pt x="8366593" y="1009035"/>
                  <a:pt x="8445003" y="972367"/>
                </a:cubicBezTo>
                <a:cubicBezTo>
                  <a:pt x="8447663" y="967887"/>
                  <a:pt x="8459739" y="966961"/>
                  <a:pt x="8461421" y="971111"/>
                </a:cubicBezTo>
                <a:cubicBezTo>
                  <a:pt x="8465819" y="968000"/>
                  <a:pt x="8473109" y="956137"/>
                  <a:pt x="8478704" y="961712"/>
                </a:cubicBezTo>
                <a:cubicBezTo>
                  <a:pt x="8505565" y="952663"/>
                  <a:pt x="8529238" y="939426"/>
                  <a:pt x="8547429" y="923277"/>
                </a:cubicBezTo>
                <a:cubicBezTo>
                  <a:pt x="8576531" y="919061"/>
                  <a:pt x="8579138" y="912461"/>
                  <a:pt x="8579319" y="905576"/>
                </a:cubicBezTo>
                <a:cubicBezTo>
                  <a:pt x="8579529" y="904096"/>
                  <a:pt x="8579740" y="902618"/>
                  <a:pt x="8579950" y="901139"/>
                </a:cubicBezTo>
                <a:lnTo>
                  <a:pt x="8589038" y="903946"/>
                </a:lnTo>
                <a:cubicBezTo>
                  <a:pt x="8598255" y="904433"/>
                  <a:pt x="8605836" y="900079"/>
                  <a:pt x="8612581" y="893445"/>
                </a:cubicBezTo>
                <a:lnTo>
                  <a:pt x="8620213" y="884417"/>
                </a:lnTo>
                <a:lnTo>
                  <a:pt x="8636849" y="879570"/>
                </a:lnTo>
                <a:cubicBezTo>
                  <a:pt x="8647569" y="875664"/>
                  <a:pt x="8658506" y="871048"/>
                  <a:pt x="8678353" y="868709"/>
                </a:cubicBezTo>
                <a:cubicBezTo>
                  <a:pt x="8676250" y="844726"/>
                  <a:pt x="8711895" y="858913"/>
                  <a:pt x="8721366" y="848445"/>
                </a:cubicBezTo>
                <a:cubicBezTo>
                  <a:pt x="8730651" y="852242"/>
                  <a:pt x="8737642" y="851631"/>
                  <a:pt x="8743257" y="848457"/>
                </a:cubicBezTo>
                <a:lnTo>
                  <a:pt x="8755719" y="834419"/>
                </a:lnTo>
                <a:lnTo>
                  <a:pt x="8776970" y="830126"/>
                </a:lnTo>
                <a:cubicBezTo>
                  <a:pt x="8786153" y="826014"/>
                  <a:pt x="8792888" y="819621"/>
                  <a:pt x="8795998" y="809645"/>
                </a:cubicBezTo>
                <a:cubicBezTo>
                  <a:pt x="8805952" y="821837"/>
                  <a:pt x="8809794" y="841181"/>
                  <a:pt x="8837498" y="830583"/>
                </a:cubicBezTo>
                <a:cubicBezTo>
                  <a:pt x="8851172" y="827584"/>
                  <a:pt x="8868029" y="799681"/>
                  <a:pt x="8878040" y="791651"/>
                </a:cubicBezTo>
                <a:lnTo>
                  <a:pt x="8897564" y="782401"/>
                </a:lnTo>
                <a:lnTo>
                  <a:pt x="8905560" y="786219"/>
                </a:lnTo>
                <a:lnTo>
                  <a:pt x="8917778" y="783256"/>
                </a:lnTo>
                <a:lnTo>
                  <a:pt x="8914746" y="775031"/>
                </a:lnTo>
                <a:lnTo>
                  <a:pt x="8947030" y="764252"/>
                </a:lnTo>
                <a:cubicBezTo>
                  <a:pt x="8970788" y="755523"/>
                  <a:pt x="8988067" y="745115"/>
                  <a:pt x="8977138" y="726774"/>
                </a:cubicBezTo>
                <a:cubicBezTo>
                  <a:pt x="8977490" y="701480"/>
                  <a:pt x="9039667" y="723232"/>
                  <a:pt x="9028928" y="698996"/>
                </a:cubicBezTo>
                <a:cubicBezTo>
                  <a:pt x="9056296" y="708989"/>
                  <a:pt x="9080686" y="673518"/>
                  <a:pt x="9114263" y="665106"/>
                </a:cubicBezTo>
                <a:cubicBezTo>
                  <a:pt x="9115667" y="652470"/>
                  <a:pt x="9123557" y="650905"/>
                  <a:pt x="9139429" y="653134"/>
                </a:cubicBezTo>
                <a:cubicBezTo>
                  <a:pt x="9248531" y="629411"/>
                  <a:pt x="9343720" y="468354"/>
                  <a:pt x="9380600" y="515628"/>
                </a:cubicBezTo>
                <a:cubicBezTo>
                  <a:pt x="9406272" y="509931"/>
                  <a:pt x="9503943" y="538669"/>
                  <a:pt x="9561831" y="513591"/>
                </a:cubicBezTo>
                <a:cubicBezTo>
                  <a:pt x="9577802" y="480860"/>
                  <a:pt x="9713285" y="478736"/>
                  <a:pt x="9742561" y="469315"/>
                </a:cubicBezTo>
                <a:cubicBezTo>
                  <a:pt x="9742569" y="450758"/>
                  <a:pt x="9797169" y="453829"/>
                  <a:pt x="9784394" y="429345"/>
                </a:cubicBezTo>
                <a:cubicBezTo>
                  <a:pt x="9787055" y="417172"/>
                  <a:pt x="9801869" y="413844"/>
                  <a:pt x="9811914" y="421889"/>
                </a:cubicBezTo>
                <a:cubicBezTo>
                  <a:pt x="9828901" y="415568"/>
                  <a:pt x="9835642" y="400341"/>
                  <a:pt x="9858388" y="412158"/>
                </a:cubicBezTo>
                <a:cubicBezTo>
                  <a:pt x="9881945" y="404057"/>
                  <a:pt x="9894276" y="360744"/>
                  <a:pt x="9921770" y="380896"/>
                </a:cubicBezTo>
                <a:cubicBezTo>
                  <a:pt x="9930032" y="337884"/>
                  <a:pt x="10038117" y="312408"/>
                  <a:pt x="10084861" y="294587"/>
                </a:cubicBezTo>
                <a:cubicBezTo>
                  <a:pt x="10141631" y="278266"/>
                  <a:pt x="10188248" y="249698"/>
                  <a:pt x="10271351" y="227987"/>
                </a:cubicBezTo>
                <a:cubicBezTo>
                  <a:pt x="10362764" y="229558"/>
                  <a:pt x="10358378" y="196042"/>
                  <a:pt x="10424673" y="178078"/>
                </a:cubicBezTo>
                <a:cubicBezTo>
                  <a:pt x="10452909" y="162753"/>
                  <a:pt x="10514634" y="185033"/>
                  <a:pt x="10534657" y="156701"/>
                </a:cubicBezTo>
                <a:cubicBezTo>
                  <a:pt x="10595265" y="170910"/>
                  <a:pt x="10637600" y="149657"/>
                  <a:pt x="10726300" y="150292"/>
                </a:cubicBezTo>
                <a:cubicBezTo>
                  <a:pt x="10775756" y="148210"/>
                  <a:pt x="10805324" y="153235"/>
                  <a:pt x="10861177" y="138253"/>
                </a:cubicBezTo>
                <a:cubicBezTo>
                  <a:pt x="10888992" y="99450"/>
                  <a:pt x="10971843" y="126363"/>
                  <a:pt x="10995894" y="78271"/>
                </a:cubicBezTo>
                <a:cubicBezTo>
                  <a:pt x="11009945" y="87061"/>
                  <a:pt x="11016683" y="79738"/>
                  <a:pt x="11031776" y="74275"/>
                </a:cubicBezTo>
                <a:cubicBezTo>
                  <a:pt x="11049588" y="91553"/>
                  <a:pt x="11064655" y="65479"/>
                  <a:pt x="11082485" y="73705"/>
                </a:cubicBezTo>
                <a:cubicBezTo>
                  <a:pt x="11124351" y="51595"/>
                  <a:pt x="11194283" y="44212"/>
                  <a:pt x="11230739" y="34792"/>
                </a:cubicBezTo>
                <a:cubicBezTo>
                  <a:pt x="11248967" y="30081"/>
                  <a:pt x="11257520" y="13218"/>
                  <a:pt x="11268645" y="482"/>
                </a:cubicBezTo>
                <a:lnTo>
                  <a:pt x="11269336" y="3"/>
                </a:lnTo>
                <a:lnTo>
                  <a:pt x="0" y="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6AE3E5-B0BF-C13C-64CE-30B6A1764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75" y="108154"/>
            <a:ext cx="7457706" cy="826935"/>
          </a:xfrm>
        </p:spPr>
        <p:txBody>
          <a:bodyPr>
            <a:normAutofit/>
          </a:bodyPr>
          <a:lstStyle/>
          <a:p>
            <a:pPr algn="l"/>
            <a:r>
              <a:rPr lang="en-MY" sz="4000" b="1" dirty="0"/>
              <a:t>Chapter</a:t>
            </a:r>
            <a:r>
              <a:rPr lang="en-MY" sz="3600" b="1" dirty="0"/>
              <a:t>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47B2F-3868-4272-4E61-D7B54FEC9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675" y="939645"/>
            <a:ext cx="8229600" cy="927600"/>
          </a:xfrm>
        </p:spPr>
        <p:txBody>
          <a:bodyPr>
            <a:normAutofit/>
          </a:bodyPr>
          <a:lstStyle/>
          <a:p>
            <a:pPr algn="l"/>
            <a:r>
              <a:rPr lang="en-MY" sz="3600" b="1" dirty="0"/>
              <a:t>Modern Asymmetric-Key Ciphers</a:t>
            </a:r>
          </a:p>
        </p:txBody>
      </p:sp>
    </p:spTree>
    <p:extLst>
      <p:ext uri="{BB962C8B-B14F-4D97-AF65-F5344CB8AC3E}">
        <p14:creationId xmlns:p14="http://schemas.microsoft.com/office/powerpoint/2010/main" val="3209863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8814-91EE-A118-1CDC-F0A6E20AE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MY" sz="2800" dirty="0"/>
              <a:t>Diffie-Hellman Key Exchange.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800" dirty="0"/>
              <a:t>Knapsack Cryptosystem.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800" dirty="0"/>
              <a:t>RSA Cryptosystem.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800" dirty="0" err="1"/>
              <a:t>ElGamal</a:t>
            </a:r>
            <a:r>
              <a:rPr lang="en-MY" sz="2800" dirty="0"/>
              <a:t> Cryptosystem (optional).</a:t>
            </a:r>
          </a:p>
        </p:txBody>
      </p:sp>
    </p:spTree>
    <p:extLst>
      <p:ext uri="{BB962C8B-B14F-4D97-AF65-F5344CB8AC3E}">
        <p14:creationId xmlns:p14="http://schemas.microsoft.com/office/powerpoint/2010/main" val="2312996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8814-91EE-A118-1CDC-F0A6E20AE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MY" sz="2400" b="1" dirty="0"/>
              <a:t>In the end of this Chapter 9, students will be able: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To understand and operate the </a:t>
            </a:r>
            <a:r>
              <a:rPr lang="en-MY" sz="2400" b="1" dirty="0">
                <a:solidFill>
                  <a:srgbClr val="FF0000"/>
                </a:solidFill>
              </a:rPr>
              <a:t>Diffie-Hellman Key Exchange</a:t>
            </a:r>
            <a:r>
              <a:rPr lang="en-MY" sz="2400" dirty="0"/>
              <a:t> to establish a common shared secret key.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To understand and operate the </a:t>
            </a:r>
            <a:r>
              <a:rPr lang="en-MY" sz="2400" b="1" dirty="0">
                <a:solidFill>
                  <a:srgbClr val="FF0000"/>
                </a:solidFill>
              </a:rPr>
              <a:t>knapsack cryptosystem</a:t>
            </a:r>
            <a:r>
              <a:rPr lang="en-MY" sz="2400" dirty="0"/>
              <a:t> to encrypt and decrypt messages.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To understand and operate the </a:t>
            </a:r>
            <a:r>
              <a:rPr lang="en-MY" sz="2400" b="1" dirty="0">
                <a:solidFill>
                  <a:srgbClr val="FF0000"/>
                </a:solidFill>
              </a:rPr>
              <a:t>RSA cryptosystem </a:t>
            </a:r>
            <a:r>
              <a:rPr lang="en-MY" sz="2400" dirty="0"/>
              <a:t>to encrypt and decrypt messages.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To understand and discuss some </a:t>
            </a:r>
            <a:r>
              <a:rPr lang="en-MY" sz="2400" b="1" dirty="0">
                <a:solidFill>
                  <a:srgbClr val="FF0000"/>
                </a:solidFill>
              </a:rPr>
              <a:t>security issues </a:t>
            </a:r>
            <a:r>
              <a:rPr lang="en-MY" sz="2400" dirty="0"/>
              <a:t>in the above-mentioned asymmetric-key cryptography.</a:t>
            </a:r>
          </a:p>
        </p:txBody>
      </p:sp>
    </p:spTree>
    <p:extLst>
      <p:ext uri="{BB962C8B-B14F-4D97-AF65-F5344CB8AC3E}">
        <p14:creationId xmlns:p14="http://schemas.microsoft.com/office/powerpoint/2010/main" val="1793605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609601"/>
            <a:ext cx="6578353" cy="5666912"/>
          </a:xfrm>
        </p:spPr>
        <p:txBody>
          <a:bodyPr>
            <a:normAutofit/>
          </a:bodyPr>
          <a:lstStyle/>
          <a:p>
            <a:pPr algn="ctr"/>
            <a:r>
              <a:rPr lang="en-MY" sz="4400" b="1" dirty="0">
                <a:solidFill>
                  <a:srgbClr val="FF0000"/>
                </a:solidFill>
              </a:rPr>
              <a:t>Diffie-</a:t>
            </a:r>
            <a:r>
              <a:rPr lang="en-MY" sz="4400" b="1" dirty="0" err="1">
                <a:solidFill>
                  <a:srgbClr val="FF0000"/>
                </a:solidFill>
              </a:rPr>
              <a:t>hellman</a:t>
            </a:r>
            <a:r>
              <a:rPr lang="en-MY" sz="4400" b="1" dirty="0">
                <a:solidFill>
                  <a:srgbClr val="FF0000"/>
                </a:solidFill>
              </a:rPr>
              <a:t/>
            </a:r>
            <a:br>
              <a:rPr lang="en-MY" sz="4400" b="1" dirty="0">
                <a:solidFill>
                  <a:srgbClr val="FF0000"/>
                </a:solidFill>
              </a:rPr>
            </a:br>
            <a:r>
              <a:rPr lang="en-MY" sz="4400" b="1" dirty="0">
                <a:solidFill>
                  <a:srgbClr val="FF0000"/>
                </a:solidFill>
              </a:rPr>
              <a:t>key exchange</a:t>
            </a:r>
            <a:br>
              <a:rPr lang="en-MY" sz="4400" b="1" dirty="0">
                <a:solidFill>
                  <a:srgbClr val="FF0000"/>
                </a:solidFill>
              </a:rPr>
            </a:br>
            <a:r>
              <a:rPr lang="en-MY" sz="4400" b="1" dirty="0">
                <a:solidFill>
                  <a:srgbClr val="FF0000"/>
                </a:solidFill>
              </a:rPr>
              <a:t/>
            </a:r>
            <a:br>
              <a:rPr lang="en-MY" sz="4400" b="1" dirty="0">
                <a:solidFill>
                  <a:srgbClr val="FF0000"/>
                </a:solidFill>
              </a:rPr>
            </a:br>
            <a:r>
              <a:rPr lang="en-MY" sz="4400" b="1" dirty="0">
                <a:solidFill>
                  <a:srgbClr val="FF0000"/>
                </a:solidFill>
              </a:rPr>
              <a:t/>
            </a:r>
            <a:br>
              <a:rPr lang="en-MY" sz="4400" b="1" dirty="0">
                <a:solidFill>
                  <a:srgbClr val="FF0000"/>
                </a:solidFill>
              </a:rPr>
            </a:br>
            <a:endParaRPr lang="en-MY" sz="4400" dirty="0">
              <a:solidFill>
                <a:srgbClr val="FF0000"/>
              </a:solidFill>
            </a:endParaRPr>
          </a:p>
        </p:txBody>
      </p:sp>
      <p:pic>
        <p:nvPicPr>
          <p:cNvPr id="2050" name="Picture 2" descr="Public Key Cryptography (PKC), PKI, RSA | LivingInternet">
            <a:extLst>
              <a:ext uri="{FF2B5EF4-FFF2-40B4-BE49-F238E27FC236}">
                <a16:creationId xmlns:a16="http://schemas.microsoft.com/office/drawing/2014/main" id="{55239F88-9E84-E00D-0129-822DC7C64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308" y="240067"/>
            <a:ext cx="3922041" cy="3586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61373FE-76EB-267A-FDF5-E02818EFE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053" y="3950933"/>
            <a:ext cx="440055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NIHF Inductee Ralph Merkle Invented the Public Key Cryptosystem">
            <a:extLst>
              <a:ext uri="{FF2B5EF4-FFF2-40B4-BE49-F238E27FC236}">
                <a16:creationId xmlns:a16="http://schemas.microsoft.com/office/drawing/2014/main" id="{6BB6E223-0C4E-DB63-0734-2102D2F8E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873" y="3950933"/>
            <a:ext cx="1820333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4540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/>
              <a:t>Diffie-</a:t>
            </a:r>
            <a:r>
              <a:rPr lang="en-MY" b="1" dirty="0" err="1"/>
              <a:t>hellman</a:t>
            </a:r>
            <a:r>
              <a:rPr lang="en-MY" b="1" dirty="0"/>
              <a:t> </a:t>
            </a:r>
            <a:r>
              <a:rPr lang="en-MY" b="1" dirty="0">
                <a:solidFill>
                  <a:srgbClr val="FF0000"/>
                </a:solidFill>
              </a:rPr>
              <a:t>key exchange </a:t>
            </a:r>
            <a:r>
              <a:rPr lang="en-MY" b="1" dirty="0">
                <a:solidFill>
                  <a:srgbClr val="0000FF"/>
                </a:solidFill>
              </a:rPr>
              <a:t>(</a:t>
            </a:r>
            <a:r>
              <a:rPr lang="en-MY" b="1" dirty="0" err="1">
                <a:solidFill>
                  <a:srgbClr val="0000FF"/>
                </a:solidFill>
              </a:rPr>
              <a:t>dhke</a:t>
            </a:r>
            <a:r>
              <a:rPr lang="en-MY" b="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8814-91EE-A118-1CDC-F0A6E20AE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MY" sz="2400" dirty="0"/>
              <a:t>The birth of </a:t>
            </a:r>
            <a:r>
              <a:rPr lang="en-MY" sz="2400" b="1" dirty="0"/>
              <a:t>first ever public-key cryptography</a:t>
            </a:r>
            <a:r>
              <a:rPr lang="en-MY" sz="2400" dirty="0"/>
              <a:t> in 1976, thanks to Whitfield Diffie, Martin Hellman and Ralph Merkle.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400" b="1" dirty="0">
                <a:solidFill>
                  <a:srgbClr val="0000FF"/>
                </a:solidFill>
              </a:rPr>
              <a:t>DHKE</a:t>
            </a:r>
            <a:r>
              <a:rPr lang="en-MY" sz="2400" dirty="0"/>
              <a:t> resolves the </a:t>
            </a:r>
            <a:r>
              <a:rPr lang="en-MY" sz="2400" b="1" dirty="0">
                <a:solidFill>
                  <a:srgbClr val="FF0000"/>
                </a:solidFill>
              </a:rPr>
              <a:t>key distribution issue </a:t>
            </a:r>
            <a:r>
              <a:rPr lang="en-MY" sz="2400" dirty="0"/>
              <a:t>addressed in modern cryptography. </a:t>
            </a:r>
          </a:p>
          <a:p>
            <a:pPr marL="617220" lvl="1" indent="-342900" algn="just">
              <a:buFont typeface="Wingdings" panose="05000000000000000000" pitchFamily="2" charset="2"/>
              <a:buChar char="ü"/>
            </a:pPr>
            <a:r>
              <a:rPr lang="en-MY" sz="2200" dirty="0"/>
              <a:t>It enables two users to </a:t>
            </a:r>
            <a:r>
              <a:rPr lang="en-MY" sz="2200" b="1" dirty="0">
                <a:solidFill>
                  <a:srgbClr val="7030A0"/>
                </a:solidFill>
              </a:rPr>
              <a:t>securely exchange a secret key </a:t>
            </a:r>
            <a:r>
              <a:rPr lang="en-MY" sz="2200" dirty="0"/>
              <a:t>that can be used for subsequent symmetric encryption of messages.</a:t>
            </a:r>
          </a:p>
          <a:p>
            <a:pPr marL="617220" lvl="1" indent="-342900" algn="just">
              <a:buFont typeface="Wingdings" panose="05000000000000000000" pitchFamily="2" charset="2"/>
              <a:buChar char="ü"/>
            </a:pPr>
            <a:r>
              <a:rPr lang="en-MY" sz="2200" dirty="0"/>
              <a:t>This algorithm limited to the exchange of secret key (</a:t>
            </a:r>
            <a:r>
              <a:rPr lang="en-MY" sz="2200" b="1" dirty="0">
                <a:solidFill>
                  <a:srgbClr val="00B050"/>
                </a:solidFill>
              </a:rPr>
              <a:t>no encryption </a:t>
            </a:r>
            <a:r>
              <a:rPr lang="en-MY" sz="2200" dirty="0"/>
              <a:t>is considered).</a:t>
            </a:r>
          </a:p>
          <a:p>
            <a:pPr marL="617220" lvl="1" indent="-342900" algn="just">
              <a:buFont typeface="Wingdings" panose="05000000000000000000" pitchFamily="2" charset="2"/>
              <a:buChar char="ü"/>
            </a:pPr>
            <a:r>
              <a:rPr lang="en-MY" sz="2200" dirty="0"/>
              <a:t>The underlying security lies on the </a:t>
            </a:r>
            <a:r>
              <a:rPr lang="en-MY" sz="2200" b="1" dirty="0">
                <a:solidFill>
                  <a:srgbClr val="C00000"/>
                </a:solidFill>
              </a:rPr>
              <a:t>difficulty assumption of computing the Discrete Logarithm Problem (DLP)</a:t>
            </a:r>
            <a:r>
              <a:rPr lang="en-MY" sz="2200" dirty="0"/>
              <a:t> . </a:t>
            </a:r>
            <a:endParaRPr lang="en-MY" sz="2200" b="1" dirty="0"/>
          </a:p>
          <a:p>
            <a:pPr algn="just">
              <a:buFont typeface="Wingdings" panose="05000000000000000000" pitchFamily="2" charset="2"/>
              <a:buChar char="Ø"/>
            </a:pP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59859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6C9A3C-0280-A7E0-B456-C76EE9424B72}"/>
              </a:ext>
            </a:extLst>
          </p:cNvPr>
          <p:cNvSpPr/>
          <p:nvPr/>
        </p:nvSpPr>
        <p:spPr>
          <a:xfrm>
            <a:off x="1050879" y="2823099"/>
            <a:ext cx="9810604" cy="1526959"/>
          </a:xfrm>
          <a:prstGeom prst="rect">
            <a:avLst/>
          </a:prstGeom>
          <a:solidFill>
            <a:srgbClr val="FFFF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DHKE </a:t>
            </a:r>
            <a:r>
              <a:rPr lang="en-MY" b="1" dirty="0"/>
              <a:t>– THE </a:t>
            </a:r>
            <a:r>
              <a:rPr lang="en-MY" b="1" dirty="0">
                <a:solidFill>
                  <a:srgbClr val="C00000"/>
                </a:solidFill>
              </a:rPr>
              <a:t>DLP ASSUMPTION</a:t>
            </a:r>
            <a:endParaRPr lang="en-MY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400" b="1" dirty="0">
                    <a:solidFill>
                      <a:srgbClr val="002060"/>
                    </a:solidFill>
                  </a:rPr>
                  <a:t>Definition 1</a:t>
                </a:r>
                <a:r>
                  <a:rPr lang="en-MY" sz="2400" dirty="0"/>
                  <a:t>: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MY" sz="2400" dirty="0"/>
              </a:p>
              <a:p>
                <a:pPr marL="0" indent="0" algn="ctr">
                  <a:buNone/>
                </a:pPr>
                <a:r>
                  <a:rPr lang="en-MY" sz="2800" b="0" i="0" u="none" strike="noStrike" baseline="0" dirty="0"/>
                  <a:t>Let </a:t>
                </a:r>
                <a14:m>
                  <m:oMath xmlns:m="http://schemas.openxmlformats.org/officeDocument/2006/math">
                    <m:r>
                      <a:rPr lang="en-MY" sz="2800" b="0" i="1" u="none" strike="noStrike" baseline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800" b="0" i="0" u="none" strike="noStrike" baseline="0" dirty="0"/>
                  <a:t> be a primitive root for finite field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8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MY" sz="28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800" b="0" i="0" u="none" strike="noStrike" baseline="0" dirty="0"/>
                  <a:t> of prime </a:t>
                </a:r>
                <a14:m>
                  <m:oMath xmlns:m="http://schemas.openxmlformats.org/officeDocument/2006/math">
                    <m:r>
                      <a:rPr lang="en-MY" sz="2800" b="0" i="1" u="none" strike="noStrike" baseline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800" b="0" i="0" u="none" strike="noStrike" baseline="0" dirty="0"/>
                  <a:t> and let </a:t>
                </a:r>
                <a14:m>
                  <m:oMath xmlns:m="http://schemas.openxmlformats.org/officeDocument/2006/math">
                    <m:r>
                      <a:rPr lang="en-MY" sz="2800" b="0" i="1" u="none" strike="noStrike" baseline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800" b="0" i="0" u="none" strike="noStrike" baseline="0" dirty="0"/>
                  <a:t> be a non-zero element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MY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800" b="0" i="0" u="none" strike="noStrike" baseline="0" dirty="0"/>
                  <a:t>. The DLP is the problem of finding an integer (exponent) </a:t>
                </a:r>
                <a14:m>
                  <m:oMath xmlns:m="http://schemas.openxmlformats.org/officeDocument/2006/math">
                    <m:r>
                      <a:rPr lang="en-MY" sz="2800" b="0" i="1" u="none" strike="noStrike" baseline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b="0" i="0" u="none" strike="noStrike" baseline="0" dirty="0"/>
                  <a:t> such that </a:t>
                </a:r>
                <a14:m>
                  <m:oMath xmlns:m="http://schemas.openxmlformats.org/officeDocument/2006/math">
                    <m:r>
                      <a:rPr lang="en-MY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MY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MY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MY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MY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MY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800" b="0" i="0" u="none" strike="noStrike" baseline="0" dirty="0"/>
                  <a:t>. 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US" sz="2800" b="0" i="0" u="none" strike="noStrike" baseline="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US" sz="2400" b="0" i="0" u="none" strike="noStrike" baseline="0" dirty="0"/>
                  <a:t>In other words, this integer </a:t>
                </a:r>
                <a14:m>
                  <m:oMath xmlns:m="http://schemas.openxmlformats.org/officeDocument/2006/math">
                    <m:r>
                      <a:rPr lang="en-MY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b="0" i="0" u="none" strike="noStrike" baseline="0" dirty="0"/>
                  <a:t> is the </a:t>
                </a:r>
                <a:r>
                  <a:rPr lang="en-US" sz="2400" b="1" i="0" u="none" strike="noStrike" baseline="0" dirty="0">
                    <a:solidFill>
                      <a:srgbClr val="FF0000"/>
                    </a:solidFill>
                  </a:rPr>
                  <a:t>discrete logarithm </a:t>
                </a:r>
                <a:r>
                  <a:rPr lang="en-US" sz="2400" b="0" i="0" u="none" strike="noStrike" baseline="0" dirty="0"/>
                  <a:t>of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b="0" i="0" u="none" strike="noStrike" baseline="0" dirty="0"/>
                  <a:t> to the base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b="0" i="0" u="none" strike="noStrike" baseline="0" dirty="0"/>
                  <a:t>. 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US" sz="2400" dirty="0"/>
                  <a:t>The assumption is made such that finding this exponent </a:t>
                </a:r>
                <a14:m>
                  <m:oMath xmlns:m="http://schemas.openxmlformats.org/officeDocument/2006/math">
                    <m:r>
                      <a:rPr lang="en-MY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b="0" i="0" u="none" strike="noStrike" baseline="0" dirty="0"/>
                  <a:t> is </a:t>
                </a:r>
                <a:r>
                  <a:rPr lang="en-US" sz="2400" b="1" i="1" u="none" strike="noStrike" baseline="0" dirty="0">
                    <a:solidFill>
                      <a:srgbClr val="0000FF"/>
                    </a:solidFill>
                  </a:rPr>
                  <a:t>computationally infeasible </a:t>
                </a:r>
                <a:r>
                  <a:rPr lang="en-US" sz="2400" b="0" i="0" u="none" strike="noStrike" baseline="0" dirty="0"/>
                  <a:t>for a </a:t>
                </a:r>
                <a:r>
                  <a:rPr lang="en-US" sz="2400" b="1" i="0" u="none" strike="noStrike" baseline="0" dirty="0">
                    <a:solidFill>
                      <a:srgbClr val="00B050"/>
                    </a:solidFill>
                  </a:rPr>
                  <a:t>large finite field</a:t>
                </a:r>
                <a:r>
                  <a:rPr lang="en-US" sz="2400" b="0" i="0" u="none" strike="noStrike" baseline="0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0" t="-1788" r="-2360" b="-27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554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C64CC9F-F42A-CAD8-F77B-317BB50051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879" y="1825624"/>
                <a:ext cx="9810604" cy="4428753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endParaRPr lang="en-US" sz="2400" b="0" i="0" u="none" strike="noStrike" baseline="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US" sz="240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US" sz="2400" b="0" i="0" u="none" strike="noStrike" baseline="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US" sz="240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US" sz="2400" b="0" i="0" u="none" strike="noStrike" baseline="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US" sz="240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US" sz="2400" b="0" i="0" u="none" strike="noStrike" baseline="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US" sz="2400" dirty="0"/>
                  <a:t>The </a:t>
                </a:r>
                <a:r>
                  <a:rPr lang="en-US" sz="2400" dirty="0" smtClean="0"/>
                  <a:t>shared private </a:t>
                </a:r>
                <a:r>
                  <a:rPr lang="en-US" sz="2400" dirty="0"/>
                  <a:t>key computed is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correct</a:t>
                </a:r>
                <a:r>
                  <a:rPr lang="en-US" sz="2400" dirty="0"/>
                  <a:t> since: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MY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MY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MY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MY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MY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MY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MY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MY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MY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MY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MY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MY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MY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MY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MY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MY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MY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MY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d>
                        <m:dPr>
                          <m:ctrlPr>
                            <a:rPr lang="en-MY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b="0" i="0" u="none" strike="noStrike" baseline="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C64CC9F-F42A-CAD8-F77B-317BB50051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879" y="1825624"/>
                <a:ext cx="9810604" cy="4428753"/>
              </a:xfrm>
              <a:blipFill>
                <a:blip r:embed="rId2"/>
                <a:stretch>
                  <a:fillRect l="-43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DHKE </a:t>
            </a:r>
            <a:r>
              <a:rPr lang="en-MY" b="1" dirty="0"/>
              <a:t>– ALGORITHM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2">
                <a:extLst>
                  <a:ext uri="{FF2B5EF4-FFF2-40B4-BE49-F238E27FC236}">
                    <a16:creationId xmlns:a16="http://schemas.microsoft.com/office/drawing/2014/main" id="{F4A4D25D-8A59-3D28-A5C7-A78A416439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0550781"/>
                  </p:ext>
                </p:extLst>
              </p:nvPr>
            </p:nvGraphicFramePr>
            <p:xfrm>
              <a:off x="636233" y="1727970"/>
              <a:ext cx="10963584" cy="35083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81792">
                      <a:extLst>
                        <a:ext uri="{9D8B030D-6E8A-4147-A177-3AD203B41FA5}">
                          <a16:colId xmlns:a16="http://schemas.microsoft.com/office/drawing/2014/main" val="1481678470"/>
                        </a:ext>
                      </a:extLst>
                    </a:gridCol>
                    <a:gridCol w="5481792">
                      <a:extLst>
                        <a:ext uri="{9D8B030D-6E8A-4147-A177-3AD203B41FA5}">
                          <a16:colId xmlns:a16="http://schemas.microsoft.com/office/drawing/2014/main" val="2433548248"/>
                        </a:ext>
                      </a:extLst>
                    </a:gridCol>
                  </a:tblGrid>
                  <a:tr h="38107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Public Parameter Generation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4520213"/>
                      </a:ext>
                    </a:extLst>
                  </a:tr>
                  <a:tr h="436176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A Trusted Third Party (TTP) chooses and publishes a large prime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 and</a:t>
                          </a:r>
                          <a:r>
                            <a:rPr lang="en-MY" sz="1800" baseline="0" dirty="0">
                              <a:solidFill>
                                <a:schemeClr val="tx1"/>
                              </a:solidFill>
                            </a:rPr>
                            <a:t> an element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MY" sz="18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 of large prime order.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7498143"/>
                      </a:ext>
                    </a:extLst>
                  </a:tr>
                  <a:tr h="381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Alice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Bob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5587404"/>
                      </a:ext>
                    </a:extLst>
                  </a:tr>
                  <a:tr h="38107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Public Key Generation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MY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2483956"/>
                      </a:ext>
                    </a:extLst>
                  </a:tr>
                  <a:tr h="957775">
                    <a:tc>
                      <a:txBody>
                        <a:bodyPr/>
                        <a:lstStyle/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Chooses private key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Computes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Publishes her public key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 to Bob.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Chooses private key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Computes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Publishes his public key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 to Alice.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5947580"/>
                      </a:ext>
                    </a:extLst>
                  </a:tr>
                  <a:tr h="38107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 smtClean="0">
                              <a:solidFill>
                                <a:schemeClr val="tx1"/>
                              </a:solidFill>
                            </a:rPr>
                            <a:t>Secret Key Generation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MY" sz="1800" b="1" dirty="0" smtClean="0">
                              <a:solidFill>
                                <a:schemeClr val="tx1"/>
                              </a:solidFill>
                            </a:rPr>
                            <a:t> = Symmetric key used for encryption</a:t>
                          </a:r>
                          <a:endParaRPr lang="en-MY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MY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7076989"/>
                      </a:ext>
                    </a:extLst>
                  </a:tr>
                  <a:tr h="386167">
                    <a:tc>
                      <a:txBody>
                        <a:bodyPr/>
                        <a:lstStyle/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Computes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Computes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28346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2">
                <a:extLst>
                  <a:ext uri="{FF2B5EF4-FFF2-40B4-BE49-F238E27FC236}">
                    <a16:creationId xmlns:a16="http://schemas.microsoft.com/office/drawing/2014/main" id="{F4A4D25D-8A59-3D28-A5C7-A78A416439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0550781"/>
                  </p:ext>
                </p:extLst>
              </p:nvPr>
            </p:nvGraphicFramePr>
            <p:xfrm>
              <a:off x="636233" y="1727970"/>
              <a:ext cx="10963584" cy="35083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81792">
                      <a:extLst>
                        <a:ext uri="{9D8B030D-6E8A-4147-A177-3AD203B41FA5}">
                          <a16:colId xmlns:a16="http://schemas.microsoft.com/office/drawing/2014/main" val="1481678470"/>
                        </a:ext>
                      </a:extLst>
                    </a:gridCol>
                    <a:gridCol w="5481792">
                      <a:extLst>
                        <a:ext uri="{9D8B030D-6E8A-4147-A177-3AD203B41FA5}">
                          <a16:colId xmlns:a16="http://schemas.microsoft.com/office/drawing/2014/main" val="2433548248"/>
                        </a:ext>
                      </a:extLst>
                    </a:gridCol>
                  </a:tblGrid>
                  <a:tr h="38107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Public Parameter Generation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4520213"/>
                      </a:ext>
                    </a:extLst>
                  </a:tr>
                  <a:tr h="64008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" t="-64762" r="-278" b="-4019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7498143"/>
                      </a:ext>
                    </a:extLst>
                  </a:tr>
                  <a:tr h="381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Alice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Bob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5587404"/>
                      </a:ext>
                    </a:extLst>
                  </a:tr>
                  <a:tr h="38107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Public Key Generation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MY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2483956"/>
                      </a:ext>
                    </a:extLst>
                  </a:tr>
                  <a:tr h="9577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1" t="-189809" r="-100444" b="-89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22" t="-189809" r="-556" b="-89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5947580"/>
                      </a:ext>
                    </a:extLst>
                  </a:tr>
                  <a:tr h="381072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" t="-722222" r="-278" b="-12222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MY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7076989"/>
                      </a:ext>
                    </a:extLst>
                  </a:tr>
                  <a:tr h="3861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1" t="-822222" r="-100444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22" t="-822222" r="-556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283462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11654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A98F544-788D-5DEC-33A7-E5F0E2104E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879" y="1825624"/>
                <a:ext cx="9810604" cy="4428753"/>
              </a:xfrm>
            </p:spPr>
            <p:txBody>
              <a:bodyPr>
                <a:normAutofit lnSpcReduction="10000"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endParaRPr lang="en-US" sz="2400" b="0" i="0" u="none" strike="noStrike" baseline="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US" sz="240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US" sz="2400" b="0" i="0" u="none" strike="noStrike" baseline="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US" sz="240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US" sz="2400" b="0" i="0" u="none" strike="noStrike" baseline="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US" sz="240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US" sz="2400" b="0" i="0" u="none" strike="noStrike" baseline="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400" dirty="0"/>
                  <a:t>If an attacker captures the public key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MY" sz="2400" dirty="0"/>
                  <a:t> or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MY" sz="2400" dirty="0"/>
                  <a:t>, he needs to </a:t>
                </a:r>
                <a:r>
                  <a:rPr lang="en-MY" sz="2400" b="1" dirty="0">
                    <a:solidFill>
                      <a:srgbClr val="FF0000"/>
                    </a:solidFill>
                  </a:rPr>
                  <a:t>find out the private keys </a:t>
                </a: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2400" b="1" i="0" u="none" strike="noStrike" baseline="0" dirty="0">
                    <a:solidFill>
                      <a:srgbClr val="FF0000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MY" sz="2400" b="1" i="1" u="none" strike="noStrike" baseline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400" b="1" i="0" u="none" strike="noStrike" baseline="0" dirty="0">
                    <a:solidFill>
                      <a:srgbClr val="FF0000"/>
                    </a:solidFill>
                  </a:rPr>
                  <a:t> that generates them</a:t>
                </a:r>
                <a:r>
                  <a:rPr lang="en-US" sz="2400" b="0" i="0" u="none" strike="noStrike" baseline="0" dirty="0"/>
                  <a:t>.</a:t>
                </a:r>
                <a:r>
                  <a:rPr lang="en-US" sz="2400" b="0" i="0" u="none" strike="noStrike" dirty="0"/>
                  <a:t> This is indeed the DLP.</a:t>
                </a:r>
                <a:endParaRPr lang="en-US" sz="2400" b="0" i="0" u="none" strike="noStrike" baseline="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A98F544-788D-5DEC-33A7-E5F0E2104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879" y="1825624"/>
                <a:ext cx="9810604" cy="4428753"/>
              </a:xfrm>
              <a:blipFill>
                <a:blip r:embed="rId2"/>
                <a:stretch>
                  <a:fillRect l="-435" r="-93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411" y="191590"/>
            <a:ext cx="9810604" cy="557348"/>
          </a:xfrm>
        </p:spPr>
        <p:txBody>
          <a:bodyPr>
            <a:normAutofit fontScale="90000"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DHKE</a:t>
            </a:r>
            <a:r>
              <a:rPr lang="en-MY" b="1" dirty="0"/>
              <a:t> – 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2">
                <a:extLst>
                  <a:ext uri="{FF2B5EF4-FFF2-40B4-BE49-F238E27FC236}">
                    <a16:creationId xmlns:a16="http://schemas.microsoft.com/office/drawing/2014/main" id="{0B29A361-C530-F65A-51DE-DCCD1CA557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8648463"/>
                  </p:ext>
                </p:extLst>
              </p:nvPr>
            </p:nvGraphicFramePr>
            <p:xfrm>
              <a:off x="8016" y="1182317"/>
              <a:ext cx="11147394" cy="35083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73697">
                      <a:extLst>
                        <a:ext uri="{9D8B030D-6E8A-4147-A177-3AD203B41FA5}">
                          <a16:colId xmlns:a16="http://schemas.microsoft.com/office/drawing/2014/main" val="1481678470"/>
                        </a:ext>
                      </a:extLst>
                    </a:gridCol>
                    <a:gridCol w="5573697">
                      <a:extLst>
                        <a:ext uri="{9D8B030D-6E8A-4147-A177-3AD203B41FA5}">
                          <a16:colId xmlns:a16="http://schemas.microsoft.com/office/drawing/2014/main" val="2433548248"/>
                        </a:ext>
                      </a:extLst>
                    </a:gridCol>
                  </a:tblGrid>
                  <a:tr h="38107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Public Parameter Generation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4520213"/>
                      </a:ext>
                    </a:extLst>
                  </a:tr>
                  <a:tr h="436176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A Trusted Third Party (TTP) chooses and publishes a large prime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=353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 and</a:t>
                          </a:r>
                          <a:r>
                            <a:rPr lang="en-MY" sz="1800" baseline="0" dirty="0">
                              <a:solidFill>
                                <a:schemeClr val="tx1"/>
                              </a:solidFill>
                            </a:rPr>
                            <a:t> an element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MY" sz="18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 of large prime order.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7498143"/>
                      </a:ext>
                    </a:extLst>
                  </a:tr>
                  <a:tr h="381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Alice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Bob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5587404"/>
                      </a:ext>
                    </a:extLst>
                  </a:tr>
                  <a:tr h="38107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Public Key Generation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MY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2483956"/>
                      </a:ext>
                    </a:extLst>
                  </a:tr>
                  <a:tr h="957775">
                    <a:tc>
                      <a:txBody>
                        <a:bodyPr/>
                        <a:lstStyle/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Chooses private key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=97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Computes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97</m:t>
                                  </m:r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≡40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353)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Publishes her public key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≡40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353)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Chooses private key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=233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Computes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233</m:t>
                                  </m:r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≡248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353)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Publishes his public key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≡248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353)</m:t>
                              </m:r>
                              <m:r>
                                <m:rPr>
                                  <m:nor/>
                                </m:rPr>
                                <a:rPr lang="en-MY" sz="1800" dirty="0">
                                  <a:solidFill>
                                    <a:schemeClr val="tx1"/>
                                  </a:solidFill>
                                </a:rPr>
                                <m:t>.</m:t>
                              </m:r>
                            </m:oMath>
                          </a14:m>
                          <a:endParaRPr lang="en-MY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5947580"/>
                      </a:ext>
                    </a:extLst>
                  </a:tr>
                  <a:tr h="38107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Secret Key </a:t>
                          </a:r>
                          <a:r>
                            <a:rPr lang="en-MY" sz="1800" b="1" dirty="0" smtClean="0">
                              <a:solidFill>
                                <a:schemeClr val="tx1"/>
                              </a:solidFill>
                            </a:rPr>
                            <a:t>Generation (symmetric key for encryption )</a:t>
                          </a:r>
                          <a:endParaRPr lang="en-MY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MY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7076989"/>
                      </a:ext>
                    </a:extLst>
                  </a:tr>
                  <a:tr h="386167">
                    <a:tc>
                      <a:txBody>
                        <a:bodyPr/>
                        <a:lstStyle/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Computes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248</m:t>
                                  </m:r>
                                </m:e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97</m:t>
                                  </m:r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MY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𝟏𝟔𝟎</m:t>
                              </m:r>
                              <m:r>
                                <a:rPr lang="en-MY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MY" sz="1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𝐦𝐨𝐝</m:t>
                                  </m:r>
                                  <m:r>
                                    <a:rPr lang="en-MY" sz="1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𝟑𝟓𝟑</m:t>
                                  </m:r>
                                </m:e>
                              </m:d>
                            </m:oMath>
                          </a14:m>
                          <a:r>
                            <a:rPr lang="en-MY" sz="1800" b="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MY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Computes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40</m:t>
                                  </m:r>
                                </m:e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233</m:t>
                                  </m:r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MY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𝟏𝟔𝟎</m:t>
                              </m:r>
                              <m:r>
                                <a:rPr lang="en-MY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MY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𝐦𝐨𝐝</m:t>
                              </m:r>
                              <m:r>
                                <a:rPr lang="en-MY" sz="1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𝟑𝟓𝟑</m:t>
                              </m:r>
                              <m:r>
                                <a:rPr lang="en-MY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MY" sz="1800" b="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MY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28346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2">
                <a:extLst>
                  <a:ext uri="{FF2B5EF4-FFF2-40B4-BE49-F238E27FC236}">
                    <a16:creationId xmlns:a16="http://schemas.microsoft.com/office/drawing/2014/main" id="{0B29A361-C530-F65A-51DE-DCCD1CA557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8648463"/>
                  </p:ext>
                </p:extLst>
              </p:nvPr>
            </p:nvGraphicFramePr>
            <p:xfrm>
              <a:off x="8016" y="1182317"/>
              <a:ext cx="11147394" cy="35083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73697">
                      <a:extLst>
                        <a:ext uri="{9D8B030D-6E8A-4147-A177-3AD203B41FA5}">
                          <a16:colId xmlns:a16="http://schemas.microsoft.com/office/drawing/2014/main" val="1481678470"/>
                        </a:ext>
                      </a:extLst>
                    </a:gridCol>
                    <a:gridCol w="5573697">
                      <a:extLst>
                        <a:ext uri="{9D8B030D-6E8A-4147-A177-3AD203B41FA5}">
                          <a16:colId xmlns:a16="http://schemas.microsoft.com/office/drawing/2014/main" val="2433548248"/>
                        </a:ext>
                      </a:extLst>
                    </a:gridCol>
                  </a:tblGrid>
                  <a:tr h="38107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Public Parameter Generation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4520213"/>
                      </a:ext>
                    </a:extLst>
                  </a:tr>
                  <a:tr h="64008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" t="-64762" r="-273" b="-4009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7498143"/>
                      </a:ext>
                    </a:extLst>
                  </a:tr>
                  <a:tr h="381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Alice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Bob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5587404"/>
                      </a:ext>
                    </a:extLst>
                  </a:tr>
                  <a:tr h="38107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Public Key Generation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MY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2483956"/>
                      </a:ext>
                    </a:extLst>
                  </a:tr>
                  <a:tr h="9577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9" t="-188608" r="-100437" b="-873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19" t="-188608" r="-547" b="-873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5947580"/>
                      </a:ext>
                    </a:extLst>
                  </a:tr>
                  <a:tr h="38107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Secret Key </a:t>
                          </a:r>
                          <a:r>
                            <a:rPr lang="en-MY" sz="1800" b="1" dirty="0" smtClean="0">
                              <a:solidFill>
                                <a:schemeClr val="tx1"/>
                              </a:solidFill>
                            </a:rPr>
                            <a:t>Generation (symmetric key for encryption )</a:t>
                          </a:r>
                          <a:endParaRPr lang="en-MY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MY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7076989"/>
                      </a:ext>
                    </a:extLst>
                  </a:tr>
                  <a:tr h="3861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9" t="-809375" r="-100437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19" t="-809375" r="-547" b="-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28346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046514" y="5925472"/>
                <a:ext cx="5582194" cy="657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MY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248</m:t>
                          </m:r>
                        </m:e>
                        <m:sup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97</m:t>
                          </m:r>
                        </m:sup>
                      </m:sSup>
                      <m:r>
                        <a:rPr lang="en-MY" i="1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MY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233</m:t>
                          </m:r>
                        </m:sup>
                      </m:sSup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MY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(233)</m:t>
                          </m:r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97</m:t>
                          </m:r>
                        </m:sup>
                      </m:sSup>
                      <m:r>
                        <a:rPr lang="en-MY" i="1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MY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(3)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(97)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(233)</m:t>
                          </m:r>
                        </m:sup>
                      </m:sSup>
                    </m:oMath>
                  </m:oMathPara>
                </a14:m>
                <a:endParaRPr lang="en-MY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514" y="5925472"/>
                <a:ext cx="5582194" cy="657809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4526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DHKE </a:t>
            </a:r>
            <a:r>
              <a:rPr lang="en-MY" b="1" dirty="0"/>
              <a:t>– </a:t>
            </a:r>
            <a:r>
              <a:rPr lang="en-MY" b="1" dirty="0">
                <a:solidFill>
                  <a:srgbClr val="C00000"/>
                </a:solidFill>
              </a:rPr>
              <a:t>security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200" b="1" dirty="0" smtClean="0"/>
                  <a:t>Security</a:t>
                </a:r>
                <a:r>
                  <a:rPr lang="en-MY" sz="2200" dirty="0"/>
                  <a:t> behind Diffie-Hellman Key Exchange:</a:t>
                </a:r>
              </a:p>
              <a:p>
                <a:pPr marL="731520" lvl="1" indent="-457200" algn="just">
                  <a:buFont typeface="+mj-lt"/>
                  <a:buAutoNum type="arabicPeriod"/>
                </a:pPr>
                <a:r>
                  <a:rPr lang="en-MY" sz="2200" b="1" dirty="0">
                    <a:solidFill>
                      <a:srgbClr val="FF0000"/>
                    </a:solidFill>
                  </a:rPr>
                  <a:t>(Strongest)</a:t>
                </a:r>
                <a:r>
                  <a:rPr lang="en-MY" sz="2200" dirty="0"/>
                  <a:t> </a:t>
                </a:r>
                <a:r>
                  <a:rPr lang="en-MY" sz="2200" b="1" dirty="0">
                    <a:solidFill>
                      <a:srgbClr val="0000FF"/>
                    </a:solidFill>
                  </a:rPr>
                  <a:t>Discrete Logarithm Problem (DLP)</a:t>
                </a:r>
                <a:r>
                  <a:rPr lang="en-MY" sz="2200" dirty="0"/>
                  <a:t>: </a:t>
                </a:r>
                <a:r>
                  <a:rPr lang="en-MY" sz="2200" dirty="0" smtClean="0"/>
                  <a:t>Given </a:t>
                </a:r>
                <a14:m>
                  <m:oMath xmlns:m="http://schemas.openxmlformats.org/officeDocument/2006/math">
                    <m:r>
                      <a:rPr lang="en-MY" sz="2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 :  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MY" sz="2200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MY" sz="2200" dirty="0"/>
                  <a:t>, find the discrete logarithm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MY" sz="2200" dirty="0" smtClean="0"/>
                  <a:t>. Given </a:t>
                </a:r>
                <a:r>
                  <a:rPr lang="en-US" sz="2200" dirty="0" smtClean="0"/>
                  <a:t>p = 323; g = 3, X = 40. Find  x = ?.</a:t>
                </a:r>
                <a:endParaRPr lang="en-MY" sz="2200" dirty="0"/>
              </a:p>
              <a:p>
                <a:pPr marL="731520" lvl="1" indent="-457200" algn="just">
                  <a:buFont typeface="+mj-lt"/>
                  <a:buAutoNum type="arabicPeriod"/>
                </a:pPr>
                <a:r>
                  <a:rPr lang="en-MY" sz="2200" b="1" dirty="0">
                    <a:solidFill>
                      <a:srgbClr val="00B050"/>
                    </a:solidFill>
                  </a:rPr>
                  <a:t>Computational Diffie-Hellman Problem (CDH)</a:t>
                </a:r>
                <a:r>
                  <a:rPr lang="en-MY" sz="2200" dirty="0"/>
                  <a:t>: Given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MY" sz="2200" dirty="0"/>
                  <a:t> and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MY" sz="2200" i="1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MY" sz="22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MY" sz="2200" dirty="0"/>
                  <a:t>, computes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MY" sz="2200" i="1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MY" sz="22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MY" sz="2200" dirty="0"/>
                  <a:t>.</a:t>
                </a:r>
                <a:r>
                  <a:rPr lang="en-MY" sz="2200" dirty="0" smtClean="0"/>
                  <a:t>  Given public keys from Alice and Bob, compute their share secret. All Public key are known by everybody. Having known the public key, find shared secret.</a:t>
                </a:r>
                <a:endParaRPr lang="en-MY" sz="2200" dirty="0"/>
              </a:p>
              <a:p>
                <a:pPr marL="731520" lvl="1" indent="-457200" algn="just">
                  <a:buFont typeface="+mj-lt"/>
                  <a:buAutoNum type="arabicPeriod"/>
                </a:pPr>
                <a:r>
                  <a:rPr lang="en-MY" sz="2200" b="1" dirty="0">
                    <a:solidFill>
                      <a:srgbClr val="7030A0"/>
                    </a:solidFill>
                  </a:rPr>
                  <a:t>Decisional Diffie-Hellman Problem (DDH)</a:t>
                </a:r>
                <a:r>
                  <a:rPr lang="en-MY" sz="2200" dirty="0"/>
                  <a:t>: Given 2 sets of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p>
                        </m:sSup>
                      </m:e>
                    </m:d>
                  </m:oMath>
                </a14:m>
                <a:r>
                  <a:rPr lang="en-MY" sz="22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MY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MY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MY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e>
                    </m:d>
                  </m:oMath>
                </a14:m>
                <a:r>
                  <a:rPr lang="en-MY" sz="2200" dirty="0"/>
                  <a:t>, decide whether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MY" sz="2200" dirty="0" smtClean="0"/>
                  <a:t>. You found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r>
                  <a:rPr lang="en-MY" sz="2200" dirty="0" smtClean="0"/>
                  <a:t> but unsure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r>
                  <a:rPr lang="en-MY" sz="2200" dirty="0" smtClean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p>
                    </m:sSup>
                  </m:oMath>
                </a14:m>
                <a:endParaRPr lang="en-MY" sz="2200" dirty="0"/>
              </a:p>
              <a:p>
                <a:pPr marL="471487" lvl="1" indent="0" algn="just">
                  <a:buNone/>
                </a:pPr>
                <a:endParaRPr lang="en-MY" sz="2200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200" dirty="0"/>
                  <a:t>DLP is one of the </a:t>
                </a:r>
                <a:r>
                  <a:rPr lang="en-MY" sz="2200" b="1" dirty="0"/>
                  <a:t>NP problems</a:t>
                </a:r>
                <a:r>
                  <a:rPr lang="en-MY" sz="2200" dirty="0"/>
                  <a:t> but NOT </a:t>
                </a:r>
                <a:r>
                  <a:rPr lang="en-MY" sz="2200" b="1" dirty="0"/>
                  <a:t>NP-Complete</a:t>
                </a:r>
                <a:r>
                  <a:rPr lang="en-MY" sz="2200" dirty="0"/>
                  <a:t>:</a:t>
                </a:r>
              </a:p>
              <a:p>
                <a:pPr lvl="1" algn="just">
                  <a:buFont typeface="Wingdings" panose="05000000000000000000" pitchFamily="2" charset="2"/>
                  <a:buChar char="ü"/>
                </a:pPr>
                <a:r>
                  <a:rPr lang="en-MY" sz="2200" b="1" dirty="0">
                    <a:solidFill>
                      <a:srgbClr val="FF0000"/>
                    </a:solidFill>
                  </a:rPr>
                  <a:t>NOT</a:t>
                </a:r>
                <a:r>
                  <a:rPr lang="en-MY" sz="2200" dirty="0"/>
                  <a:t> NP-Complete as DLP has no reduction into other NP-Complete problems.</a:t>
                </a:r>
              </a:p>
              <a:p>
                <a:pPr marL="0" indent="0" algn="just">
                  <a:buNone/>
                </a:pPr>
                <a:endParaRPr lang="en-MY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48" t="-1926" r="-62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139751</a:t>
            </a:r>
          </a:p>
        </p:txBody>
      </p:sp>
    </p:spTree>
    <p:extLst>
      <p:ext uri="{BB962C8B-B14F-4D97-AF65-F5344CB8AC3E}">
        <p14:creationId xmlns:p14="http://schemas.microsoft.com/office/powerpoint/2010/main" val="3779334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DHKE </a:t>
            </a:r>
            <a:r>
              <a:rPr lang="en-MY" b="1" dirty="0"/>
              <a:t>– </a:t>
            </a:r>
            <a:r>
              <a:rPr lang="en-MY" b="1" dirty="0">
                <a:solidFill>
                  <a:srgbClr val="C00000"/>
                </a:solidFill>
              </a:rPr>
              <a:t>security issue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8814-91EE-A118-1CDC-F0A6E20AE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MY" sz="2400" dirty="0"/>
              <a:t>Although the idea is brilliant, unfortunately the basic version of DHKE suffers from the </a:t>
            </a:r>
            <a:r>
              <a:rPr lang="en-MY" sz="2400" b="1" dirty="0">
                <a:solidFill>
                  <a:srgbClr val="FF0000"/>
                </a:solidFill>
              </a:rPr>
              <a:t>Man-in-the-Middle (MITM) attack</a:t>
            </a:r>
            <a:r>
              <a:rPr lang="en-MY" sz="2400" dirty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MY" sz="2400" b="1" dirty="0">
                <a:solidFill>
                  <a:srgbClr val="0000FF"/>
                </a:solidFill>
              </a:rPr>
              <a:t>Reason</a:t>
            </a:r>
            <a:r>
              <a:rPr lang="en-MY" sz="2400" dirty="0"/>
              <a:t>: DHKE protocol  </a:t>
            </a:r>
            <a:r>
              <a:rPr lang="en-MY" sz="2400" b="1" dirty="0">
                <a:solidFill>
                  <a:srgbClr val="00B050"/>
                </a:solidFill>
              </a:rPr>
              <a:t>DOES NOT authenticate </a:t>
            </a:r>
            <a:r>
              <a:rPr lang="en-MY" sz="2400" dirty="0"/>
              <a:t>the users.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MY" sz="2400" b="1" dirty="0">
                <a:solidFill>
                  <a:srgbClr val="C00000"/>
                </a:solidFill>
              </a:rPr>
              <a:t>Solution</a:t>
            </a:r>
            <a:r>
              <a:rPr lang="en-MY" sz="2400" dirty="0"/>
              <a:t>: The MITM in DHKE can be resolved using additional </a:t>
            </a:r>
            <a:r>
              <a:rPr lang="en-MY" sz="2400" b="1" dirty="0">
                <a:solidFill>
                  <a:srgbClr val="002060"/>
                </a:solidFill>
              </a:rPr>
              <a:t>digital signature</a:t>
            </a:r>
            <a:r>
              <a:rPr lang="en-MY" sz="2400" dirty="0">
                <a:solidFill>
                  <a:srgbClr val="002060"/>
                </a:solidFill>
              </a:rPr>
              <a:t> </a:t>
            </a:r>
            <a:r>
              <a:rPr lang="en-MY" sz="2400" dirty="0"/>
              <a:t>and </a:t>
            </a:r>
            <a:r>
              <a:rPr lang="en-MY" sz="2400" b="1" dirty="0">
                <a:solidFill>
                  <a:srgbClr val="7030A0"/>
                </a:solidFill>
              </a:rPr>
              <a:t>public-key certificates</a:t>
            </a:r>
            <a:r>
              <a:rPr lang="en-MY" sz="2400" dirty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MY" sz="24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MY" sz="2400" dirty="0"/>
              <a:t>In the next few slides, the demonstration on how MITM is possible in DHKE is outlined.</a:t>
            </a:r>
          </a:p>
        </p:txBody>
      </p:sp>
    </p:spTree>
    <p:extLst>
      <p:ext uri="{BB962C8B-B14F-4D97-AF65-F5344CB8AC3E}">
        <p14:creationId xmlns:p14="http://schemas.microsoft.com/office/powerpoint/2010/main" val="1234014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DHKE </a:t>
            </a:r>
            <a:r>
              <a:rPr lang="en-MY" b="1" dirty="0"/>
              <a:t>– </a:t>
            </a:r>
            <a:r>
              <a:rPr lang="en-MY" b="1" dirty="0">
                <a:solidFill>
                  <a:srgbClr val="C00000"/>
                </a:solidFill>
              </a:rPr>
              <a:t>man-in-the-middle attack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2200" kern="1200" baseline="0" dirty="0">
                    <a:solidFill>
                      <a:schemeClr val="tx1"/>
                    </a:solidFill>
                    <a:ea typeface="ＭＳ Ｐゴシック" charset="-128"/>
                    <a:cs typeface="ＭＳ Ｐゴシック" charset="-128"/>
                  </a:rPr>
                  <a:t>Suppose Alice and Bob wish to exchange keys, and </a:t>
                </a:r>
                <a:r>
                  <a:rPr lang="en-US" sz="2200" b="1" kern="1200" baseline="0" dirty="0">
                    <a:solidFill>
                      <a:srgbClr val="0000FF"/>
                    </a:solidFill>
                    <a:ea typeface="ＭＳ Ｐゴシック" charset="-128"/>
                    <a:cs typeface="ＭＳ Ｐゴシック" charset="-128"/>
                  </a:rPr>
                  <a:t>Eve is the adversary</a:t>
                </a:r>
                <a:r>
                  <a:rPr lang="en-US" sz="2200" kern="1200" baseline="0" dirty="0">
                    <a:solidFill>
                      <a:schemeClr val="tx1"/>
                    </a:solidFill>
                    <a:ea typeface="ＭＳ Ｐゴシック" charset="-128"/>
                    <a:cs typeface="ＭＳ Ｐゴシック" charset="-128"/>
                  </a:rPr>
                  <a:t>. The attack proceeds as follows.</a:t>
                </a:r>
                <a:endParaRPr lang="en-US" sz="2200" dirty="0">
                  <a:ea typeface="ＭＳ Ｐゴシック" pitchFamily="-84" charset="-128"/>
                  <a:cs typeface="ＭＳ Ｐゴシック" pitchFamily="-84" charset="-128"/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Eve prepares for the attack by generating two random private keys,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𝑒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bPr>
                      <m:e>
                        <m:r>
                          <a:rPr lang="en-MY" sz="220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𝑒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baseline="-25000" dirty="0">
                    <a:ea typeface="ＭＳ Ｐゴシック" pitchFamily="-84" charset="-128"/>
                    <a:cs typeface="ＭＳ Ｐゴシック" pitchFamily="-84" charset="-128"/>
                  </a:rPr>
                  <a:t>,</a:t>
                </a:r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 and then computing the corresponding public keys,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bPr>
                      <m:e>
                        <m:r>
                          <a:rPr lang="en-MY" sz="220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𝐸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i="1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bPr>
                      <m:e>
                        <m:r>
                          <a:rPr lang="en-MY" sz="2200" i="1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𝐸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.</a:t>
                </a:r>
                <a:endParaRPr lang="en-US" sz="2200" baseline="-25000" dirty="0">
                  <a:ea typeface="ＭＳ Ｐゴシック" pitchFamily="-84" charset="-128"/>
                  <a:cs typeface="ＭＳ Ｐゴシック" pitchFamily="-84" charset="-128"/>
                </a:endParaRPr>
              </a:p>
              <a:p>
                <a:pPr marL="457200" indent="-457200" algn="just" eaLnBrk="1" hangingPunct="1">
                  <a:buFont typeface="+mj-lt"/>
                  <a:buAutoNum type="arabicPeriod"/>
                </a:pPr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Alice transmits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𝐴</m:t>
                    </m:r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 to Bob.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b="1" dirty="0">
                    <a:solidFill>
                      <a:srgbClr val="0000FF"/>
                    </a:solidFill>
                    <a:ea typeface="ＭＳ Ｐゴシック" pitchFamily="-84" charset="-128"/>
                    <a:cs typeface="ＭＳ Ｐゴシック" pitchFamily="-84" charset="-128"/>
                  </a:rPr>
                  <a:t>Eve intercepts </a:t>
                </a:r>
                <a14:m>
                  <m:oMath xmlns:m="http://schemas.openxmlformats.org/officeDocument/2006/math">
                    <m:r>
                      <a:rPr lang="en-MY" sz="22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𝑨</m:t>
                    </m:r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, transmits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𝐸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 to Bob, and computes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𝐾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2</m:t>
                        </m:r>
                      </m:sub>
                    </m:sSub>
                    <m:r>
                      <a:rPr lang="en-MY" sz="2200" i="1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≡</m:t>
                    </m:r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𝐴</m:t>
                        </m:r>
                      </m:e>
                      <m:sup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  <m:t>𝑒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 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mod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 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𝑝</m:t>
                        </m:r>
                      </m:e>
                    </m:d>
                    <m:r>
                      <a:rPr lang="en-MY" sz="2200" b="0" i="1" smtClean="0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.</m:t>
                    </m:r>
                  </m:oMath>
                </a14:m>
                <a:endParaRPr lang="en-MY" sz="2200" b="0" dirty="0">
                  <a:ea typeface="ＭＳ Ｐゴシック" pitchFamily="-84" charset="-128"/>
                  <a:cs typeface="ＭＳ Ｐゴシック" pitchFamily="-84" charset="-128"/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Bob receives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𝐸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baseline="-25000" dirty="0">
                    <a:ea typeface="ＭＳ Ｐゴシック" pitchFamily="-84" charset="-128"/>
                    <a:cs typeface="ＭＳ Ｐゴシック" pitchFamily="-84" charset="-128"/>
                  </a:rPr>
                  <a:t> </a:t>
                </a:r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and calculates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i="1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bPr>
                      <m:e>
                        <m:r>
                          <a:rPr lang="en-MY" sz="2200" i="1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𝐾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1</m:t>
                        </m:r>
                      </m:sub>
                    </m:sSub>
                    <m:r>
                      <a:rPr lang="en-MY" sz="2200" i="1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≡</m:t>
                    </m:r>
                    <m:sSubSup>
                      <m:sSubSupPr>
                        <m:ctrlP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bSupPr>
                      <m:e>
                        <m:r>
                          <a:rPr lang="en-MY" sz="220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𝐸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1</m:t>
                        </m:r>
                      </m:sub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𝑏</m:t>
                        </m:r>
                      </m:sup>
                    </m:sSubSup>
                    <m:r>
                      <a:rPr lang="en-MY" sz="2200" i="1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 </m:t>
                    </m:r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mod</m:t>
                        </m:r>
                        <m:r>
                          <a:rPr lang="en-MY" sz="2200" i="1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 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.</a:t>
                </a:r>
              </a:p>
              <a:p>
                <a:pPr marL="457200" indent="-457200" algn="just" eaLnBrk="1" hangingPunct="1">
                  <a:buFont typeface="+mj-lt"/>
                  <a:buAutoNum type="arabicPeriod"/>
                </a:pPr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Bob transmits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𝐵</m:t>
                    </m:r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 to Alice. 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b="1" dirty="0">
                    <a:solidFill>
                      <a:srgbClr val="FF0000"/>
                    </a:solidFill>
                    <a:ea typeface="ＭＳ Ｐゴシック" pitchFamily="-84" charset="-128"/>
                    <a:cs typeface="ＭＳ Ｐゴシック" pitchFamily="-84" charset="-128"/>
                  </a:rPr>
                  <a:t>Eve intercepts </a:t>
                </a:r>
                <a14:m>
                  <m:oMath xmlns:m="http://schemas.openxmlformats.org/officeDocument/2006/math">
                    <m:r>
                      <a:rPr lang="en-MY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𝑩</m:t>
                    </m:r>
                    <m:r>
                      <a:rPr lang="en-MY" sz="2200" b="0" i="1" smtClean="0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, </m:t>
                    </m:r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transmits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𝐸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 to Alice, and computes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i="1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bPr>
                      <m:e>
                        <m:r>
                          <a:rPr lang="en-MY" sz="2200" i="1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𝐾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1</m:t>
                        </m:r>
                      </m:sub>
                    </m:sSub>
                    <m:r>
                      <a:rPr lang="en-MY" sz="2200" i="1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≡</m:t>
                    </m:r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𝐵</m:t>
                        </m:r>
                      </m:e>
                      <m:sup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  <m:t>𝑒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MY" sz="2200" i="1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 </m:t>
                    </m:r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mod</m:t>
                        </m:r>
                        <m:r>
                          <a:rPr lang="en-MY" sz="2200" i="1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 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Alice receives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bPr>
                      <m:e>
                        <m:r>
                          <a:rPr lang="en-MY" sz="2200" i="1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𝐸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 and calculates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bPr>
                      <m:e>
                        <m:r>
                          <a:rPr lang="en-MY" sz="2200" i="1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𝐾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2</m:t>
                        </m:r>
                      </m:sub>
                    </m:sSub>
                    <m:r>
                      <a:rPr lang="en-MY" sz="2200" b="0" i="1" smtClean="0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≡</m:t>
                    </m:r>
                    <m:sSubSup>
                      <m:sSubSupPr>
                        <m:ctrlP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bSupPr>
                      <m:e>
                        <m:r>
                          <a:rPr lang="en-MY" sz="220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𝐸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2</m:t>
                        </m:r>
                      </m:sub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𝑎</m:t>
                        </m:r>
                      </m:sup>
                    </m:sSubSup>
                    <m:r>
                      <a:rPr lang="en-MY" sz="2200" i="1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 </m:t>
                    </m:r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mod</m:t>
                        </m:r>
                        <m:r>
                          <a:rPr lang="en-MY" sz="2200" i="1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 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48" t="-550" r="-62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756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DHKE </a:t>
            </a:r>
            <a:r>
              <a:rPr lang="en-MY" b="1" dirty="0"/>
              <a:t>– </a:t>
            </a:r>
            <a:r>
              <a:rPr lang="en-MY" b="1" dirty="0">
                <a:solidFill>
                  <a:srgbClr val="C00000"/>
                </a:solidFill>
              </a:rPr>
              <a:t>man-in-the-middle attack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2">
                <a:extLst>
                  <a:ext uri="{FF2B5EF4-FFF2-40B4-BE49-F238E27FC236}">
                    <a16:creationId xmlns:a16="http://schemas.microsoft.com/office/drawing/2014/main" id="{D1250487-1E51-24A0-AA05-E118209877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1841524"/>
                  </p:ext>
                </p:extLst>
              </p:nvPr>
            </p:nvGraphicFramePr>
            <p:xfrm>
              <a:off x="636232" y="1825625"/>
              <a:ext cx="10919536" cy="45520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85352">
                      <a:extLst>
                        <a:ext uri="{9D8B030D-6E8A-4147-A177-3AD203B41FA5}">
                          <a16:colId xmlns:a16="http://schemas.microsoft.com/office/drawing/2014/main" val="1481678470"/>
                        </a:ext>
                      </a:extLst>
                    </a:gridCol>
                    <a:gridCol w="4199138">
                      <a:extLst>
                        <a:ext uri="{9D8B030D-6E8A-4147-A177-3AD203B41FA5}">
                          <a16:colId xmlns:a16="http://schemas.microsoft.com/office/drawing/2014/main" val="4057652312"/>
                        </a:ext>
                      </a:extLst>
                    </a:gridCol>
                    <a:gridCol w="3335046">
                      <a:extLst>
                        <a:ext uri="{9D8B030D-6E8A-4147-A177-3AD203B41FA5}">
                          <a16:colId xmlns:a16="http://schemas.microsoft.com/office/drawing/2014/main" val="343850364"/>
                        </a:ext>
                      </a:extLst>
                    </a:gridCol>
                  </a:tblGrid>
                  <a:tr h="381072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Public Parameter Generation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MY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4520213"/>
                      </a:ext>
                    </a:extLst>
                  </a:tr>
                  <a:tr h="436176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A Trusted Third Party (TTP) chooses and publishes a large prime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 and</a:t>
                          </a:r>
                          <a:r>
                            <a:rPr lang="en-MY" sz="1800" baseline="0" dirty="0">
                              <a:solidFill>
                                <a:schemeClr val="tx1"/>
                              </a:solidFill>
                            </a:rPr>
                            <a:t> an element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MY" sz="18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 of large prime order.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MY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7498143"/>
                      </a:ext>
                    </a:extLst>
                  </a:tr>
                  <a:tr h="381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Alice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A3B2C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Eve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A3B2C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Bob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A3B2C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5587404"/>
                      </a:ext>
                    </a:extLst>
                  </a:tr>
                  <a:tr h="381072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Public Key Generation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MY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2483956"/>
                      </a:ext>
                    </a:extLst>
                  </a:tr>
                  <a:tr h="957775"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Chooses private key </a:t>
                          </a:r>
                          <a:b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Computes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Publishes her public key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 to</a:t>
                          </a:r>
                          <a:r>
                            <a:rPr lang="en-MY" sz="1800" baseline="0" dirty="0">
                              <a:solidFill>
                                <a:schemeClr val="tx1"/>
                              </a:solidFill>
                            </a:rPr>
                            <a:t> Bob</a:t>
                          </a: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Chooses private keys </a:t>
                          </a:r>
                          <a:r>
                            <a:rPr lang="en-MY" sz="1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a:t/>
                          </a:r>
                          <a:br>
                            <a:rPr lang="en-MY" sz="1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sSub>
                                <m:sSub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endParaRPr lang="en-MY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Computes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 and </a:t>
                          </a:r>
                          <a:b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</a:b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Captures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MY" sz="1800" baseline="0" dirty="0">
                              <a:solidFill>
                                <a:schemeClr val="tx1"/>
                              </a:solidFill>
                            </a:rPr>
                            <a:t> and s</a:t>
                          </a: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ends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 to Bob</a:t>
                          </a:r>
                          <a:r>
                            <a:rPr lang="en-MY" sz="1800" baseline="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:r>
                            <a:rPr lang="en-MY" sz="1800" baseline="0" dirty="0">
                              <a:solidFill>
                                <a:schemeClr val="tx1"/>
                              </a:solidFill>
                            </a:rPr>
                            <a:t>Captures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MY" sz="1800" baseline="0" dirty="0">
                              <a:solidFill>
                                <a:schemeClr val="tx1"/>
                              </a:solidFill>
                            </a:rPr>
                            <a:t> and sends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18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MY" sz="18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 to Alice.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Chooses private key </a:t>
                          </a:r>
                          <a:r>
                            <a:rPr lang="en-MY" sz="1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a:t/>
                          </a:r>
                          <a:br>
                            <a:rPr lang="en-MY" sz="1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Computes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Publishes his public key </a:t>
                          </a:r>
                          <a14:m>
                            <m:oMath xmlns:m="http://schemas.openxmlformats.org/officeDocument/2006/math"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 to Alice.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735947580"/>
                      </a:ext>
                    </a:extLst>
                  </a:tr>
                  <a:tr h="381072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Secret Key Generation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MY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7076989"/>
                      </a:ext>
                    </a:extLst>
                  </a:tr>
                  <a:tr h="386167"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Computes </a:t>
                          </a:r>
                          <a:b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</a:b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bSup>
                                <m:sSub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b>
                                    <m:sSubPr>
                                      <m:ctrlP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Computes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sSub>
                                    <m:sSubPr>
                                      <m:ctrlP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Computes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b>
                                    <m:sSubPr>
                                      <m:ctrlP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+mj-lt"/>
                            <a:buAutoNum type="arabicPeriod"/>
                          </a:pPr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Computes </a:t>
                          </a:r>
                          <a:b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</a:b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bSup>
                                <m:sSub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MY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sSub>
                                    <m:sSubPr>
                                      <m:ctrlP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MY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2528346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2">
                <a:extLst>
                  <a:ext uri="{FF2B5EF4-FFF2-40B4-BE49-F238E27FC236}">
                    <a16:creationId xmlns:a16="http://schemas.microsoft.com/office/drawing/2014/main" id="{D1250487-1E51-24A0-AA05-E118209877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6448974"/>
                  </p:ext>
                </p:extLst>
              </p:nvPr>
            </p:nvGraphicFramePr>
            <p:xfrm>
              <a:off x="636232" y="1825625"/>
              <a:ext cx="10919536" cy="43481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85352">
                      <a:extLst>
                        <a:ext uri="{9D8B030D-6E8A-4147-A177-3AD203B41FA5}">
                          <a16:colId xmlns:a16="http://schemas.microsoft.com/office/drawing/2014/main" val="1481678470"/>
                        </a:ext>
                      </a:extLst>
                    </a:gridCol>
                    <a:gridCol w="4199138">
                      <a:extLst>
                        <a:ext uri="{9D8B030D-6E8A-4147-A177-3AD203B41FA5}">
                          <a16:colId xmlns:a16="http://schemas.microsoft.com/office/drawing/2014/main" val="4057652312"/>
                        </a:ext>
                      </a:extLst>
                    </a:gridCol>
                    <a:gridCol w="3335046">
                      <a:extLst>
                        <a:ext uri="{9D8B030D-6E8A-4147-A177-3AD203B41FA5}">
                          <a16:colId xmlns:a16="http://schemas.microsoft.com/office/drawing/2014/main" val="343850364"/>
                        </a:ext>
                      </a:extLst>
                    </a:gridCol>
                  </a:tblGrid>
                  <a:tr h="381072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MY" sz="1800" dirty="0">
                              <a:solidFill>
                                <a:schemeClr val="tx1"/>
                              </a:solidFill>
                            </a:rPr>
                            <a:t>Public Parameter Generation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MY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4520213"/>
                      </a:ext>
                    </a:extLst>
                  </a:tr>
                  <a:tr h="436176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6" t="-95775" r="-223" b="-84084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MY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7498143"/>
                      </a:ext>
                    </a:extLst>
                  </a:tr>
                  <a:tr h="381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Alice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A3B2C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Eve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A3B2C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Bob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A3B2C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5587404"/>
                      </a:ext>
                    </a:extLst>
                  </a:tr>
                  <a:tr h="381072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Public Key Generation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MY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2483956"/>
                      </a:ext>
                    </a:extLst>
                  </a:tr>
                  <a:tr h="1737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180" t="-92308" r="-223022" b="-650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80842" t="-92308" r="-79971" b="-650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27788" t="-92308" r="-731" b="-650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5947580"/>
                      </a:ext>
                    </a:extLst>
                  </a:tr>
                  <a:tr h="381072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MY" sz="1800" b="1" dirty="0">
                              <a:solidFill>
                                <a:schemeClr val="tx1"/>
                              </a:solidFill>
                            </a:rPr>
                            <a:t>Secret Key Generation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MY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7076989"/>
                      </a:ext>
                    </a:extLst>
                  </a:tr>
                  <a:tr h="6503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180" t="-571963" r="-223022" b="-158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80842" t="-571963" r="-79971" b="-158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27788" t="-571963" r="-731" b="-158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28346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3483429" y="0"/>
            <a:ext cx="34292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Eve pretend to be Bob for Alice.</a:t>
            </a:r>
          </a:p>
          <a:p>
            <a:r>
              <a:rPr lang="en-US" dirty="0" smtClean="0"/>
              <a:t>Eve pretend to be Alice for Bob.</a:t>
            </a:r>
          </a:p>
          <a:p>
            <a:r>
              <a:rPr lang="en-US" dirty="0" smtClean="0"/>
              <a:t>Eve does the DHKE 2x.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214982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DHKE </a:t>
            </a:r>
            <a:r>
              <a:rPr lang="en-MY" b="1" dirty="0"/>
              <a:t>– </a:t>
            </a:r>
            <a:r>
              <a:rPr lang="en-MY" b="1" dirty="0">
                <a:solidFill>
                  <a:srgbClr val="C00000"/>
                </a:solidFill>
              </a:rPr>
              <a:t>man-in-the-middle attack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 eaLnBrk="1" hangingPunct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At this point, Bob and Alice </a:t>
                </a:r>
                <a:r>
                  <a:rPr lang="en-US" sz="2200" b="1" dirty="0">
                    <a:solidFill>
                      <a:srgbClr val="0000FF"/>
                    </a:solidFill>
                    <a:ea typeface="ＭＳ Ｐゴシック" pitchFamily="-84" charset="-128"/>
                    <a:cs typeface="ＭＳ Ｐゴシック" pitchFamily="-84" charset="-128"/>
                  </a:rPr>
                  <a:t>think</a:t>
                </a:r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 that they share a secret key. Instead, </a:t>
                </a:r>
                <a:r>
                  <a:rPr lang="en-US" sz="2200" b="1" dirty="0">
                    <a:solidFill>
                      <a:srgbClr val="C00000"/>
                    </a:solidFill>
                    <a:ea typeface="ＭＳ Ｐゴシック" pitchFamily="-84" charset="-128"/>
                    <a:cs typeface="ＭＳ Ｐゴシック" pitchFamily="-84" charset="-128"/>
                  </a:rPr>
                  <a:t>Bob and Eve share secret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bPr>
                      <m:e>
                        <m:r>
                          <a:rPr lang="en-MY" sz="2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𝑲</m:t>
                        </m:r>
                      </m:e>
                      <m:sub>
                        <m:r>
                          <a:rPr lang="en-MY" sz="2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, and </a:t>
                </a:r>
                <a:r>
                  <a:rPr lang="en-US" sz="2200" b="1" dirty="0">
                    <a:solidFill>
                      <a:srgbClr val="00B050"/>
                    </a:solidFill>
                    <a:ea typeface="ＭＳ Ｐゴシック" pitchFamily="-84" charset="-128"/>
                    <a:cs typeface="ＭＳ Ｐゴシック" pitchFamily="-84" charset="-128"/>
                  </a:rPr>
                  <a:t>Alice and Eve share secret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bPr>
                      <m:e>
                        <m:r>
                          <a:rPr lang="en-MY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𝑲</m:t>
                        </m:r>
                      </m:e>
                      <m:sub>
                        <m:r>
                          <a:rPr lang="en-MY" sz="2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. All future communication between Bob and Alice is compromised in the following way:   </a:t>
                </a:r>
              </a:p>
              <a:p>
                <a:pPr marL="457200" indent="-457200" algn="just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Alice sends an encrypted message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𝑀</m:t>
                    </m:r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200" b="0" i="0" smtClean="0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Enc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i="1" smtClean="0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</m:ctrlPr>
                          </m:sSubPr>
                          <m:e>
                            <m:r>
                              <a:rPr lang="en-MY" sz="2200" i="1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  <m:t>𝐾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  <m:t>2</m:t>
                            </m:r>
                          </m:sub>
                        </m:sSub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 ,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.</a:t>
                </a:r>
              </a:p>
              <a:p>
                <a:pPr marL="457200" indent="-457200" algn="just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Eve intercepts the encrypted message and decrypts it, to recover </a:t>
                </a:r>
                <a14:m>
                  <m:oMath xmlns:m="http://schemas.openxmlformats.org/officeDocument/2006/math">
                    <m:r>
                      <a:rPr lang="en-MY" sz="2200" i="1" smtClean="0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𝑀</m:t>
                    </m:r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.  </a:t>
                </a:r>
              </a:p>
              <a:p>
                <a:pPr marL="457200" indent="-457200" algn="just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Eve sends Bob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200" b="0" i="0" smtClean="0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Enc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i="1" smtClean="0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</m:ctrlPr>
                          </m:sSubPr>
                          <m:e>
                            <m:r>
                              <a:rPr lang="en-MY" sz="2200" i="1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  <m:t>𝐾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  <m:t>1</m:t>
                            </m:r>
                          </m:sub>
                        </m:sSub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 ,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𝑀</m:t>
                        </m:r>
                      </m:e>
                    </m:d>
                    <m:r>
                      <a:rPr lang="en-MY" sz="2200" b="0" i="1" smtClean="0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 </m:t>
                    </m:r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200">
                        <a:latin typeface="Cambria Math" panose="02040503050406030204" pitchFamily="18" charset="0"/>
                        <a:ea typeface="ＭＳ Ｐゴシック" pitchFamily="-84" charset="-128"/>
                        <a:cs typeface="ＭＳ Ｐゴシック" pitchFamily="-84" charset="-128"/>
                      </a:rPr>
                      <m:t>Enc</m:t>
                    </m:r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i="1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</m:ctrlPr>
                          </m:sSubPr>
                          <m:e>
                            <m:r>
                              <a:rPr lang="en-MY" sz="2200" i="1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  <m:t>𝐾</m:t>
                            </m:r>
                          </m:e>
                          <m:sub>
                            <m:r>
                              <a:rPr lang="en-MY" sz="2200" i="1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  <m:t>2</m:t>
                            </m:r>
                          </m:sub>
                        </m:sSub>
                        <m:r>
                          <a:rPr lang="en-MY" sz="2200" i="1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 ,</m:t>
                        </m:r>
                        <m:sSup>
                          <m:sSup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</m:ctrlPr>
                          </m:sSupPr>
                          <m:e>
                            <m:r>
                              <a:rPr lang="en-MY" sz="2200" i="1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  <m:t>𝑀</m:t>
                            </m:r>
                          </m:e>
                          <m:sup>
                            <m:r>
                              <a:rPr lang="en-MY" sz="2200" b="0" i="1" smtClean="0">
                                <a:latin typeface="Cambria Math" panose="02040503050406030204" pitchFamily="18" charset="0"/>
                                <a:ea typeface="ＭＳ Ｐゴシック" pitchFamily="-84" charset="-128"/>
                                <a:cs typeface="ＭＳ Ｐゴシック" pitchFamily="-84" charset="-128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𝑀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  <a:ea typeface="ＭＳ Ｐゴシック" pitchFamily="-84" charset="-128"/>
                            <a:cs typeface="ＭＳ Ｐゴシック" pitchFamily="-84" charset="-128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200" dirty="0">
                    <a:ea typeface="ＭＳ Ｐゴシック" pitchFamily="-84" charset="-128"/>
                    <a:cs typeface="ＭＳ Ｐゴシック" pitchFamily="-84" charset="-128"/>
                  </a:rPr>
                  <a:t> is any message. In the first case, Eve wants to eavesdrop on the communication without altering it. In the second case, Eve wants to modify the message going to Bob.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3" r="-74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525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5666912"/>
          </a:xfrm>
        </p:spPr>
        <p:txBody>
          <a:bodyPr>
            <a:normAutofit/>
          </a:bodyPr>
          <a:lstStyle/>
          <a:p>
            <a:pPr algn="ctr"/>
            <a:r>
              <a:rPr lang="en-MY" sz="4400" b="1" dirty="0">
                <a:solidFill>
                  <a:srgbClr val="0000FF"/>
                </a:solidFill>
              </a:rPr>
              <a:t>Knapsack</a:t>
            </a:r>
            <a:r>
              <a:rPr lang="en-MY" sz="4400" dirty="0"/>
              <a:t/>
            </a:r>
            <a:br>
              <a:rPr lang="en-MY" sz="4400" dirty="0"/>
            </a:br>
            <a:r>
              <a:rPr lang="en-MY" sz="4400" dirty="0"/>
              <a:t>cryptosystem</a:t>
            </a:r>
          </a:p>
        </p:txBody>
      </p:sp>
    </p:spTree>
    <p:extLst>
      <p:ext uri="{BB962C8B-B14F-4D97-AF65-F5344CB8AC3E}">
        <p14:creationId xmlns:p14="http://schemas.microsoft.com/office/powerpoint/2010/main" val="1982850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Knapsack</a:t>
            </a:r>
            <a:r>
              <a:rPr lang="en-MY" b="1" dirty="0"/>
              <a:t> cryptosystem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8814-91EE-A118-1CDC-F0A6E20AE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400" dirty="0"/>
              <a:t>One of the earliest </a:t>
            </a:r>
            <a:r>
              <a:rPr lang="en-MY" sz="2400" b="1" dirty="0">
                <a:solidFill>
                  <a:srgbClr val="FF0000"/>
                </a:solidFill>
              </a:rPr>
              <a:t>public-key cryptosystems for encryption</a:t>
            </a:r>
            <a:r>
              <a:rPr lang="en-MY" sz="2400" dirty="0"/>
              <a:t> in 1978 proposed by Ralph Merkle and Martin Hellman after the birth of DHKE.</a:t>
            </a:r>
          </a:p>
          <a:p>
            <a:pPr algn="just"/>
            <a:r>
              <a:rPr lang="en-MY" sz="2400" dirty="0"/>
              <a:t>The fundamental primitive of Knapsack cryptosystem is based on the </a:t>
            </a:r>
            <a:r>
              <a:rPr lang="en-MY" sz="2400" b="1" dirty="0">
                <a:solidFill>
                  <a:srgbClr val="00B050"/>
                </a:solidFill>
              </a:rPr>
              <a:t>0/1 knapsack problem</a:t>
            </a:r>
            <a:r>
              <a:rPr lang="en-MY" sz="2400" dirty="0"/>
              <a:t>, an example of the combinational optimization problem. </a:t>
            </a:r>
          </a:p>
        </p:txBody>
      </p:sp>
    </p:spTree>
    <p:extLst>
      <p:ext uri="{BB962C8B-B14F-4D97-AF65-F5344CB8AC3E}">
        <p14:creationId xmlns:p14="http://schemas.microsoft.com/office/powerpoint/2010/main" val="3793368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EB606B-FD3D-FC7A-449A-680C3CA6A9B0}"/>
              </a:ext>
            </a:extLst>
          </p:cNvPr>
          <p:cNvSpPr/>
          <p:nvPr/>
        </p:nvSpPr>
        <p:spPr>
          <a:xfrm>
            <a:off x="1050879" y="2361460"/>
            <a:ext cx="9810604" cy="1571348"/>
          </a:xfrm>
          <a:prstGeom prst="rect">
            <a:avLst/>
          </a:prstGeom>
          <a:solidFill>
            <a:srgbClr val="FFFF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Knapsack</a:t>
            </a:r>
            <a:r>
              <a:rPr lang="en-MY" b="1" dirty="0"/>
              <a:t> problem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400" b="1" dirty="0">
                    <a:solidFill>
                      <a:srgbClr val="002060"/>
                    </a:solidFill>
                  </a:rPr>
                  <a:t>Definition 2</a:t>
                </a:r>
                <a:r>
                  <a:rPr lang="en-MY" sz="2400" dirty="0"/>
                  <a:t>:</a:t>
                </a:r>
              </a:p>
              <a:p>
                <a:pPr marL="0" indent="0" algn="ctr">
                  <a:buNone/>
                </a:pPr>
                <a:r>
                  <a:rPr lang="en-MY" sz="2400" dirty="0"/>
                  <a:t>Given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MY" sz="2400" dirty="0"/>
                  <a:t> items where each has some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MY" sz="2400" dirty="0"/>
                  <a:t> and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MY" sz="2400" dirty="0"/>
                  <a:t> associated with it. Given a knapsack with capacity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MY" sz="2400" dirty="0"/>
                  <a:t>. </a:t>
                </a:r>
                <a:r>
                  <a:rPr lang="en-US" sz="2400" dirty="0"/>
                  <a:t>The target is to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maximize the items</a:t>
                </a:r>
                <a:r>
                  <a:rPr lang="en-US" sz="2400" dirty="0"/>
                  <a:t> into the knapsack such that </a:t>
                </a:r>
                <a:r>
                  <a:rPr lang="en-US" sz="2400" b="1" dirty="0">
                    <a:solidFill>
                      <a:srgbClr val="0000FF"/>
                    </a:solidFill>
                  </a:rPr>
                  <a:t>the sum of values associated with them is the maximum possible</a:t>
                </a:r>
                <a:r>
                  <a:rPr lang="en-US" sz="2400" i="1" dirty="0"/>
                  <a:t>.</a:t>
                </a:r>
                <a:r>
                  <a:rPr lang="en-US" sz="2400" dirty="0"/>
                  <a:t> </a:t>
                </a:r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Mathematically,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MY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MY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MY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MY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MY" sz="2400" b="0" i="0" smtClean="0"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MY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MY" sz="2400" dirty="0"/>
              </a:p>
              <a:p>
                <a:pPr marL="0" indent="0" algn="just">
                  <a:buNone/>
                </a:pPr>
                <a:endParaRPr lang="en-MY" sz="2400" dirty="0"/>
              </a:p>
              <a:p>
                <a:pPr marL="0" indent="0" algn="just">
                  <a:buNone/>
                </a:pPr>
                <a:endParaRPr lang="en-MY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35" t="-1100" r="-62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077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Knapsack</a:t>
            </a:r>
            <a:r>
              <a:rPr lang="en-MY" b="1" dirty="0"/>
              <a:t> function – </a:t>
            </a:r>
            <a:r>
              <a:rPr lang="en-MY" b="1" dirty="0">
                <a:solidFill>
                  <a:srgbClr val="00B050"/>
                </a:solidFill>
              </a:rPr>
              <a:t>setup</a:t>
            </a:r>
            <a:endParaRPr lang="en-MY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sz="2400" dirty="0"/>
                  <a:t>Based on </a:t>
                </a:r>
                <a:r>
                  <a:rPr lang="en-MY" sz="2400" b="1" dirty="0">
                    <a:solidFill>
                      <a:srgbClr val="002060"/>
                    </a:solidFill>
                  </a:rPr>
                  <a:t>Definition 2</a:t>
                </a:r>
                <a:r>
                  <a:rPr lang="en-MY" sz="2400" dirty="0"/>
                  <a:t>, the design of knapsack cryptosystem is defined in the following setup: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400" dirty="0"/>
                  <a:t>Given two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MY" sz="2400" dirty="0"/>
                  <a:t>-tuples, </a:t>
                </a:r>
                <a14:m>
                  <m:oMath xmlns:m="http://schemas.openxmlformats.org/officeDocument/2006/math">
                    <m:r>
                      <a:rPr lang="en-MY" sz="2400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MY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400" dirty="0"/>
                  <a:t> and </a:t>
                </a:r>
                <a14:m>
                  <m:oMath xmlns:m="http://schemas.openxmlformats.org/officeDocument/2006/math">
                    <m:r>
                      <a:rPr lang="en-MY" sz="24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MY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400" dirty="0"/>
                  <a:t> with the tuple </a:t>
                </a:r>
                <a14:m>
                  <m:oMath xmlns:m="http://schemas.openxmlformats.org/officeDocument/2006/math">
                    <m:r>
                      <a:rPr lang="en-MY" sz="2400" b="1" i="0">
                        <a:latin typeface="Cambria Math" panose="02040503050406030204" pitchFamily="18" charset="0"/>
                      </a:rPr>
                      <m:t>𝐚</m:t>
                    </m:r>
                  </m:oMath>
                </a14:m>
                <a:r>
                  <a:rPr lang="en-MY" sz="2400" dirty="0"/>
                  <a:t> be the pre-defined set and </a:t>
                </a:r>
                <a14:m>
                  <m:oMath xmlns:m="http://schemas.openxmlformats.org/officeDocument/2006/math">
                    <m:r>
                      <a:rPr lang="en-MY" sz="24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MY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MY" sz="24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400" dirty="0"/>
                  <a:t>The sum of the elements in the knapsack is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MY" sz="2400" b="0" i="0" smtClean="0">
                          <a:latin typeface="Cambria Math" panose="02040503050406030204" pitchFamily="18" charset="0"/>
                        </a:rPr>
                        <m:t>knapsackSum</m:t>
                      </m:r>
                      <m:d>
                        <m:dPr>
                          <m:ctrlPr>
                            <a:rPr lang="en-MY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2400" b="1" i="0" smtClean="0"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 lang="en-MY" sz="2400" b="1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MY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MY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MY" sz="2400" dirty="0"/>
              </a:p>
              <a:p>
                <a:pPr marL="0" indent="0" algn="just">
                  <a:buNone/>
                </a:pPr>
                <a:endParaRPr lang="en-MY" sz="2400" dirty="0"/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sz="2400" dirty="0"/>
                  <a:t>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400">
                        <a:latin typeface="Cambria Math" panose="02040503050406030204" pitchFamily="18" charset="0"/>
                      </a:rPr>
                      <m:t>knapsack</m:t>
                    </m:r>
                    <m:r>
                      <m:rPr>
                        <m:sty m:val="p"/>
                      </m:rPr>
                      <a:rPr lang="en-MY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MY" sz="2400">
                        <a:latin typeface="Cambria Math" panose="02040503050406030204" pitchFamily="18" charset="0"/>
                      </a:rPr>
                      <m:t>um</m:t>
                    </m:r>
                    <m:d>
                      <m:dPr>
                        <m:ctrlPr>
                          <a:rPr lang="en-MY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MY" sz="2400" b="1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400" b="1" i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MY" sz="2400" b="1" i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 sz="2400" dirty="0"/>
                  <a:t>is a </a:t>
                </a:r>
                <a:r>
                  <a:rPr lang="en-MY" sz="2400" b="1" dirty="0">
                    <a:solidFill>
                      <a:srgbClr val="FF0000"/>
                    </a:solidFill>
                  </a:rPr>
                  <a:t>one-way function </a:t>
                </a:r>
                <a:r>
                  <a:rPr lang="en-MY" sz="2400" dirty="0"/>
                  <a:t>if the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MY" sz="2400" dirty="0"/>
                  <a:t>-tuples </a:t>
                </a:r>
                <a14:m>
                  <m:oMath xmlns:m="http://schemas.openxmlformats.org/officeDocument/2006/math">
                    <m:r>
                      <a:rPr lang="en-MY" sz="2400" b="1" i="0" smtClean="0">
                        <a:latin typeface="Cambria Math" panose="02040503050406030204" pitchFamily="18" charset="0"/>
                      </a:rPr>
                      <m:t>𝐚</m:t>
                    </m:r>
                  </m:oMath>
                </a14:m>
                <a:r>
                  <a:rPr lang="en-MY" sz="2400" dirty="0"/>
                  <a:t> is a general tuple (</a:t>
                </a:r>
                <a:r>
                  <a:rPr lang="en-MY" sz="2400" b="1" dirty="0">
                    <a:solidFill>
                      <a:srgbClr val="00B050"/>
                    </a:solidFill>
                  </a:rPr>
                  <a:t>public parameter</a:t>
                </a:r>
                <a:r>
                  <a:rPr lang="en-MY" sz="2400" dirty="0"/>
                  <a:t>).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7" t="-1100" r="-93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5130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898252A-BDF4-DE41-0675-3D42055ECA0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MY" b="1" dirty="0">
                    <a:solidFill>
                      <a:srgbClr val="0000FF"/>
                    </a:solidFill>
                  </a:rPr>
                  <a:t>Knapsack</a:t>
                </a:r>
                <a:r>
                  <a:rPr lang="en-MY" b="1" dirty="0"/>
                  <a:t> fun</a:t>
                </a:r>
                <a:r>
                  <a:rPr lang="en-MY" b="1" dirty="0"/>
                  <a:t> </a:t>
                </a:r>
                <a14:m>
                  <m:oMath xmlns:m="http://schemas.openxmlformats.org/officeDocument/2006/math">
                    <m:r>
                      <a:rPr lang="en-MY" b="1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dirty="0"/>
                  <a:t> and </a:t>
                </a:r>
                <a14:m>
                  <m:oMath xmlns:m="http://schemas.openxmlformats.org/officeDocument/2006/math">
                    <m:r>
                      <a:rPr lang="en-MY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dirty="0"/>
                  <a:t> </a:t>
                </a:r>
                <a:r>
                  <a:rPr lang="en-MY" b="1" dirty="0"/>
                  <a:t>ction &amp; </a:t>
                </a:r>
                <a:r>
                  <a:rPr lang="en-MY" b="1" dirty="0">
                    <a:solidFill>
                      <a:srgbClr val="FF0000"/>
                    </a:solidFill>
                  </a:rPr>
                  <a:t>inverse</a:t>
                </a:r>
                <a:endParaRPr lang="en-MY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898252A-BDF4-DE41-0675-3D42055ECA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42" b="-351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>
            <a:extLst>
              <a:ext uri="{FF2B5EF4-FFF2-40B4-BE49-F238E27FC236}">
                <a16:creationId xmlns:a16="http://schemas.microsoft.com/office/drawing/2014/main" id="{A20E1277-300D-EC40-82BC-2A9A4EABE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t="7452"/>
          <a:stretch>
            <a:fillRect/>
          </a:stretch>
        </p:blipFill>
        <p:spPr bwMode="auto">
          <a:xfrm>
            <a:off x="1050880" y="1871279"/>
            <a:ext cx="9810604" cy="4195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985554" y="5216434"/>
            <a:ext cx="1595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 have x, a, k</a:t>
            </a:r>
          </a:p>
          <a:p>
            <a:r>
              <a:rPr lang="en-US" dirty="0" smtClean="0"/>
              <a:t>Find S</a:t>
            </a:r>
            <a:endParaRPr lang="en-MY" dirty="0"/>
          </a:p>
        </p:txBody>
      </p:sp>
      <p:sp>
        <p:nvSpPr>
          <p:cNvPr id="5" name="TextBox 4"/>
          <p:cNvSpPr txBox="1"/>
          <p:nvPr/>
        </p:nvSpPr>
        <p:spPr>
          <a:xfrm>
            <a:off x="9710057" y="1245326"/>
            <a:ext cx="1633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 have S, a, k</a:t>
            </a:r>
          </a:p>
          <a:p>
            <a:r>
              <a:rPr lang="en-US" dirty="0" smtClean="0"/>
              <a:t>Find x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3956087" y="3244334"/>
                <a:ext cx="42798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MY" b="1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dirty="0"/>
                  <a:t> and </a:t>
                </a:r>
                <a14:m>
                  <m:oMath xmlns:m="http://schemas.openxmlformats.org/officeDocument/2006/math">
                    <m:r>
                      <a:rPr lang="en-MY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dirty="0"/>
                  <a:t> </a:t>
                </a:r>
                <a:endParaRPr lang="en-MY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087" y="3244334"/>
                <a:ext cx="4279826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985554" y="6112928"/>
                <a:ext cx="42157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MY" b="1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dirty="0"/>
                  <a:t> and </a:t>
                </a:r>
                <a14:m>
                  <m:oMath xmlns:m="http://schemas.openxmlformats.org/officeDocument/2006/math">
                    <m:r>
                      <a:rPr lang="en-MY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MY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554" y="6112928"/>
                <a:ext cx="4215706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44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Knapsack</a:t>
            </a:r>
            <a:r>
              <a:rPr lang="en-MY" b="1" dirty="0"/>
              <a:t> function &amp; </a:t>
            </a:r>
            <a:r>
              <a:rPr lang="en-MY" b="1" dirty="0">
                <a:solidFill>
                  <a:srgbClr val="FF0000"/>
                </a:solidFill>
              </a:rPr>
              <a:t>inverse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sz="2400" dirty="0"/>
                  <a:t>For the knapsack function to be invertible, the required trapdoor is that the general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MY" sz="2400" dirty="0"/>
                  <a:t>-tuples </a:t>
                </a:r>
                <a14:m>
                  <m:oMath xmlns:m="http://schemas.openxmlformats.org/officeDocument/2006/math">
                    <m:r>
                      <a:rPr lang="en-MY" sz="2400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MY" sz="24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400" dirty="0"/>
                  <a:t> is a </a:t>
                </a:r>
                <a:r>
                  <a:rPr lang="en-MY" sz="2400" b="1" dirty="0">
                    <a:solidFill>
                      <a:srgbClr val="0000FF"/>
                    </a:solidFill>
                  </a:rPr>
                  <a:t>super-increasing</a:t>
                </a:r>
                <a:r>
                  <a:rPr lang="en-MY" sz="2400" b="1" dirty="0"/>
                  <a:t> </a:t>
                </a:r>
                <a:r>
                  <a:rPr lang="en-MY" sz="2400" dirty="0"/>
                  <a:t>tuple, such that: 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MY" sz="2400" dirty="0"/>
              </a:p>
              <a:p>
                <a:pPr marL="0" indent="0" algn="just">
                  <a:buNone/>
                </a:pPr>
                <a:r>
                  <a:rPr lang="en-US" sz="2400" dirty="0" smtClean="0"/>
                  <a:t>{2, 3, 7, 13, 30} : 7 &gt; 2+3;  13 &gt; 2+3+7; ….</a:t>
                </a:r>
                <a:endParaRPr lang="en-MY" sz="2400" dirty="0"/>
              </a:p>
              <a:p>
                <a:pPr algn="just"/>
                <a:r>
                  <a:rPr lang="en-MY" sz="2400" dirty="0"/>
                  <a:t>In other words, </a:t>
                </a:r>
                <a:r>
                  <a:rPr lang="en-US" sz="2400" dirty="0"/>
                  <a:t>each element (except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) is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greater than or equal to </a:t>
                </a:r>
                <a:r>
                  <a:rPr lang="en-US" sz="2400" dirty="0"/>
                  <a:t>the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sum of all previous elements</a:t>
                </a:r>
                <a:r>
                  <a:rPr lang="en-US" sz="24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2" t="-963" r="-93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9195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Knapsack</a:t>
            </a:r>
            <a:r>
              <a:rPr lang="en-MY" b="1" dirty="0"/>
              <a:t> function &amp; </a:t>
            </a:r>
            <a:r>
              <a:rPr lang="en-MY" b="1" dirty="0">
                <a:solidFill>
                  <a:srgbClr val="FF0000"/>
                </a:solidFill>
              </a:rPr>
              <a:t>inverse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879" y="1825624"/>
                <a:ext cx="9810604" cy="4766765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sz="2400" b="1" dirty="0">
                    <a:solidFill>
                      <a:srgbClr val="0070C0"/>
                    </a:solidFill>
                  </a:rPr>
                  <a:t>Example 1</a:t>
                </a:r>
                <a:r>
                  <a:rPr lang="en-MY" sz="2400" dirty="0"/>
                  <a:t>: Given tuple </a:t>
                </a:r>
                <a14:m>
                  <m:oMath xmlns:m="http://schemas.openxmlformats.org/officeDocument/2006/math">
                    <m:r>
                      <a:rPr lang="en-MY" sz="2400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MY" sz="24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17,25,46,94,201,400</m:t>
                        </m:r>
                      </m:e>
                    </m:d>
                  </m:oMath>
                </a14:m>
                <a:r>
                  <a:rPr lang="en-MY" sz="2400" dirty="0"/>
                  <a:t> and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=272</m:t>
                    </m:r>
                  </m:oMath>
                </a14:m>
                <a:r>
                  <a:rPr lang="en-MY" sz="2400" dirty="0"/>
                  <a:t>. Find the tuple </a:t>
                </a:r>
                <a14:m>
                  <m:oMath xmlns:m="http://schemas.openxmlformats.org/officeDocument/2006/math">
                    <m:r>
                      <a:rPr lang="en-MY" sz="2400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MY" sz="2400" b="1" dirty="0"/>
                  <a:t> </a:t>
                </a:r>
                <a:r>
                  <a:rPr lang="en-MY" sz="2400" dirty="0"/>
                  <a:t>such that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400" b="1" i="0" smtClean="0">
                        <a:latin typeface="Cambria Math" panose="02040503050406030204" pitchFamily="18" charset="0"/>
                      </a:rPr>
                      <m:t>𝐚𝐱</m:t>
                    </m:r>
                  </m:oMath>
                </a14:m>
                <a:r>
                  <a:rPr lang="en-MY" sz="2400" b="1" dirty="0"/>
                  <a:t> </a:t>
                </a:r>
                <a:r>
                  <a:rPr lang="en-MY" sz="2400" dirty="0"/>
                  <a:t>using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400" b="0" i="0" smtClean="0">
                        <a:latin typeface="Cambria Math" panose="02040503050406030204" pitchFamily="18" charset="0"/>
                      </a:rPr>
                      <m:t>inv</m:t>
                    </m:r>
                    <m:r>
                      <a:rPr lang="en-MY" sz="2400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MY" sz="2400">
                        <a:latin typeface="Cambria Math" panose="02040503050406030204" pitchFamily="18" charset="0"/>
                      </a:rPr>
                      <m:t>knapsackSum</m:t>
                    </m:r>
                  </m:oMath>
                </a14:m>
                <a:r>
                  <a:rPr lang="en-MY" sz="2400" dirty="0"/>
                  <a:t> algorithm.</a:t>
                </a:r>
              </a:p>
              <a:p>
                <a:pPr marL="0" indent="0" algn="just">
                  <a:buNone/>
                </a:pPr>
                <a:r>
                  <a:rPr lang="en-US" sz="2400" dirty="0" smtClean="0"/>
                  <a:t>Intuitively , 272 = 201 + 46 + 25</a:t>
                </a:r>
                <a:endParaRPr lang="en-MY" sz="2400" dirty="0"/>
              </a:p>
              <a:p>
                <a:pPr marL="0" indent="0" algn="just">
                  <a:buNone/>
                </a:pPr>
                <a:endParaRPr lang="en-MY" sz="2400" dirty="0"/>
              </a:p>
              <a:p>
                <a:pPr marL="0" indent="0" algn="just">
                  <a:buNone/>
                </a:pPr>
                <a:endParaRPr lang="en-MY" sz="2400" dirty="0"/>
              </a:p>
              <a:p>
                <a:pPr marL="0" indent="0" algn="just">
                  <a:buNone/>
                </a:pPr>
                <a:endParaRPr lang="en-MY" sz="2400" dirty="0"/>
              </a:p>
              <a:p>
                <a:pPr marL="0" indent="0" algn="just">
                  <a:buNone/>
                </a:pPr>
                <a:endParaRPr lang="en-MY" sz="2400" dirty="0"/>
              </a:p>
              <a:p>
                <a:pPr marL="0" indent="0" algn="just">
                  <a:buNone/>
                </a:pPr>
                <a:endParaRPr lang="en-MY" sz="2400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sz="2400" dirty="0" smtClean="0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sz="2400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dirty="0" smtClean="0"/>
                  <a:t>The solution </a:t>
                </a:r>
                <a14:m>
                  <m:oMath xmlns:m="http://schemas.openxmlformats.org/officeDocument/2006/math">
                    <m:r>
                      <a:rPr lang="en-MY" sz="24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0,1,1,0,1,0</m:t>
                        </m:r>
                      </m:e>
                    </m:d>
                  </m:oMath>
                </a14:m>
                <a:r>
                  <a:rPr lang="en-MY" sz="2400" dirty="0"/>
                  <a:t>, and </a:t>
                </a:r>
                <a14:m>
                  <m:oMath xmlns:m="http://schemas.openxmlformats.org/officeDocument/2006/math">
                    <m:r>
                      <a:rPr lang="en-MY" sz="2400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MY" sz="24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25,46,201</m:t>
                        </m:r>
                      </m:e>
                    </m:d>
                  </m:oMath>
                </a14:m>
                <a:r>
                  <a:rPr lang="en-MY" sz="2400" dirty="0"/>
                  <a:t> are in the knapsack</a:t>
                </a:r>
                <a:r>
                  <a:rPr lang="en-MY" sz="2400" dirty="0" smtClean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400" dirty="0" smtClean="0"/>
                  <a:t>272 =25+46 + 201</a:t>
                </a:r>
                <a:endParaRPr lang="en-MY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879" y="1825624"/>
                <a:ext cx="9810604" cy="4766765"/>
              </a:xfrm>
              <a:blipFill>
                <a:blip r:embed="rId2"/>
                <a:stretch>
                  <a:fillRect l="-807" t="-2046" r="-74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96A7D5B-526E-0ED4-A1D6-177D6E4C7C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7794062"/>
                  </p:ext>
                </p:extLst>
              </p:nvPr>
            </p:nvGraphicFramePr>
            <p:xfrm>
              <a:off x="1050879" y="2852839"/>
              <a:ext cx="9810605" cy="2731620"/>
            </p:xfrm>
            <a:graphic>
              <a:graphicData uri="http://schemas.openxmlformats.org/drawingml/2006/table">
                <a:tbl>
                  <a:tblPr firstRow="1" firstCol="1" bandRow="1">
                    <a:tableStyleId>{8799B23B-EC83-4686-B30A-512413B5E67A}</a:tableStyleId>
                  </a:tblPr>
                  <a:tblGrid>
                    <a:gridCol w="1622074">
                      <a:extLst>
                        <a:ext uri="{9D8B030D-6E8A-4147-A177-3AD203B41FA5}">
                          <a16:colId xmlns:a16="http://schemas.microsoft.com/office/drawing/2014/main" val="2744843060"/>
                        </a:ext>
                      </a:extLst>
                    </a:gridCol>
                    <a:gridCol w="1977424">
                      <a:extLst>
                        <a:ext uri="{9D8B030D-6E8A-4147-A177-3AD203B41FA5}">
                          <a16:colId xmlns:a16="http://schemas.microsoft.com/office/drawing/2014/main" val="3683203003"/>
                        </a:ext>
                      </a:extLst>
                    </a:gridCol>
                    <a:gridCol w="1279538">
                      <a:extLst>
                        <a:ext uri="{9D8B030D-6E8A-4147-A177-3AD203B41FA5}">
                          <a16:colId xmlns:a16="http://schemas.microsoft.com/office/drawing/2014/main" val="1768194059"/>
                        </a:ext>
                      </a:extLst>
                    </a:gridCol>
                    <a:gridCol w="1650263">
                      <a:extLst>
                        <a:ext uri="{9D8B030D-6E8A-4147-A177-3AD203B41FA5}">
                          <a16:colId xmlns:a16="http://schemas.microsoft.com/office/drawing/2014/main" val="3281054083"/>
                        </a:ext>
                      </a:extLst>
                    </a:gridCol>
                    <a:gridCol w="1110976">
                      <a:extLst>
                        <a:ext uri="{9D8B030D-6E8A-4147-A177-3AD203B41FA5}">
                          <a16:colId xmlns:a16="http://schemas.microsoft.com/office/drawing/2014/main" val="2951794343"/>
                        </a:ext>
                      </a:extLst>
                    </a:gridCol>
                    <a:gridCol w="2170330">
                      <a:extLst>
                        <a:ext uri="{9D8B030D-6E8A-4147-A177-3AD203B41FA5}">
                          <a16:colId xmlns:a16="http://schemas.microsoft.com/office/drawing/2014/main" val="654276201"/>
                        </a:ext>
                      </a:extLst>
                    </a:gridCol>
                  </a:tblGrid>
                  <a:tr h="41818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 Unicode M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sz="2200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2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 Unicode M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 Unicode M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sz="220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MY" sz="2200" i="1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2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sz="22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 Unicode M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sz="2200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sz="2200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MY" sz="2200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 Unicode M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sz="220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sz="220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sz="220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1" i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MY" sz="2200" i="1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sz="220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MY" sz="2200" b="1" i="1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2200" b="1" i="1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MY" sz="2200" b="1" i="1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 Unicode MS"/>
                            </a:rPr>
                            <a:t>)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 Unicode M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62976579"/>
                      </a:ext>
                    </a:extLst>
                  </a:tr>
                  <a:tr h="3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</a:rPr>
                            <a:t>6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sz="2200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=400</m:t>
                                </m:r>
                              </m:oMath>
                            </m:oMathPara>
                          </a14:m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 Unicode M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272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sz="2200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sz="2200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200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  <m:r>
                                  <a:rPr lang="en-US" sz="2200" b="1" i="1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1" i="1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272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2984506"/>
                      </a:ext>
                    </a:extLst>
                  </a:tr>
                  <a:tr h="3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</a:rPr>
                            <a:t>5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201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272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Yes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272 -201 = 71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72558282"/>
                      </a:ext>
                    </a:extLst>
                  </a:tr>
                  <a:tr h="3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</a:rPr>
                            <a:t>4</a:t>
                          </a:r>
                          <a:endParaRPr lang="en-MY" sz="22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94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71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No 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71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30025317"/>
                      </a:ext>
                    </a:extLst>
                  </a:tr>
                  <a:tr h="3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</a:rPr>
                            <a:t>3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46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71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Yes 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71-</a:t>
                          </a:r>
                          <a:r>
                            <a:rPr lang="en-MY" sz="220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 46 = </a:t>
                          </a: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25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57075544"/>
                      </a:ext>
                    </a:extLst>
                  </a:tr>
                  <a:tr h="3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</a:rPr>
                            <a:t>2</a:t>
                          </a:r>
                          <a:endParaRPr lang="en-MY" sz="22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Yes 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25-25</a:t>
                          </a:r>
                          <a:r>
                            <a:rPr lang="en-MY" sz="220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 = </a:t>
                          </a: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0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23329897"/>
                      </a:ext>
                    </a:extLst>
                  </a:tr>
                  <a:tr h="3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</a:rPr>
                            <a:t>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sz="2200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=17</m:t>
                                </m:r>
                              </m:oMath>
                            </m:oMathPara>
                          </a14:m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 Unicode M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805341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96A7D5B-526E-0ED4-A1D6-177D6E4C7C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7794062"/>
                  </p:ext>
                </p:extLst>
              </p:nvPr>
            </p:nvGraphicFramePr>
            <p:xfrm>
              <a:off x="1050879" y="2852839"/>
              <a:ext cx="9810605" cy="2731620"/>
            </p:xfrm>
            <a:graphic>
              <a:graphicData uri="http://schemas.openxmlformats.org/drawingml/2006/table">
                <a:tbl>
                  <a:tblPr firstRow="1" firstCol="1" bandRow="1">
                    <a:tableStyleId>{8799B23B-EC83-4686-B30A-512413B5E67A}</a:tableStyleId>
                  </a:tblPr>
                  <a:tblGrid>
                    <a:gridCol w="1622074">
                      <a:extLst>
                        <a:ext uri="{9D8B030D-6E8A-4147-A177-3AD203B41FA5}">
                          <a16:colId xmlns:a16="http://schemas.microsoft.com/office/drawing/2014/main" val="2744843060"/>
                        </a:ext>
                      </a:extLst>
                    </a:gridCol>
                    <a:gridCol w="1977424">
                      <a:extLst>
                        <a:ext uri="{9D8B030D-6E8A-4147-A177-3AD203B41FA5}">
                          <a16:colId xmlns:a16="http://schemas.microsoft.com/office/drawing/2014/main" val="3683203003"/>
                        </a:ext>
                      </a:extLst>
                    </a:gridCol>
                    <a:gridCol w="1279538">
                      <a:extLst>
                        <a:ext uri="{9D8B030D-6E8A-4147-A177-3AD203B41FA5}">
                          <a16:colId xmlns:a16="http://schemas.microsoft.com/office/drawing/2014/main" val="1768194059"/>
                        </a:ext>
                      </a:extLst>
                    </a:gridCol>
                    <a:gridCol w="1650263">
                      <a:extLst>
                        <a:ext uri="{9D8B030D-6E8A-4147-A177-3AD203B41FA5}">
                          <a16:colId xmlns:a16="http://schemas.microsoft.com/office/drawing/2014/main" val="3281054083"/>
                        </a:ext>
                      </a:extLst>
                    </a:gridCol>
                    <a:gridCol w="1110976">
                      <a:extLst>
                        <a:ext uri="{9D8B030D-6E8A-4147-A177-3AD203B41FA5}">
                          <a16:colId xmlns:a16="http://schemas.microsoft.com/office/drawing/2014/main" val="2951794343"/>
                        </a:ext>
                      </a:extLst>
                    </a:gridCol>
                    <a:gridCol w="2170330">
                      <a:extLst>
                        <a:ext uri="{9D8B030D-6E8A-4147-A177-3AD203B41FA5}">
                          <a16:colId xmlns:a16="http://schemas.microsoft.com/office/drawing/2014/main" val="654276201"/>
                        </a:ext>
                      </a:extLst>
                    </a:gridCol>
                  </a:tblGrid>
                  <a:tr h="4181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6" t="-11594" r="-506391" b="-5840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2154" t="-11594" r="-314462" b="-5840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81905" t="-11594" r="-386667" b="-5840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95941" t="-11594" r="-199631" b="-5840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89560" t="-11594" r="-197253" b="-5840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52528" t="-11594" r="-843" b="-5840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2976579"/>
                      </a:ext>
                    </a:extLst>
                  </a:tr>
                  <a:tr h="3855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</a:rPr>
                            <a:t>6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2154" t="-122222" r="-314462" b="-539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272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89560" t="-122222" r="-197253" b="-539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272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2984506"/>
                      </a:ext>
                    </a:extLst>
                  </a:tr>
                  <a:tr h="3855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</a:rPr>
                            <a:t>5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201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272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Yes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272 -201 = 71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72558282"/>
                      </a:ext>
                    </a:extLst>
                  </a:tr>
                  <a:tr h="3855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</a:rPr>
                            <a:t>4</a:t>
                          </a:r>
                          <a:endParaRPr lang="en-MY" sz="22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94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71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No 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71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30025317"/>
                      </a:ext>
                    </a:extLst>
                  </a:tr>
                  <a:tr h="3855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</a:rPr>
                            <a:t>3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46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71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Yes 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71-</a:t>
                          </a:r>
                          <a:r>
                            <a:rPr lang="en-MY" sz="220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 46 = </a:t>
                          </a: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25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57075544"/>
                      </a:ext>
                    </a:extLst>
                  </a:tr>
                  <a:tr h="3855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</a:rPr>
                            <a:t>2</a:t>
                          </a:r>
                          <a:endParaRPr lang="en-MY" sz="22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25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Yes 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25-25</a:t>
                          </a:r>
                          <a:r>
                            <a:rPr lang="en-MY" sz="220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 = </a:t>
                          </a: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0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23329897"/>
                      </a:ext>
                    </a:extLst>
                  </a:tr>
                  <a:tr h="3855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</a:rPr>
                            <a:t>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+mn-lt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2154" t="-615625" r="-314462" b="-34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No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Arial Unicode MS"/>
                              <a:cs typeface="Arial" panose="020B0604020202020204" pitchFamily="34" charset="0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805341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561806" y="226423"/>
                <a:ext cx="292003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1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MY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MY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17,25,46,94,201,400</m:t>
                          </m:r>
                        </m:e>
                      </m:d>
                    </m:oMath>
                  </m:oMathPara>
                </a14:m>
                <a:endParaRPr lang="en-MY" dirty="0" smtClean="0"/>
              </a:p>
              <a:p>
                <a:r>
                  <a:rPr lang="en-US" dirty="0" smtClean="0"/>
                  <a:t>  x =   0 , 1,   1, 0,  1,     0</a:t>
                </a:r>
                <a:endParaRPr lang="en-MY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1806" y="226423"/>
                <a:ext cx="2920030" cy="646331"/>
              </a:xfrm>
              <a:prstGeom prst="rect">
                <a:avLst/>
              </a:prstGeom>
              <a:blipFill>
                <a:blip r:embed="rId4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830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753" y="174173"/>
            <a:ext cx="9810604" cy="809896"/>
          </a:xfrm>
        </p:spPr>
        <p:txBody>
          <a:bodyPr>
            <a:normAutofit fontScale="90000"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Knapsack</a:t>
            </a:r>
            <a:r>
              <a:rPr lang="en-MY" b="1" dirty="0"/>
              <a:t> cryptosystem – </a:t>
            </a:r>
            <a:r>
              <a:rPr lang="en-MY" b="1" dirty="0">
                <a:solidFill>
                  <a:srgbClr val="FF0000"/>
                </a:solidFill>
              </a:rPr>
              <a:t>overview </a:t>
            </a:r>
            <a:endParaRPr lang="en-MY" dirty="0"/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745E9752-4F7E-7EA4-3167-F148FC717A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1826" y="1540600"/>
            <a:ext cx="855262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01120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Knapsack</a:t>
            </a:r>
            <a:r>
              <a:rPr lang="en-MY" b="1" dirty="0"/>
              <a:t> cryptosystem – </a:t>
            </a:r>
            <a:br>
              <a:rPr lang="en-MY" b="1" dirty="0"/>
            </a:br>
            <a:r>
              <a:rPr lang="en-MY" b="1" dirty="0">
                <a:solidFill>
                  <a:srgbClr val="00B050"/>
                </a:solidFill>
              </a:rPr>
              <a:t>key generation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dirty="0"/>
                  <a:t>Create a </a:t>
                </a:r>
                <a:r>
                  <a:rPr lang="en-US" sz="2200" b="1" dirty="0">
                    <a:solidFill>
                      <a:srgbClr val="7030A0"/>
                    </a:solidFill>
                  </a:rPr>
                  <a:t>super-increasing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MY" sz="22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-tuple </a:t>
                </a:r>
                <a14:m>
                  <m:oMath xmlns:m="http://schemas.openxmlformats.org/officeDocument/2006/math">
                    <m:r>
                      <a:rPr lang="en-MY" sz="2200" b="1">
                        <a:latin typeface="Cambria Math" panose="02040503050406030204" pitchFamily="18" charset="0"/>
                      </a:rPr>
                      <m:t>𝐛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MY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.</a:t>
                </a:r>
                <a:endParaRPr lang="en-MY" sz="2200" dirty="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dirty="0"/>
                  <a:t>Choose a modulus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, such that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MY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dirty="0"/>
                  <a:t>Select a random integer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200" b="1" dirty="0"/>
                  <a:t> </a:t>
                </a:r>
                <a:r>
                  <a:rPr lang="en-US" sz="2200" dirty="0"/>
                  <a:t>that is relatively prime with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200" dirty="0" smtClean="0"/>
                  <a:t>.  </a:t>
                </a:r>
                <a:r>
                  <a:rPr lang="en-US" sz="2200" dirty="0" err="1" smtClean="0"/>
                  <a:t>gcd</a:t>
                </a:r>
                <a:r>
                  <a:rPr lang="en-US" sz="2200" dirty="0" smtClean="0"/>
                  <a:t>(</a:t>
                </a:r>
                <a:r>
                  <a:rPr lang="en-US" sz="2200" dirty="0" err="1" smtClean="0"/>
                  <a:t>r,n</a:t>
                </a:r>
                <a:r>
                  <a:rPr lang="en-US" sz="2200" dirty="0" smtClean="0"/>
                  <a:t>) = 1</a:t>
                </a:r>
                <a:endParaRPr lang="en-US" sz="22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/>
                  <a:t>Create a temporary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-tuple </a:t>
                </a:r>
                <a14:m>
                  <m:oMath xmlns:m="http://schemas.openxmlformats.org/officeDocument/2006/math">
                    <m:r>
                      <a:rPr lang="en-MY" sz="2200" b="1" i="0" smtClean="0">
                        <a:latin typeface="Cambria Math" panose="02040503050406030204" pitchFamily="18" charset="0"/>
                      </a:rPr>
                      <m:t>𝐭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 such that</a:t>
                </a:r>
                <a:br>
                  <a:rPr lang="en-US" sz="2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MY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MY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200" dirty="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dirty="0"/>
                  <a:t>Select a permutation of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 objects and find a new tuple </a:t>
                </a:r>
                <a14:m>
                  <m:oMath xmlns:m="http://schemas.openxmlformats.org/officeDocument/2006/math">
                    <m:r>
                      <a:rPr lang="en-MY" sz="2200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 sz="2200" b="0" i="0" smtClean="0">
                        <a:latin typeface="Cambria Math" panose="02040503050406030204" pitchFamily="18" charset="0"/>
                      </a:rPr>
                      <m:t>Per</m:t>
                    </m:r>
                    <m:d>
                      <m:dPr>
                        <m:ctrlPr>
                          <a:rPr lang="en-MY" sz="2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1" i="0" smtClean="0"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</m:d>
                  </m:oMath>
                </a14:m>
                <a:r>
                  <a:rPr lang="en-MY" sz="2200" b="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dirty="0"/>
                  <a:t>The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public key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/>
                  <a:t>is the </a:t>
                </a:r>
                <a14:m>
                  <m:oMath xmlns:m="http://schemas.openxmlformats.org/officeDocument/2006/math">
                    <m:r>
                      <a:rPr lang="en-MY" sz="2200" b="1" i="0" smtClean="0">
                        <a:latin typeface="Cambria Math" panose="02040503050406030204" pitchFamily="18" charset="0"/>
                      </a:rPr>
                      <m:t>𝐚</m:t>
                    </m:r>
                  </m:oMath>
                </a14:m>
                <a:r>
                  <a:rPr lang="en-US" sz="2200" dirty="0"/>
                  <a:t>. The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private key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/>
                  <a:t>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200" b="1" i="0" smtClean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d>
                  </m:oMath>
                </a14:m>
                <a:r>
                  <a:rPr lang="en-US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3" t="-68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826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Knapsack</a:t>
            </a:r>
            <a:r>
              <a:rPr lang="en-MY" b="1" dirty="0"/>
              <a:t> cryptosystem – </a:t>
            </a:r>
            <a:br>
              <a:rPr lang="en-MY" b="1" dirty="0"/>
            </a:br>
            <a:r>
              <a:rPr lang="en-MY" b="1" dirty="0">
                <a:solidFill>
                  <a:srgbClr val="00B050"/>
                </a:solidFill>
              </a:rPr>
              <a:t>encryption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200" dirty="0"/>
                  <a:t>Suppose Alice wishes to send a message to Bob: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dirty="0"/>
                  <a:t>Alice converts her message to a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-tuple </a:t>
                </a:r>
                <a14:m>
                  <m:oMath xmlns:m="http://schemas.openxmlformats.org/officeDocument/2006/math">
                    <m:r>
                      <a:rPr lang="en-MY" sz="22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 in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b="1" dirty="0"/>
                  <a:t> </a:t>
                </a:r>
                <a:r>
                  <a:rPr lang="en-US" sz="2200" dirty="0"/>
                  <a:t>is either 0 or 1. The</a:t>
                </a:r>
                <a:r>
                  <a:rPr lang="en-US" sz="2200" b="1" dirty="0"/>
                  <a:t> </a:t>
                </a:r>
                <a:r>
                  <a:rPr lang="en-US" sz="2200" dirty="0"/>
                  <a:t>tuple</a:t>
                </a:r>
                <a:r>
                  <a:rPr lang="en-US" sz="2200" b="1" dirty="0"/>
                  <a:t> </a:t>
                </a:r>
                <a14:m>
                  <m:oMath xmlns:m="http://schemas.openxmlformats.org/officeDocument/2006/math">
                    <m:r>
                      <a:rPr lang="en-MY" sz="2200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MY" sz="22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is the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plaintext</a:t>
                </a:r>
                <a:r>
                  <a:rPr lang="en-US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dirty="0"/>
                  <a:t>Alice uses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200">
                        <a:latin typeface="Cambria Math" panose="02040503050406030204" pitchFamily="18" charset="0"/>
                      </a:rPr>
                      <m:t>knapsackSum</m:t>
                    </m:r>
                  </m:oMath>
                </a14:m>
                <a:r>
                  <a:rPr lang="en-US" sz="2200" dirty="0"/>
                  <a:t> algorithm to calculate</a:t>
                </a:r>
                <a:r>
                  <a:rPr lang="en-MY" sz="2200" b="0" dirty="0"/>
                  <a:t>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00" dirty="0"/>
                  <a:t>. She then sends the value of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00" dirty="0"/>
                  <a:t> as the </a:t>
                </a:r>
                <a:r>
                  <a:rPr lang="en-US" sz="2200" b="1" dirty="0">
                    <a:solidFill>
                      <a:srgbClr val="0000FF"/>
                    </a:solidFill>
                  </a:rPr>
                  <a:t>ciphertext</a:t>
                </a:r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3" t="-688" r="-74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8117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Knapsack</a:t>
            </a:r>
            <a:r>
              <a:rPr lang="en-MY" b="1" dirty="0"/>
              <a:t> cryptosystem – </a:t>
            </a:r>
            <a:br>
              <a:rPr lang="en-MY" b="1" dirty="0"/>
            </a:br>
            <a:r>
              <a:rPr lang="en-MY" b="1" dirty="0">
                <a:solidFill>
                  <a:srgbClr val="00B050"/>
                </a:solidFill>
              </a:rPr>
              <a:t>decryption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 algn="just">
                  <a:buFont typeface="+mj-lt"/>
                  <a:buAutoNum type="arabicPeriod"/>
                </a:pPr>
                <a:r>
                  <a:rPr lang="en-US" sz="2200" dirty="0"/>
                  <a:t>Bob receives the ciphertext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sz="2200" dirty="0"/>
                  <a:t>Bob calculates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200" dirty="0"/>
                  <a:t>.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sz="2200" dirty="0"/>
                  <a:t>Bob uses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200">
                        <a:latin typeface="Cambria Math" panose="02040503050406030204" pitchFamily="18" charset="0"/>
                      </a:rPr>
                      <m:t>inv</m:t>
                    </m:r>
                    <m:r>
                      <a:rPr lang="en-MY" sz="220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MY" sz="2200">
                        <a:latin typeface="Cambria Math" panose="02040503050406030204" pitchFamily="18" charset="0"/>
                      </a:rPr>
                      <m:t>knapsackSum</m:t>
                    </m:r>
                  </m:oMath>
                </a14:m>
                <a:r>
                  <a:rPr lang="en-MY" sz="2200" dirty="0"/>
                  <a:t> </a:t>
                </a:r>
                <a:r>
                  <a:rPr lang="en-US" sz="2200" dirty="0"/>
                  <a:t>algorithm to create</a:t>
                </a:r>
                <a:r>
                  <a:rPr lang="en-MY" sz="22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MY" sz="2200" b="1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200" dirty="0"/>
                  <a:t>.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sz="2200" dirty="0"/>
                  <a:t>Bob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permutes</a:t>
                </a:r>
                <a:r>
                  <a:rPr lang="en-US" sz="22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MY" sz="2200" b="1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200" dirty="0"/>
                  <a:t> to find </a:t>
                </a:r>
                <a14:m>
                  <m:oMath xmlns:m="http://schemas.openxmlformats.org/officeDocument/2006/math">
                    <m:r>
                      <a:rPr lang="en-MY" sz="2200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sz="2200" dirty="0"/>
                  <a:t>. The </a:t>
                </a:r>
                <a:r>
                  <a:rPr lang="en-US" sz="2200" b="1" dirty="0"/>
                  <a:t>tuple </a:t>
                </a:r>
                <a14:m>
                  <m:oMath xmlns:m="http://schemas.openxmlformats.org/officeDocument/2006/math">
                    <m:r>
                      <a:rPr lang="en-MY" sz="2200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sz="2200" dirty="0"/>
                  <a:t> is the recovered</a:t>
                </a:r>
                <a:r>
                  <a:rPr lang="en-US" sz="2200" b="1" dirty="0"/>
                  <a:t> </a:t>
                </a:r>
                <a:r>
                  <a:rPr lang="en-US" sz="2200" b="1" dirty="0">
                    <a:solidFill>
                      <a:srgbClr val="0000FF"/>
                    </a:solidFill>
                  </a:rPr>
                  <a:t>plaintext</a:t>
                </a:r>
                <a:r>
                  <a:rPr lang="en-US" sz="2200" dirty="0"/>
                  <a:t>.</a:t>
                </a:r>
              </a:p>
              <a:p>
                <a:pPr marL="0" indent="0" algn="just">
                  <a:buNone/>
                </a:pPr>
                <a:endParaRPr lang="en-MY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3" t="-68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9505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670559"/>
          </a:xfrm>
        </p:spPr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Knapsack</a:t>
            </a:r>
            <a:r>
              <a:rPr lang="en-MY" b="1" dirty="0"/>
              <a:t> cryptosystem – </a:t>
            </a:r>
            <a:r>
              <a:rPr lang="en-MY" b="1" dirty="0">
                <a:solidFill>
                  <a:srgbClr val="FF0000"/>
                </a:solidFill>
              </a:rPr>
              <a:t>example</a:t>
            </a:r>
            <a:endParaRPr lang="en-MY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200" b="1" dirty="0" smtClean="0">
                    <a:solidFill>
                      <a:srgbClr val="00B050"/>
                    </a:solidFill>
                  </a:rPr>
                  <a:t>Key Generation</a:t>
                </a:r>
                <a:r>
                  <a:rPr lang="en-MY" sz="2200" dirty="0"/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dirty="0"/>
                  <a:t>Create a super-increasing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-tuple </a:t>
                </a:r>
                <a14:m>
                  <m:oMath xmlns:m="http://schemas.openxmlformats.org/officeDocument/2006/math">
                    <m:r>
                      <a:rPr lang="en-MY" sz="2200" b="1" i="0" smtClean="0">
                        <a:latin typeface="Cambria Math" panose="02040503050406030204" pitchFamily="18" charset="0"/>
                      </a:rPr>
                      <m:t>𝐛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7,11,19,39,79,157,313</m:t>
                        </m:r>
                      </m:e>
                    </m:d>
                  </m:oMath>
                </a14:m>
                <a:r>
                  <a:rPr lang="en-MY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dirty="0"/>
                  <a:t>Choose a modulus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r>
                  <a:rPr lang="en-MY" sz="2200" dirty="0" smtClean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dirty="0" smtClean="0"/>
                  <a:t>Sum of k-tuple b = (7+11 + …+313) = S = 625 &lt; n. </a:t>
                </a:r>
                <a:endParaRPr lang="en-MY" sz="2200" dirty="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dirty="0"/>
                  <a:t>Select a random integer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=37</m:t>
                    </m:r>
                  </m:oMath>
                </a14:m>
                <a:r>
                  <a:rPr lang="en-MY" sz="2200" dirty="0" smtClean="0"/>
                  <a:t>. check </a:t>
                </a:r>
                <a:r>
                  <a:rPr lang="en-MY" sz="2200" dirty="0" err="1" smtClean="0"/>
                  <a:t>gcd</a:t>
                </a:r>
                <a:r>
                  <a:rPr lang="en-MY" sz="2200" dirty="0" smtClean="0"/>
                  <a:t>(37,900) = 1.</a:t>
                </a:r>
                <a:endParaRPr lang="en-MY" sz="2200" dirty="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dirty="0"/>
                  <a:t>Create a temporary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-tuple </a:t>
                </a:r>
                <a14:m>
                  <m:oMath xmlns:m="http://schemas.openxmlformats.org/officeDocument/2006/math">
                    <m:r>
                      <a:rPr lang="en-MY" sz="2200" b="1" i="0" smtClean="0">
                        <a:latin typeface="Cambria Math" panose="02040503050406030204" pitchFamily="18" charset="0"/>
                      </a:rPr>
                      <m:t>𝐭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259,407,703,543,223,409,781</m:t>
                        </m:r>
                      </m:e>
                    </m:d>
                  </m:oMath>
                </a14:m>
                <a:r>
                  <a:rPr lang="en-US" sz="22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=37⋅</m:t>
                    </m:r>
                    <m:sSub>
                      <m:sSubPr>
                        <m:ctrlPr>
                          <a:rPr lang="en-MY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 900</m:t>
                        </m:r>
                      </m:e>
                    </m:d>
                  </m:oMath>
                </a14:m>
                <a:endParaRPr lang="en-MY" sz="2200" dirty="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s-ES" dirty="0" smtClean="0"/>
                  <a:t>Modular </a:t>
                </a:r>
                <a:r>
                  <a:rPr lang="es-ES" dirty="0" err="1"/>
                  <a:t>inverse</a:t>
                </a:r>
                <a:r>
                  <a:rPr lang="es-ES" dirty="0"/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MY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s-ES" dirty="0" smtClean="0"/>
                  <a:t>=73</a:t>
                </a:r>
                <a:endParaRPr lang="es-ES" dirty="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dirty="0" smtClean="0"/>
                  <a:t>The </a:t>
                </a:r>
                <a:r>
                  <a:rPr lang="en-US" sz="2200" b="1" dirty="0"/>
                  <a:t>public key</a:t>
                </a:r>
                <a:r>
                  <a:rPr lang="en-US" sz="2200" dirty="0"/>
                  <a:t> is the </a:t>
                </a:r>
                <a14:m>
                  <m:oMath xmlns:m="http://schemas.openxmlformats.org/officeDocument/2006/math">
                    <m:r>
                      <a:rPr lang="en-MY" sz="2200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MY" sz="2200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259,407,703,543,223,409,781</m:t>
                        </m:r>
                      </m:e>
                    </m:d>
                  </m:oMath>
                </a14:m>
                <a:r>
                  <a:rPr lang="en-US" sz="2200" dirty="0"/>
                  <a:t>. The </a:t>
                </a:r>
                <a:r>
                  <a:rPr lang="en-US" sz="2200" b="1" dirty="0"/>
                  <a:t>private key</a:t>
                </a:r>
                <a:r>
                  <a:rPr lang="en-US" sz="2200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37,900,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MY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7,11,19,39,79,157,313</m:t>
                            </m:r>
                          </m:e>
                        </m:d>
                      </m:e>
                    </m:d>
                  </m:oMath>
                </a14:m>
                <a:r>
                  <a:rPr lang="en-MY" sz="22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3" t="-688" r="-74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13806" y="152203"/>
            <a:ext cx="6900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37*7 = 259, 37*11 = 407, 37*19 = 703,….,(37*313)mod900 = 781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8003422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571" y="0"/>
            <a:ext cx="9810604" cy="51380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Inverse of 37 in Z</a:t>
            </a:r>
            <a:r>
              <a:rPr lang="en-US" sz="1000" dirty="0" smtClean="0"/>
              <a:t>900</a:t>
            </a:r>
            <a:endParaRPr lang="en-MY" sz="1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35027"/>
              </p:ext>
            </p:extLst>
          </p:nvPr>
        </p:nvGraphicFramePr>
        <p:xfrm>
          <a:off x="432568" y="653142"/>
          <a:ext cx="11593968" cy="5707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6984">
                  <a:extLst>
                    <a:ext uri="{9D8B030D-6E8A-4147-A177-3AD203B41FA5}">
                      <a16:colId xmlns:a16="http://schemas.microsoft.com/office/drawing/2014/main" val="3739587902"/>
                    </a:ext>
                  </a:extLst>
                </a:gridCol>
                <a:gridCol w="5796984">
                  <a:extLst>
                    <a:ext uri="{9D8B030D-6E8A-4147-A177-3AD203B41FA5}">
                      <a16:colId xmlns:a16="http://schemas.microsoft.com/office/drawing/2014/main" val="291263876"/>
                    </a:ext>
                  </a:extLst>
                </a:gridCol>
              </a:tblGrid>
              <a:tr h="404102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531564"/>
                  </a:ext>
                </a:extLst>
              </a:tr>
              <a:tr h="404102">
                <a:tc>
                  <a:txBody>
                    <a:bodyPr/>
                    <a:lstStyle/>
                    <a:p>
                      <a:r>
                        <a:rPr lang="en-US" dirty="0" smtClean="0"/>
                        <a:t>find inverse of 37 in Z</a:t>
                      </a:r>
                      <a:r>
                        <a:rPr lang="en-US" sz="800" dirty="0" smtClean="0"/>
                        <a:t>900.</a:t>
                      </a:r>
                    </a:p>
                    <a:p>
                      <a:r>
                        <a:rPr lang="en-US" dirty="0" smtClean="0"/>
                        <a:t> 1 = 37x + 900y</a:t>
                      </a:r>
                    </a:p>
                    <a:p>
                      <a:r>
                        <a:rPr lang="en-US" dirty="0" smtClean="0"/>
                        <a:t> EEA</a:t>
                      </a:r>
                    </a:p>
                    <a:p>
                      <a:r>
                        <a:rPr lang="en-US" dirty="0" smtClean="0"/>
                        <a:t>  900 = 37(24) + 12    12 = 900 - 37(24)   </a:t>
                      </a:r>
                      <a:r>
                        <a:rPr lang="en-US" dirty="0" err="1" smtClean="0"/>
                        <a:t>eq</a:t>
                      </a:r>
                      <a:r>
                        <a:rPr lang="en-US" dirty="0" smtClean="0"/>
                        <a:t> 1</a:t>
                      </a:r>
                    </a:p>
                    <a:p>
                      <a:r>
                        <a:rPr lang="en-US" dirty="0" smtClean="0"/>
                        <a:t>   37 = 12(3) + 1  ;   1 = 37 - 12(3)     </a:t>
                      </a:r>
                      <a:r>
                        <a:rPr lang="en-US" dirty="0" err="1" smtClean="0"/>
                        <a:t>eq</a:t>
                      </a:r>
                      <a:r>
                        <a:rPr lang="en-US" dirty="0" smtClean="0"/>
                        <a:t> 2</a:t>
                      </a:r>
                    </a:p>
                    <a:p>
                      <a:r>
                        <a:rPr lang="en-US" dirty="0" smtClean="0"/>
                        <a:t>   12 = 1(12) +  0.</a:t>
                      </a:r>
                    </a:p>
                    <a:p>
                      <a:r>
                        <a:rPr lang="en-US" dirty="0" err="1" smtClean="0"/>
                        <a:t>gcd</a:t>
                      </a:r>
                      <a:r>
                        <a:rPr lang="en-US" dirty="0" smtClean="0"/>
                        <a:t>(37,900) = 1</a:t>
                      </a:r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   1 = 37 - 12(3)</a:t>
                      </a:r>
                    </a:p>
                    <a:p>
                      <a:r>
                        <a:rPr lang="en-US" dirty="0" smtClean="0"/>
                        <a:t>   1 = 37 - [900 - 37(24)]3 </a:t>
                      </a:r>
                    </a:p>
                    <a:p>
                      <a:r>
                        <a:rPr lang="en-US" dirty="0" smtClean="0"/>
                        <a:t>   1 = 37 - 3(900) + 72(37)</a:t>
                      </a:r>
                    </a:p>
                    <a:p>
                      <a:r>
                        <a:rPr lang="en-US" dirty="0" smtClean="0"/>
                        <a:t>   1 = 37(73) + 900(-3)</a:t>
                      </a:r>
                    </a:p>
                    <a:p>
                      <a:r>
                        <a:rPr lang="en-US" dirty="0" smtClean="0"/>
                        <a:t>  match with </a:t>
                      </a:r>
                    </a:p>
                    <a:p>
                      <a:r>
                        <a:rPr lang="en-US" dirty="0" smtClean="0"/>
                        <a:t>   1 = 37(x) + 900(y)</a:t>
                      </a:r>
                    </a:p>
                    <a:p>
                      <a:r>
                        <a:rPr lang="en-US" dirty="0" smtClean="0"/>
                        <a:t>x = 73</a:t>
                      </a:r>
                    </a:p>
                    <a:p>
                      <a:r>
                        <a:rPr lang="en-US" dirty="0" smtClean="0"/>
                        <a:t>inverse of 37 is 73</a:t>
                      </a:r>
                    </a:p>
                    <a:p>
                      <a:r>
                        <a:rPr lang="en-US" dirty="0" smtClean="0"/>
                        <a:t>Proof</a:t>
                      </a:r>
                    </a:p>
                    <a:p>
                      <a:r>
                        <a:rPr lang="en-US" dirty="0" smtClean="0"/>
                        <a:t> 37*73 mod 900 = 2701 mod 900 = 1.</a:t>
                      </a:r>
                    </a:p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095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748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Knapsack</a:t>
            </a:r>
            <a:r>
              <a:rPr lang="en-MY" b="1" dirty="0"/>
              <a:t> cryptosystem – </a:t>
            </a:r>
            <a:r>
              <a:rPr lang="en-MY" b="1" dirty="0">
                <a:solidFill>
                  <a:srgbClr val="FF0000"/>
                </a:solidFill>
              </a:rPr>
              <a:t>example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879" y="1825625"/>
                <a:ext cx="9810604" cy="4428753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200" b="1" dirty="0" smtClean="0">
                    <a:solidFill>
                      <a:srgbClr val="00B050"/>
                    </a:solidFill>
                  </a:rPr>
                  <a:t>Encryption</a:t>
                </a:r>
                <a:r>
                  <a:rPr lang="en-MY" sz="2200" dirty="0"/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Suppose Alice wishes to send the character ‘</a:t>
                </a:r>
                <a14:m>
                  <m:oMath xmlns:m="http://schemas.openxmlformats.org/officeDocument/2006/math">
                    <m:r>
                      <a:rPr lang="en-MY" sz="2200" i="1">
                        <a:solidFill>
                          <a:schemeClr val="tx1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MY" sz="2200" dirty="0"/>
                  <a:t>’ to Bob. She first convert the character into a 7-bit ACSII code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1100111</m:t>
                            </m:r>
                          </m:e>
                        </m:d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MY" sz="2200" dirty="0"/>
                  <a:t> and create the plaintext tuple </a:t>
                </a:r>
                <a14:m>
                  <m:oMath xmlns:m="http://schemas.openxmlformats.org/officeDocument/2006/math">
                    <m:r>
                      <a:rPr lang="en-MY" sz="22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1,1,0,0,1,1,1</m:t>
                        </m:r>
                      </m:e>
                    </m:d>
                  </m:oMath>
                </a14:m>
                <a:r>
                  <a:rPr lang="en-MY" sz="2200" b="1" dirty="0" smtClean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 smtClean="0"/>
                  <a:t>Next</a:t>
                </a:r>
                <a:r>
                  <a:rPr lang="en-MY" sz="2200" dirty="0"/>
                  <a:t>, Alice computes the ciphertext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 sz="2200">
                        <a:latin typeface="Cambria Math" panose="02040503050406030204" pitchFamily="18" charset="0"/>
                      </a:rPr>
                      <m:t>knapsackSum</m:t>
                    </m:r>
                    <m:d>
                      <m:dPr>
                        <m:ctrlPr>
                          <a:rPr lang="en-MY" sz="2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1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MY" sz="22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MY" sz="2200" dirty="0"/>
                  <a:t> such that</a:t>
                </a:r>
                <a:br>
                  <a:rPr lang="en-MY" sz="2200" dirty="0"/>
                </a:b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=259+407+223+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409+781 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𝟎𝟕𝟗</m:t>
                    </m:r>
                    <m:r>
                      <a:rPr lang="en-US" sz="22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       </m:t>
                    </m:r>
                  </m:oMath>
                </a14:m>
                <a:r>
                  <a:rPr lang="en-US" sz="2200" b="1" dirty="0" smtClean="0"/>
                  <a:t>   	public </a:t>
                </a:r>
                <a:r>
                  <a:rPr lang="en-US" sz="2200" b="1" dirty="0"/>
                  <a:t>key</a:t>
                </a:r>
                <a:r>
                  <a:rPr lang="en-US" sz="2200" dirty="0"/>
                  <a:t> is the </a:t>
                </a:r>
                <a14:m>
                  <m:oMath xmlns:m="http://schemas.openxmlformats.org/officeDocument/2006/math">
                    <m:r>
                      <a:rPr lang="en-MY" sz="2200" b="1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MY" sz="2200" b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MY" sz="2400" dirty="0"/>
                          <m:t>259,407,703,543,223,409,781</m:t>
                        </m:r>
                      </m:e>
                    </m:d>
                  </m:oMath>
                </a14:m>
                <a:endParaRPr lang="en-MY" sz="2200" b="1" dirty="0" smtClean="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b="1" dirty="0"/>
                  <a:t> </a:t>
                </a:r>
                <a:r>
                  <a:rPr lang="en-US" sz="2200" b="1" dirty="0" smtClean="0"/>
                  <a:t>                                 x=      1, 1    , 0    , 0 ,       1</a:t>
                </a:r>
                <a:r>
                  <a:rPr lang="en-US" sz="2200" b="1" dirty="0" smtClean="0"/>
                  <a:t>,    1 </a:t>
                </a:r>
                <a:r>
                  <a:rPr lang="en-US" sz="2200" b="1" dirty="0" smtClean="0"/>
                  <a:t>, </a:t>
                </a:r>
                <a:r>
                  <a:rPr lang="en-US" sz="2200" b="1" dirty="0" smtClean="0"/>
                  <a:t> </a:t>
                </a:r>
                <a:r>
                  <a:rPr lang="en-US" sz="2200" b="1" dirty="0" smtClean="0"/>
                  <a:t>1</a:t>
                </a:r>
                <a:endParaRPr lang="en-MY" sz="2200" b="1" dirty="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Finally, Alice send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=2079</m:t>
                    </m:r>
                  </m:oMath>
                </a14:m>
                <a:r>
                  <a:rPr lang="en-MY" sz="2200" dirty="0" smtClean="0"/>
                  <a:t> (cipher text) </a:t>
                </a:r>
                <a:r>
                  <a:rPr lang="en-MY" sz="2200" dirty="0"/>
                  <a:t>to Bob.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879" y="1825625"/>
                <a:ext cx="9810604" cy="4428753"/>
              </a:xfrm>
              <a:blipFill>
                <a:blip r:embed="rId2"/>
                <a:stretch>
                  <a:fillRect l="-373" t="-688" r="-74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7157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290" y="-156753"/>
            <a:ext cx="9810604" cy="1216024"/>
          </a:xfrm>
        </p:spPr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Knapsack</a:t>
            </a:r>
            <a:r>
              <a:rPr lang="en-MY" b="1" dirty="0"/>
              <a:t> cryptosystem – </a:t>
            </a:r>
            <a:r>
              <a:rPr lang="en-MY" b="1" dirty="0">
                <a:solidFill>
                  <a:srgbClr val="FF0000"/>
                </a:solidFill>
              </a:rPr>
              <a:t>example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879" y="923110"/>
                <a:ext cx="9810604" cy="5331268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200" b="1" dirty="0" smtClean="0">
                    <a:solidFill>
                      <a:srgbClr val="00B050"/>
                    </a:solidFill>
                  </a:rPr>
                  <a:t>Decryption</a:t>
                </a:r>
                <a:r>
                  <a:rPr lang="en-MY" sz="2200" dirty="0"/>
                  <a:t>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MY" sz="2200" dirty="0"/>
                  <a:t>Bob receives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=2079</m:t>
                    </m:r>
                  </m:oMath>
                </a14:m>
                <a:r>
                  <a:rPr lang="en-MY" sz="2200" dirty="0"/>
                  <a:t> and computes </a:t>
                </a:r>
                <a:r>
                  <a:rPr lang="en-MY" sz="2200" b="0" i="1" dirty="0">
                    <a:latin typeface="Cambria Math" panose="02040503050406030204" pitchFamily="18" charset="0"/>
                  </a:rPr>
                  <a:t/>
                </a:r>
                <a:br>
                  <a:rPr lang="en-MY" sz="22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≡2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07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9⋅</m:t>
                    </m:r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37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≡2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07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9⋅73≡5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7 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b="0" i="0" smtClean="0">
                            <a:latin typeface="Cambria Math" panose="02040503050406030204" pitchFamily="18" charset="0"/>
                          </a:rPr>
                          <m:t> 900</m:t>
                        </m:r>
                      </m:e>
                    </m:d>
                  </m:oMath>
                </a14:m>
                <a:endParaRPr lang="en-MY" sz="22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MY" sz="2200" dirty="0"/>
                  <a:t>Next, Bob computes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MY" sz="2200" b="1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MY" sz="22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 sz="2200" smtClean="0">
                        <a:latin typeface="Cambria Math" panose="02040503050406030204" pitchFamily="18" charset="0"/>
                      </a:rPr>
                      <m:t>inv</m:t>
                    </m:r>
                    <m:r>
                      <a:rPr lang="en-MY" sz="220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MY" sz="2200" smtClean="0">
                        <a:latin typeface="Cambria Math" panose="02040503050406030204" pitchFamily="18" charset="0"/>
                      </a:rPr>
                      <m:t>knapsackSum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MY" sz="22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MY" sz="2200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MY" sz="22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lang="en-MY" sz="2200" dirty="0" smtClean="0"/>
                  <a:t>: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sz="2200" b="1">
                        <a:latin typeface="Cambria Math" panose="02040503050406030204" pitchFamily="18" charset="0"/>
                      </a:rPr>
                      <m:t>𝐛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7,11,19,39,79,157,313</m:t>
                        </m:r>
                      </m:e>
                    </m:d>
                  </m:oMath>
                </a14:m>
                <a:r>
                  <a:rPr lang="en-MY" sz="2200" dirty="0"/>
                  <a:t>.</a:t>
                </a:r>
              </a:p>
              <a:p>
                <a:pPr marL="0" indent="0">
                  <a:buNone/>
                </a:pPr>
                <a:endParaRPr lang="en-MY" sz="2200" dirty="0" smtClean="0"/>
              </a:p>
              <a:p>
                <a:pPr marL="457200" indent="-457200">
                  <a:buFont typeface="+mj-lt"/>
                  <a:buAutoNum type="arabicPeriod"/>
                </a:pPr>
                <a:endParaRPr lang="en-MY" sz="2200" dirty="0"/>
              </a:p>
              <a:p>
                <a:pPr marL="0" indent="0" algn="just">
                  <a:buNone/>
                </a:pPr>
                <a:endParaRPr lang="en-MY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879" y="923110"/>
                <a:ext cx="9810604" cy="5331268"/>
              </a:xfrm>
              <a:blipFill>
                <a:blip r:embed="rId2"/>
                <a:stretch>
                  <a:fillRect l="-435" t="-57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D20915-C016-D8E1-2CAF-141303CD1A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5834330"/>
                  </p:ext>
                </p:extLst>
              </p:nvPr>
            </p:nvGraphicFramePr>
            <p:xfrm>
              <a:off x="1199262" y="3318573"/>
              <a:ext cx="9853810" cy="3180470"/>
            </p:xfrm>
            <a:graphic>
              <a:graphicData uri="http://schemas.openxmlformats.org/drawingml/2006/table">
                <a:tbl>
                  <a:tblPr firstRow="1" firstCol="1" bandRow="1">
                    <a:tableStyleId>{ED083AE6-46FA-4A59-8FB0-9F97EB10719F}</a:tableStyleId>
                  </a:tblPr>
                  <a:tblGrid>
                    <a:gridCol w="1629218">
                      <a:extLst>
                        <a:ext uri="{9D8B030D-6E8A-4147-A177-3AD203B41FA5}">
                          <a16:colId xmlns:a16="http://schemas.microsoft.com/office/drawing/2014/main" val="2744843060"/>
                        </a:ext>
                      </a:extLst>
                    </a:gridCol>
                    <a:gridCol w="1639513">
                      <a:extLst>
                        <a:ext uri="{9D8B030D-6E8A-4147-A177-3AD203B41FA5}">
                          <a16:colId xmlns:a16="http://schemas.microsoft.com/office/drawing/2014/main" val="3683203003"/>
                        </a:ext>
                      </a:extLst>
                    </a:gridCol>
                    <a:gridCol w="1631792">
                      <a:extLst>
                        <a:ext uri="{9D8B030D-6E8A-4147-A177-3AD203B41FA5}">
                          <a16:colId xmlns:a16="http://schemas.microsoft.com/office/drawing/2014/main" val="1768194059"/>
                        </a:ext>
                      </a:extLst>
                    </a:gridCol>
                    <a:gridCol w="1657531">
                      <a:extLst>
                        <a:ext uri="{9D8B030D-6E8A-4147-A177-3AD203B41FA5}">
                          <a16:colId xmlns:a16="http://schemas.microsoft.com/office/drawing/2014/main" val="3281054083"/>
                        </a:ext>
                      </a:extLst>
                    </a:gridCol>
                    <a:gridCol w="1186387">
                      <a:extLst>
                        <a:ext uri="{9D8B030D-6E8A-4147-A177-3AD203B41FA5}">
                          <a16:colId xmlns:a16="http://schemas.microsoft.com/office/drawing/2014/main" val="2951794343"/>
                        </a:ext>
                      </a:extLst>
                    </a:gridCol>
                    <a:gridCol w="2109369">
                      <a:extLst>
                        <a:ext uri="{9D8B030D-6E8A-4147-A177-3AD203B41FA5}">
                          <a16:colId xmlns:a16="http://schemas.microsoft.com/office/drawing/2014/main" val="654276201"/>
                        </a:ext>
                      </a:extLst>
                    </a:gridCol>
                  </a:tblGrid>
                  <a:tr h="3893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 panose="02020603050405020304" pitchFamily="18" charset="0"/>
                            <a:ea typeface="Arial Unicode MS"/>
                            <a:cs typeface="Arial Unicode MS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sz="2200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2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 panose="02020603050405020304" pitchFamily="18" charset="0"/>
                            <a:ea typeface="Arial Unicode MS"/>
                            <a:cs typeface="Arial Unicode MS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MY" sz="22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 panose="02020603050405020304" pitchFamily="18" charset="0"/>
                            <a:ea typeface="Arial Unicode MS"/>
                            <a:cs typeface="Arial Unicode MS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sz="220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MY" sz="2200" i="1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2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 panose="02020603050405020304" pitchFamily="18" charset="0"/>
                            <a:ea typeface="Arial Unicode MS"/>
                            <a:cs typeface="Arial Unicode MS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MY" sz="2200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2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en-MY" sz="2200" b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 panose="02020603050405020304" pitchFamily="18" charset="0"/>
                            <a:ea typeface="Arial Unicode MS"/>
                            <a:cs typeface="Arial Unicode MS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sz="220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sz="220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MY" sz="2200" i="1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2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Times New Roman" panose="02020603050405020304" pitchFamily="18" charset="0"/>
                            <a:ea typeface="Arial Unicode MS"/>
                            <a:cs typeface="Arial Unicode MS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62976579"/>
                      </a:ext>
                    </a:extLst>
                  </a:tr>
                  <a:tr h="45473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2200" i="1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313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567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Yes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567-313= 254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53426278"/>
                      </a:ext>
                    </a:extLst>
                  </a:tr>
                  <a:tr h="3893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+mn-ea"/>
                              <a:cs typeface="+mn-cs"/>
                            </a:rPr>
                            <a:t>157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+mn-ea"/>
                              <a:cs typeface="+mn-cs"/>
                            </a:rPr>
                            <a:t>254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Yes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254-157= 97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984506"/>
                      </a:ext>
                    </a:extLst>
                  </a:tr>
                  <a:tr h="3893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79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+mn-ea"/>
                              <a:cs typeface="+mn-cs"/>
                            </a:rPr>
                            <a:t>97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+mn-ea"/>
                              <a:cs typeface="+mn-cs"/>
                            </a:rPr>
                            <a:t>Yes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+mn-ea"/>
                              <a:cs typeface="+mn-cs"/>
                            </a:rPr>
                            <a:t>97-79= 18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72558282"/>
                      </a:ext>
                    </a:extLst>
                  </a:tr>
                  <a:tr h="3893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</a:t>
                          </a:r>
                          <a:endParaRPr lang="en-MY" sz="22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39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+mn-ea"/>
                              <a:cs typeface="+mn-cs"/>
                            </a:rPr>
                            <a:t>18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No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18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30025317"/>
                      </a:ext>
                    </a:extLst>
                  </a:tr>
                  <a:tr h="3893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3</a:t>
                          </a:r>
                          <a:endParaRPr lang="en-MY" sz="22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19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18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No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18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57075544"/>
                      </a:ext>
                    </a:extLst>
                  </a:tr>
                  <a:tr h="3893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</a:t>
                          </a:r>
                          <a:endParaRPr lang="en-MY" sz="22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+mn-ea"/>
                              <a:cs typeface="+mn-cs"/>
                            </a:rPr>
                            <a:t>18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Yes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18-11 = 7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23329897"/>
                      </a:ext>
                    </a:extLst>
                  </a:tr>
                  <a:tr h="3893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Yes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7-7 = 0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805341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D20915-C016-D8E1-2CAF-141303CD1A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5834330"/>
                  </p:ext>
                </p:extLst>
              </p:nvPr>
            </p:nvGraphicFramePr>
            <p:xfrm>
              <a:off x="1199262" y="3318573"/>
              <a:ext cx="9853810" cy="3180470"/>
            </p:xfrm>
            <a:graphic>
              <a:graphicData uri="http://schemas.openxmlformats.org/drawingml/2006/table">
                <a:tbl>
                  <a:tblPr firstRow="1" firstCol="1" bandRow="1">
                    <a:tableStyleId>{ED083AE6-46FA-4A59-8FB0-9F97EB10719F}</a:tableStyleId>
                  </a:tblPr>
                  <a:tblGrid>
                    <a:gridCol w="1629218">
                      <a:extLst>
                        <a:ext uri="{9D8B030D-6E8A-4147-A177-3AD203B41FA5}">
                          <a16:colId xmlns:a16="http://schemas.microsoft.com/office/drawing/2014/main" val="2744843060"/>
                        </a:ext>
                      </a:extLst>
                    </a:gridCol>
                    <a:gridCol w="1639513">
                      <a:extLst>
                        <a:ext uri="{9D8B030D-6E8A-4147-A177-3AD203B41FA5}">
                          <a16:colId xmlns:a16="http://schemas.microsoft.com/office/drawing/2014/main" val="3683203003"/>
                        </a:ext>
                      </a:extLst>
                    </a:gridCol>
                    <a:gridCol w="1631792">
                      <a:extLst>
                        <a:ext uri="{9D8B030D-6E8A-4147-A177-3AD203B41FA5}">
                          <a16:colId xmlns:a16="http://schemas.microsoft.com/office/drawing/2014/main" val="1768194059"/>
                        </a:ext>
                      </a:extLst>
                    </a:gridCol>
                    <a:gridCol w="1657531">
                      <a:extLst>
                        <a:ext uri="{9D8B030D-6E8A-4147-A177-3AD203B41FA5}">
                          <a16:colId xmlns:a16="http://schemas.microsoft.com/office/drawing/2014/main" val="3281054083"/>
                        </a:ext>
                      </a:extLst>
                    </a:gridCol>
                    <a:gridCol w="1186387">
                      <a:extLst>
                        <a:ext uri="{9D8B030D-6E8A-4147-A177-3AD203B41FA5}">
                          <a16:colId xmlns:a16="http://schemas.microsoft.com/office/drawing/2014/main" val="2951794343"/>
                        </a:ext>
                      </a:extLst>
                    </a:gridCol>
                    <a:gridCol w="2109369">
                      <a:extLst>
                        <a:ext uri="{9D8B030D-6E8A-4147-A177-3AD203B41FA5}">
                          <a16:colId xmlns:a16="http://schemas.microsoft.com/office/drawing/2014/main" val="654276201"/>
                        </a:ext>
                      </a:extLst>
                    </a:gridCol>
                  </a:tblGrid>
                  <a:tr h="3893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373" t="-1563" r="-504851" b="-7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0000" t="-1563" r="-402974" b="-7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0746" t="-1563" r="-304478" b="-7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96324" t="-1563" r="-200000" b="-7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52821" t="-1563" r="-178974" b="-7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367919" t="-1563" r="-867" b="-7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2976579"/>
                      </a:ext>
                    </a:extLst>
                  </a:tr>
                  <a:tr h="45473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0000" t="-86667" r="-402974" b="-5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567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Yes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567-313= 254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53426278"/>
                      </a:ext>
                    </a:extLst>
                  </a:tr>
                  <a:tr h="3893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+mn-ea"/>
                              <a:cs typeface="+mn-cs"/>
                            </a:rPr>
                            <a:t>157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+mn-ea"/>
                              <a:cs typeface="+mn-cs"/>
                            </a:rPr>
                            <a:t>254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Yes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254-157= 97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984506"/>
                      </a:ext>
                    </a:extLst>
                  </a:tr>
                  <a:tr h="3893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79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+mn-ea"/>
                              <a:cs typeface="+mn-cs"/>
                            </a:rPr>
                            <a:t>97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+mn-ea"/>
                              <a:cs typeface="+mn-cs"/>
                            </a:rPr>
                            <a:t>Yes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+mn-ea"/>
                              <a:cs typeface="+mn-cs"/>
                            </a:rPr>
                            <a:t>97-79= 18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72558282"/>
                      </a:ext>
                    </a:extLst>
                  </a:tr>
                  <a:tr h="3893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</a:t>
                          </a:r>
                          <a:endParaRPr lang="en-MY" sz="22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39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+mn-ea"/>
                              <a:cs typeface="+mn-cs"/>
                            </a:rPr>
                            <a:t>18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No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18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30025317"/>
                      </a:ext>
                    </a:extLst>
                  </a:tr>
                  <a:tr h="3893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3</a:t>
                          </a:r>
                          <a:endParaRPr lang="en-MY" sz="22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19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18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No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18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57075544"/>
                      </a:ext>
                    </a:extLst>
                  </a:tr>
                  <a:tr h="3893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</a:t>
                          </a:r>
                          <a:endParaRPr lang="en-MY" sz="22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+mn-lt"/>
                              <a:ea typeface="+mn-ea"/>
                              <a:cs typeface="+mn-cs"/>
                            </a:rPr>
                            <a:t>18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Yes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18-11 = 7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23329897"/>
                      </a:ext>
                    </a:extLst>
                  </a:tr>
                  <a:tr h="3893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US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Yes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</a:pPr>
                          <a:r>
                            <a:rPr lang="en-MY" sz="22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7-7 = 0</a:t>
                          </a:r>
                          <a:endParaRPr lang="en-MY" sz="22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Arial" panose="020B0604020202020204" pitchFamily="34" charset="0"/>
                            <a:ea typeface="Arial Unicode MS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80534122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" name="Straight Arrow Connector 5"/>
          <p:cNvCxnSpPr/>
          <p:nvPr/>
        </p:nvCxnSpPr>
        <p:spPr>
          <a:xfrm flipV="1">
            <a:off x="8438606" y="3875988"/>
            <a:ext cx="17417" cy="2378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2118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Knapsack</a:t>
            </a:r>
            <a:r>
              <a:rPr lang="en-MY" b="1" dirty="0"/>
              <a:t> cryptosystem – </a:t>
            </a:r>
            <a:r>
              <a:rPr lang="en-MY" b="1" dirty="0">
                <a:solidFill>
                  <a:srgbClr val="FF0000"/>
                </a:solidFill>
              </a:rPr>
              <a:t>example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MY" sz="2200" dirty="0" smtClean="0"/>
                  <a:t>The inverse knapsack algorithm returns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1" i="1">
                            <a:solidFill>
                              <a:schemeClr val="tx1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1" i="0">
                            <a:solidFill>
                              <a:schemeClr val="tx1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MY" sz="2200" b="1" i="1">
                            <a:solidFill>
                              <a:schemeClr val="tx1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MY" sz="2200" b="1" i="1">
                        <a:solidFill>
                          <a:schemeClr val="tx1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200" i="1">
                            <a:solidFill>
                              <a:schemeClr val="tx1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>
                            <a:solidFill>
                              <a:schemeClr val="tx1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</a:rPr>
                          <m:t>1,1,0,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MY" sz="2200" b="0" i="1">
                            <a:solidFill>
                              <a:schemeClr val="tx1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</a:rPr>
                          <m:t>1,1,1</m:t>
                        </m:r>
                      </m:e>
                    </m:d>
                    <m:r>
                      <a:rPr lang="en-MY" sz="2200">
                        <a:solidFill>
                          <a:schemeClr val="tx1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MY" sz="2200" dirty="0">
                  <a:solidFill>
                    <a:schemeClr val="tx1"/>
                  </a:solidFill>
                  <a:uFill>
                    <a:solidFill>
                      <a:srgbClr val="000000"/>
                    </a:solidFill>
                  </a:uFill>
                </a:endParaRPr>
              </a:p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MY" sz="2200" dirty="0"/>
                  <a:t>Bob computes permutation, </a:t>
                </a:r>
                <a14:m>
                  <m:oMath xmlns:m="http://schemas.openxmlformats.org/officeDocument/2006/math">
                    <m:r>
                      <a:rPr lang="en-MY" sz="2200" b="1" i="0">
                        <a:solidFill>
                          <a:schemeClr val="tx1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MY" sz="2200" b="1" i="1">
                        <a:solidFill>
                          <a:schemeClr val="tx1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 sz="2200" b="0" i="1">
                        <a:solidFill>
                          <a:schemeClr val="tx1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</a:rPr>
                      <m:t>Per</m:t>
                    </m:r>
                    <m:d>
                      <m:dPr>
                        <m:ctrlPr>
                          <a:rPr lang="en-MY" sz="2200" i="1">
                            <a:solidFill>
                              <a:schemeClr val="tx1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MY" sz="2200" b="1" i="1">
                                <a:solidFill>
                                  <a:schemeClr val="tx1"/>
                                </a:solidFill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sz="2200" b="1" i="0">
                                <a:solidFill>
                                  <a:schemeClr val="tx1"/>
                                </a:solidFill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MY" sz="2200" b="1" i="0">
                                <a:solidFill>
                                  <a:schemeClr val="tx1"/>
                                </a:solidFill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MY" sz="2200" b="0" i="1">
                        <a:solidFill>
                          <a:schemeClr val="tx1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200" i="1">
                            <a:solidFill>
                              <a:schemeClr val="tx1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>
                            <a:solidFill>
                              <a:schemeClr val="tx1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</a:rPr>
                          <m:t>1,1,0,0,1,1,1</m:t>
                        </m:r>
                      </m:e>
                    </m:d>
                  </m:oMath>
                </a14:m>
                <a:endParaRPr lang="en-MY" sz="2200" dirty="0"/>
              </a:p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MY" sz="2200" dirty="0"/>
                  <a:t>Finally, Bob revert the string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i="1">
                            <a:solidFill>
                              <a:schemeClr val="tx1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MY" sz="2200" i="1">
                                <a:solidFill>
                                  <a:schemeClr val="tx1"/>
                                </a:solidFill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2200" b="0" i="1">
                                <a:solidFill>
                                  <a:schemeClr val="tx1"/>
                                </a:solidFill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1100111</m:t>
                            </m:r>
                          </m:e>
                        </m:d>
                      </m:e>
                      <m:sub>
                        <m:r>
                          <a:rPr lang="en-MY" sz="2200" b="0" i="1">
                            <a:solidFill>
                              <a:schemeClr val="tx1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sz="2200" b="0" i="1">
                        <a:solidFill>
                          <a:schemeClr val="tx1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0" i="1">
                        <a:solidFill>
                          <a:schemeClr val="tx1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MY" sz="2200" dirty="0"/>
                  <a:t> using ASCII code.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3" t="-68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6990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0000FF"/>
                </a:solidFill>
              </a:rPr>
              <a:t>Knapsack</a:t>
            </a:r>
            <a:r>
              <a:rPr lang="en-MY" b="1" dirty="0"/>
              <a:t> cryptosystem – </a:t>
            </a:r>
            <a:r>
              <a:rPr lang="en-MY" b="1" dirty="0">
                <a:solidFill>
                  <a:srgbClr val="FF0000"/>
                </a:solidFill>
              </a:rPr>
              <a:t>security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8814-91EE-A118-1CDC-F0A6E20AE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MY" sz="2400" dirty="0"/>
              <a:t>The underlying security behind the Knapsack Cryptosystem is based on the difficulty of solving the </a:t>
            </a:r>
            <a:r>
              <a:rPr lang="en-MY" sz="2400" b="1" dirty="0">
                <a:solidFill>
                  <a:srgbClr val="FF0000"/>
                </a:solidFill>
              </a:rPr>
              <a:t>Knapsack Problem.</a:t>
            </a:r>
            <a:endParaRPr lang="en-MY" sz="2400" dirty="0"/>
          </a:p>
          <a:p>
            <a:pPr marL="471487" lvl="1" indent="0" algn="just">
              <a:buNone/>
            </a:pPr>
            <a:endParaRPr lang="en-MY" sz="24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400" dirty="0"/>
              <a:t>Knapsack Problem is one of the </a:t>
            </a:r>
            <a:r>
              <a:rPr lang="en-MY" sz="2400" b="1" dirty="0">
                <a:solidFill>
                  <a:srgbClr val="7030A0"/>
                </a:solidFill>
              </a:rPr>
              <a:t>NP-Complete problems </a:t>
            </a:r>
            <a:r>
              <a:rPr lang="en-MY" sz="2400" dirty="0"/>
              <a:t>that has NO feasible algorithm to solve it currently.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MY" sz="24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400" dirty="0"/>
              <a:t>Unfortunately, the Knapsack cryptosystem was </a:t>
            </a:r>
            <a:r>
              <a:rPr lang="en-MY" sz="2400" b="1" dirty="0">
                <a:solidFill>
                  <a:srgbClr val="C00000"/>
                </a:solidFill>
              </a:rPr>
              <a:t>broken by Adi Shamir</a:t>
            </a:r>
            <a:r>
              <a:rPr lang="en-MY" sz="2400" dirty="0"/>
              <a:t> in 1984. Hence, it is insecure and no longer be used.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40707099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chemeClr val="tx1"/>
                </a:solidFill>
              </a:rPr>
              <a:t>What is </a:t>
            </a:r>
            <a:r>
              <a:rPr lang="en-MY" b="1" dirty="0">
                <a:solidFill>
                  <a:srgbClr val="0000FF"/>
                </a:solidFill>
              </a:rPr>
              <a:t>NP-Complete</a:t>
            </a:r>
            <a:r>
              <a:rPr lang="en-MY" b="1" dirty="0">
                <a:solidFill>
                  <a:schemeClr val="tx1"/>
                </a:solidFill>
              </a:rPr>
              <a:t>?</a:t>
            </a:r>
            <a:endParaRPr lang="en-MY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200" b="1" dirty="0">
                    <a:solidFill>
                      <a:srgbClr val="FF0000"/>
                    </a:solidFill>
                  </a:rPr>
                  <a:t>NP-Complete</a:t>
                </a:r>
                <a:r>
                  <a:rPr lang="en-MY" sz="2200" dirty="0"/>
                  <a:t> problems:</a:t>
                </a:r>
              </a:p>
              <a:p>
                <a:pPr lvl="1" algn="just">
                  <a:buFont typeface="Wingdings" panose="05000000000000000000" pitchFamily="2" charset="2"/>
                  <a:buChar char="ü"/>
                </a:pPr>
                <a:r>
                  <a:rPr lang="en-MY" sz="2200" dirty="0"/>
                  <a:t>There is NO efficient algorithm to solve the problem, but it has efficient algorithm to verify the </a:t>
                </a:r>
                <a:r>
                  <a:rPr lang="en-MY" sz="2200" dirty="0" smtClean="0"/>
                  <a:t>solution.sha256 output. </a:t>
                </a:r>
                <a:endParaRPr lang="en-MY" sz="2200" dirty="0"/>
              </a:p>
              <a:p>
                <a:pPr lvl="1" algn="just">
                  <a:buFont typeface="Wingdings" panose="05000000000000000000" pitchFamily="2" charset="2"/>
                  <a:buChar char="ü"/>
                </a:pPr>
                <a:r>
                  <a:rPr lang="en-MY" sz="2200" dirty="0"/>
                  <a:t>Any NP-Complete problems can be reduced into solving other NP-Complete problems. In this case, </a:t>
                </a:r>
                <a:r>
                  <a:rPr lang="en-MY" sz="2200" b="1" dirty="0">
                    <a:solidFill>
                      <a:srgbClr val="00B050"/>
                    </a:solidFill>
                  </a:rPr>
                  <a:t>Knapsack Problem can be reduced into solving the Subset Sum Problem</a:t>
                </a:r>
                <a:r>
                  <a:rPr lang="en-MY" sz="2200" dirty="0"/>
                  <a:t>.</a:t>
                </a:r>
              </a:p>
              <a:p>
                <a:pPr lvl="1" algn="just">
                  <a:buFont typeface="Wingdings" panose="05000000000000000000" pitchFamily="2" charset="2"/>
                  <a:buChar char="ü"/>
                </a:pPr>
                <a:endParaRPr lang="en-MY" sz="220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200" dirty="0"/>
                  <a:t>Knapsack Cryptosystem is based on Knapsack Problem, but why it is insecure in the end ?? 🤔🤔🤔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200" b="1" dirty="0">
                    <a:solidFill>
                      <a:srgbClr val="0000FF"/>
                    </a:solidFill>
                  </a:rPr>
                  <a:t>Reason</a:t>
                </a:r>
                <a:r>
                  <a:rPr lang="en-MY" sz="2200" dirty="0"/>
                  <a:t>: The </a:t>
                </a:r>
                <a:r>
                  <a:rPr lang="en-MY" sz="2200" b="1" dirty="0">
                    <a:solidFill>
                      <a:srgbClr val="FF0000"/>
                    </a:solidFill>
                  </a:rPr>
                  <a:t>super-increasing</a:t>
                </a:r>
                <a:r>
                  <a:rPr lang="en-MY" sz="2200" dirty="0"/>
                  <a:t> property of the public tuple </a:t>
                </a:r>
                <a14:m>
                  <m:oMath xmlns:m="http://schemas.openxmlformats.org/officeDocument/2006/math">
                    <m:r>
                      <a:rPr lang="en-MY" sz="2200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MY" sz="22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MY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3" t="-688" r="-74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2769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129" y="229454"/>
            <a:ext cx="11390050" cy="6047059"/>
          </a:xfrm>
        </p:spPr>
        <p:txBody>
          <a:bodyPr>
            <a:normAutofit/>
          </a:bodyPr>
          <a:lstStyle/>
          <a:p>
            <a:pPr algn="ctr"/>
            <a:r>
              <a:rPr lang="en-MY" sz="4000" b="1" dirty="0">
                <a:solidFill>
                  <a:srgbClr val="00B050"/>
                </a:solidFill>
              </a:rPr>
              <a:t>RSA</a:t>
            </a:r>
            <a:br>
              <a:rPr lang="en-MY" sz="4000" b="1" dirty="0">
                <a:solidFill>
                  <a:srgbClr val="00B050"/>
                </a:solidFill>
              </a:rPr>
            </a:br>
            <a:r>
              <a:rPr lang="en-MY" sz="4000" b="1" dirty="0">
                <a:solidFill>
                  <a:srgbClr val="00B050"/>
                </a:solidFill>
              </a:rPr>
              <a:t>(RIVEST-SHAMIR-ADLEMAN)</a:t>
            </a:r>
            <a:r>
              <a:rPr lang="en-MY" sz="4000" dirty="0">
                <a:solidFill>
                  <a:srgbClr val="00B050"/>
                </a:solidFill>
              </a:rPr>
              <a:t/>
            </a:r>
            <a:br>
              <a:rPr lang="en-MY" sz="4000" dirty="0">
                <a:solidFill>
                  <a:srgbClr val="00B050"/>
                </a:solidFill>
              </a:rPr>
            </a:br>
            <a:r>
              <a:rPr lang="en-MY" sz="4000" dirty="0"/>
              <a:t>cryptosystem</a:t>
            </a:r>
            <a:br>
              <a:rPr lang="en-MY" sz="4000" dirty="0"/>
            </a:br>
            <a:r>
              <a:rPr lang="en-MY" sz="4000" dirty="0"/>
              <a:t/>
            </a:r>
            <a:br>
              <a:rPr lang="en-MY" sz="4000" dirty="0"/>
            </a:br>
            <a:r>
              <a:rPr lang="en-MY" sz="4000" dirty="0"/>
              <a:t/>
            </a:r>
            <a:br>
              <a:rPr lang="en-MY" sz="4000" dirty="0"/>
            </a:br>
            <a:r>
              <a:rPr lang="en-MY" sz="4000" dirty="0"/>
              <a:t/>
            </a:r>
            <a:br>
              <a:rPr lang="en-MY" sz="4000" dirty="0"/>
            </a:br>
            <a:r>
              <a:rPr lang="en-MY" sz="4000" dirty="0"/>
              <a:t/>
            </a:r>
            <a:br>
              <a:rPr lang="en-MY" sz="4000" dirty="0"/>
            </a:br>
            <a:endParaRPr lang="en-MY" sz="4000" dirty="0"/>
          </a:p>
        </p:txBody>
      </p:sp>
      <p:pic>
        <p:nvPicPr>
          <p:cNvPr id="1026" name="Picture 2" descr="How RSA public key encryption works | Eric's playground">
            <a:extLst>
              <a:ext uri="{FF2B5EF4-FFF2-40B4-BE49-F238E27FC236}">
                <a16:creationId xmlns:a16="http://schemas.microsoft.com/office/drawing/2014/main" id="{C67FFAFD-1CC2-51FA-7256-B2B113B9B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146" y="2953192"/>
            <a:ext cx="5513033" cy="3675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SA 加密算法的數學原理- 每日頭條">
            <a:extLst>
              <a:ext uri="{FF2B5EF4-FFF2-40B4-BE49-F238E27FC236}">
                <a16:creationId xmlns:a16="http://schemas.microsoft.com/office/drawing/2014/main" id="{3C827A86-5603-D41E-ADA6-04059E14A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29" y="2953192"/>
            <a:ext cx="5242452" cy="3675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19609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2900" indent="-342900" algn="just"/>
                <a:r>
                  <a:rPr lang="en-AU" sz="2400" b="1" dirty="0">
                    <a:solidFill>
                      <a:srgbClr val="FF0000"/>
                    </a:solidFill>
                  </a:rPr>
                  <a:t>RSA cryptosystem </a:t>
                </a:r>
                <a:r>
                  <a:rPr lang="en-AU" sz="2400" dirty="0"/>
                  <a:t>is the best known, and by far the most widely used public key encryption algorithm that was first published by Ron Rivest, Adi Shamir and Leonard Adleman of MIT in 1978. </a:t>
                </a:r>
              </a:p>
              <a:p>
                <a:pPr marL="342900" indent="-342900" algn="just"/>
                <a:r>
                  <a:rPr lang="en-US" sz="2400" dirty="0"/>
                  <a:t>It is a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block cipher </a:t>
                </a:r>
                <a:r>
                  <a:rPr lang="en-US" sz="2400" dirty="0"/>
                  <a:t>in which the plaintext and ciphertext are integers between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 for some security parameter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342900" indent="-342900" algn="just"/>
                <a:r>
                  <a:rPr lang="en-US" sz="2400" dirty="0"/>
                  <a:t>The current </a:t>
                </a:r>
                <a:r>
                  <a:rPr lang="en-US" sz="2400" b="1" dirty="0"/>
                  <a:t>deployment standard </a:t>
                </a:r>
                <a:r>
                  <a:rPr lang="en-US" sz="2400" dirty="0"/>
                  <a:t>uses the size of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=2048</m:t>
                    </m:r>
                  </m:oMath>
                </a14:m>
                <a:r>
                  <a:rPr lang="en-US" sz="2400" dirty="0"/>
                  <a:t> (or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617</m:t>
                    </m:r>
                  </m:oMath>
                </a14:m>
                <a:r>
                  <a:rPr lang="en-US" sz="2400" dirty="0"/>
                  <a:t> decimal digits). The value of </a:t>
                </a:r>
                <a14:m>
                  <m:oMath xmlns:m="http://schemas.openxmlformats.org/officeDocument/2006/math">
                    <m:r>
                      <a:rPr lang="en-MY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400" b="0" i="0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MY" sz="2400" b="0" i="0" smtClean="0">
                            <a:latin typeface="Cambria Math" panose="02040503050406030204" pitchFamily="18" charset="0"/>
                          </a:rPr>
                          <m:t>2048</m:t>
                        </m:r>
                      </m:sup>
                    </m:sSup>
                  </m:oMath>
                </a14:m>
                <a:r>
                  <a:rPr lang="en-MY" sz="2400" dirty="0"/>
                  <a:t>.</a:t>
                </a:r>
              </a:p>
              <a:p>
                <a:pPr marL="342900" indent="-342900" algn="just"/>
                <a:r>
                  <a:rPr lang="en-MY" sz="2400" dirty="0"/>
                  <a:t>The underlying security of RSA is based on the </a:t>
                </a:r>
                <a:r>
                  <a:rPr lang="en-MY" sz="2400" b="1" dirty="0">
                    <a:solidFill>
                      <a:srgbClr val="0000FF"/>
                    </a:solidFill>
                  </a:rPr>
                  <a:t>hardness assumption of Integer Factorization Problem (IFP)</a:t>
                </a:r>
                <a:r>
                  <a:rPr lang="en-MY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35" t="-1100" r="-93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89920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 – </a:t>
            </a:r>
            <a:br>
              <a:rPr lang="en-MY" sz="3200" b="1" dirty="0"/>
            </a:br>
            <a:r>
              <a:rPr lang="en-MY" sz="3200" b="1" dirty="0">
                <a:solidFill>
                  <a:srgbClr val="0070C0"/>
                </a:solidFill>
              </a:rPr>
              <a:t>mathematics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b="1" dirty="0">
                    <a:solidFill>
                      <a:srgbClr val="FF0000"/>
                    </a:solidFill>
                  </a:rPr>
                  <a:t>Euler’s Totient Function, </a:t>
                </a: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d>
                      <m:dPr>
                        <m:ctrlP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MY" sz="2400" dirty="0"/>
                  <a:t>. This is required in computing the public-private keys.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b="1" dirty="0">
                    <a:solidFill>
                      <a:srgbClr val="0000FF"/>
                    </a:solidFill>
                  </a:rPr>
                  <a:t>Extended Euclidean Algorithm</a:t>
                </a:r>
                <a:r>
                  <a:rPr lang="en-MY" sz="2400" dirty="0"/>
                  <a:t>. This is helpful in computing the multiplicative inverse of the public-private keys.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b="1" dirty="0">
                    <a:solidFill>
                      <a:srgbClr val="00B050"/>
                    </a:solidFill>
                  </a:rPr>
                  <a:t>Fast Exponentiation Algorithm</a:t>
                </a:r>
                <a:r>
                  <a:rPr lang="en-MY" sz="2400" dirty="0"/>
                  <a:t>. This is used to perform encryption and decryption using the public-private keys.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b="1" dirty="0">
                    <a:solidFill>
                      <a:srgbClr val="7030A0"/>
                    </a:solidFill>
                  </a:rPr>
                  <a:t>Euler’s Theorem</a:t>
                </a:r>
                <a:r>
                  <a:rPr lang="en-MY" sz="2400" dirty="0"/>
                  <a:t>. This is to show the proof of correctness of the RSA cryptosystem.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b="1" dirty="0">
                    <a:solidFill>
                      <a:srgbClr val="C00000"/>
                    </a:solidFill>
                  </a:rPr>
                  <a:t>Primality Testing</a:t>
                </a:r>
                <a:r>
                  <a:rPr lang="en-MY" sz="2400" dirty="0"/>
                  <a:t>. This is used to generate large random prime numbers in the key generation.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35" t="-1100" r="-93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85405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 - </a:t>
            </a:r>
            <a:r>
              <a:rPr lang="en-MY" sz="3200" b="1" dirty="0">
                <a:solidFill>
                  <a:srgbClr val="FF0000"/>
                </a:solidFill>
              </a:rPr>
              <a:t>Overview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526509A1-DBF5-C1EF-033B-5E4066AC4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90" y="1825625"/>
            <a:ext cx="8356181" cy="472424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50871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 – </a:t>
            </a:r>
            <a:br>
              <a:rPr lang="en-MY" sz="3200" b="1" dirty="0"/>
            </a:br>
            <a:r>
              <a:rPr lang="en-MY" sz="3200" b="1" dirty="0">
                <a:solidFill>
                  <a:srgbClr val="FF0000"/>
                </a:solidFill>
              </a:rPr>
              <a:t>KEY GENERATION</a:t>
            </a:r>
            <a:endParaRPr lang="en-MY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400" dirty="0"/>
                  <a:t>Selects </a:t>
                </a:r>
                <a:r>
                  <a:rPr lang="en-MY" sz="2400" b="1" dirty="0">
                    <a:solidFill>
                      <a:srgbClr val="0070C0"/>
                    </a:solidFill>
                  </a:rPr>
                  <a:t>two large primes </a:t>
                </a: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MY" sz="2400" b="1" dirty="0">
                    <a:solidFill>
                      <a:srgbClr val="0070C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MY" sz="2400" dirty="0"/>
                  <a:t>, compute modulus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𝑝𝑞</m:t>
                    </m:r>
                  </m:oMath>
                </a14:m>
                <a:r>
                  <a:rPr lang="en-MY" sz="24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400" dirty="0"/>
                  <a:t>Computes the Euler Totient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MY" sz="24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400" dirty="0"/>
                  <a:t>Selects a random public exponent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MY" sz="2400" dirty="0"/>
                  <a:t> such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sz="24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en-MY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MY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func>
                  </m:oMath>
                </a14:m>
                <a:r>
                  <a:rPr lang="en-MY" sz="2400" dirty="0"/>
                  <a:t>, and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1&lt;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sz="24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400" dirty="0"/>
                  <a:t>Computes the private exponent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MY" sz="2400" dirty="0"/>
                  <a:t> such that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≡1 </m:t>
                    </m:r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4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MY" sz="24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400" dirty="0"/>
                  <a:t>Publish the </a:t>
                </a:r>
                <a:r>
                  <a:rPr lang="en-MY" sz="2400" b="1" dirty="0">
                    <a:solidFill>
                      <a:srgbClr val="00B050"/>
                    </a:solidFill>
                  </a:rPr>
                  <a:t>public keys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sz="2400" dirty="0"/>
                  <a:t> and keeps the </a:t>
                </a:r>
                <a:r>
                  <a:rPr lang="en-MY" sz="2400" b="1" dirty="0">
                    <a:solidFill>
                      <a:srgbClr val="00B050"/>
                    </a:solidFill>
                  </a:rPr>
                  <a:t>private key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MY" sz="24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MY" sz="240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400" dirty="0"/>
                  <a:t>The recommended size of </a:t>
                </a:r>
                <a:r>
                  <a:rPr lang="en-MY" sz="2400" b="1" dirty="0">
                    <a:solidFill>
                      <a:srgbClr val="0000FF"/>
                    </a:solidFill>
                  </a:rPr>
                  <a:t>RSA is 2048 bits</a:t>
                </a:r>
                <a:r>
                  <a:rPr lang="en-MY" sz="2400" dirty="0"/>
                  <a:t> (the </a:t>
                </a:r>
                <a:r>
                  <a:rPr lang="en-MY" sz="2400" b="1" dirty="0">
                    <a:solidFill>
                      <a:srgbClr val="0000FF"/>
                    </a:solidFill>
                  </a:rPr>
                  <a:t>modulus </a:t>
                </a: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sz="2400" dirty="0"/>
                  <a:t>), this implies that the selected </a:t>
                </a:r>
                <a:r>
                  <a:rPr lang="en-MY" sz="2400" b="1" dirty="0">
                    <a:solidFill>
                      <a:srgbClr val="C00000"/>
                    </a:solidFill>
                  </a:rPr>
                  <a:t>primes </a:t>
                </a: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MY" sz="2400" b="1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MY" sz="2400" b="1" dirty="0">
                    <a:solidFill>
                      <a:srgbClr val="C00000"/>
                    </a:solidFill>
                  </a:rPr>
                  <a:t> are each of 1024 bits</a:t>
                </a:r>
                <a:r>
                  <a:rPr lang="en-MY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7" t="-1100" r="-93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13918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 – </a:t>
            </a:r>
            <a:br>
              <a:rPr lang="en-MY" sz="3200" b="1" dirty="0"/>
            </a:br>
            <a:r>
              <a:rPr lang="en-MY" sz="3200" b="1" dirty="0">
                <a:solidFill>
                  <a:srgbClr val="FF0000"/>
                </a:solidFill>
              </a:rPr>
              <a:t>encryption </a:t>
            </a:r>
            <a:r>
              <a:rPr lang="en-MY" sz="3200" b="1" dirty="0">
                <a:solidFill>
                  <a:schemeClr val="tx1"/>
                </a:solidFill>
              </a:rPr>
              <a:t>&amp;</a:t>
            </a:r>
            <a:r>
              <a:rPr lang="en-MY" sz="3200" b="1" dirty="0">
                <a:solidFill>
                  <a:srgbClr val="FF0000"/>
                </a:solidFill>
              </a:rPr>
              <a:t> decryption</a:t>
            </a:r>
            <a:endParaRPr lang="en-MY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dirty="0"/>
                  <a:t>Suppose Alice wishes to send plaintext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MY" sz="24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sz="2400" dirty="0"/>
                  <a:t> to Bob.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400" dirty="0"/>
                  <a:t>She obtains Bob’s public keys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sz="2400" dirty="0"/>
                  <a:t> and computes ciphertext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4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sz="24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400" dirty="0"/>
                  <a:t>She sends the ciphertext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MY" sz="2400" dirty="0"/>
                  <a:t> to Bob.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MY" sz="2400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dirty="0"/>
                  <a:t>When Bob receives the ciphertext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MY" sz="2400" dirty="0"/>
                  <a:t> from Alice.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400" dirty="0"/>
                  <a:t>He computes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4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sz="2400" dirty="0"/>
                  <a:t> using his private key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MY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7" t="-963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62939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smtClean="0">
                <a:solidFill>
                  <a:srgbClr val="00B050"/>
                </a:solidFill>
              </a:rPr>
              <a:t>RSA</a:t>
            </a:r>
            <a:r>
              <a:rPr lang="en-MY" sz="3200" b="1" smtClean="0"/>
              <a:t> CRYPTOSYSTEM – </a:t>
            </a:r>
            <a:br>
              <a:rPr lang="en-MY" sz="3200" b="1" smtClean="0"/>
            </a:br>
            <a:r>
              <a:rPr lang="en-MY" sz="3200" b="1" smtClean="0">
                <a:solidFill>
                  <a:srgbClr val="FF0000"/>
                </a:solidFill>
              </a:rPr>
              <a:t>encryption </a:t>
            </a:r>
            <a:r>
              <a:rPr lang="en-MY" sz="3200" b="1" smtClean="0">
                <a:solidFill>
                  <a:schemeClr val="tx1"/>
                </a:solidFill>
              </a:rPr>
              <a:t>&amp;</a:t>
            </a:r>
            <a:r>
              <a:rPr lang="en-MY" sz="3200" b="1" smtClean="0">
                <a:solidFill>
                  <a:srgbClr val="FF0000"/>
                </a:solidFill>
              </a:rPr>
              <a:t> decryption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8814-91EE-A118-1CDC-F0A6E20AE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MY" sz="2400" dirty="0"/>
              <a:t>Why is the encryption and decryption possible in RSA cryptosystem?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MY" sz="2400" b="1" dirty="0">
                <a:solidFill>
                  <a:srgbClr val="0000FF"/>
                </a:solidFill>
              </a:rPr>
              <a:t>Proof of correctness</a:t>
            </a:r>
            <a:r>
              <a:rPr lang="en-MY" sz="2400" dirty="0"/>
              <a:t>. 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MY" sz="2400" dirty="0"/>
          </a:p>
          <a:p>
            <a:pPr marL="0" indent="0" algn="just">
              <a:buNone/>
            </a:pPr>
            <a:endParaRPr lang="en-MY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D47CAD6A-A244-4360-0850-2F8B8194F1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3865722"/>
                  </p:ext>
                </p:extLst>
              </p:nvPr>
            </p:nvGraphicFramePr>
            <p:xfrm>
              <a:off x="884241" y="3178780"/>
              <a:ext cx="10423518" cy="28820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80712">
                      <a:extLst>
                        <a:ext uri="{9D8B030D-6E8A-4147-A177-3AD203B41FA5}">
                          <a16:colId xmlns:a16="http://schemas.microsoft.com/office/drawing/2014/main" val="1184624953"/>
                        </a:ext>
                      </a:extLst>
                    </a:gridCol>
                    <a:gridCol w="648940">
                      <a:extLst>
                        <a:ext uri="{9D8B030D-6E8A-4147-A177-3AD203B41FA5}">
                          <a16:colId xmlns:a16="http://schemas.microsoft.com/office/drawing/2014/main" val="1138193444"/>
                        </a:ext>
                      </a:extLst>
                    </a:gridCol>
                    <a:gridCol w="1711507">
                      <a:extLst>
                        <a:ext uri="{9D8B030D-6E8A-4147-A177-3AD203B41FA5}">
                          <a16:colId xmlns:a16="http://schemas.microsoft.com/office/drawing/2014/main" val="2532274694"/>
                        </a:ext>
                      </a:extLst>
                    </a:gridCol>
                    <a:gridCol w="1595539">
                      <a:extLst>
                        <a:ext uri="{9D8B030D-6E8A-4147-A177-3AD203B41FA5}">
                          <a16:colId xmlns:a16="http://schemas.microsoft.com/office/drawing/2014/main" val="1919180335"/>
                        </a:ext>
                      </a:extLst>
                    </a:gridCol>
                    <a:gridCol w="4086820">
                      <a:extLst>
                        <a:ext uri="{9D8B030D-6E8A-4147-A177-3AD203B41FA5}">
                          <a16:colId xmlns:a16="http://schemas.microsoft.com/office/drawing/2014/main" val="20369378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a:rPr lang="en-MY" sz="2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sz="2400" b="0" i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sz="2400" b="0" i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MY" sz="2400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0" lang="en-MY" sz="2400" b="0" i="1" u="none" strike="noStrike" kern="1200" cap="none" spc="5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≡</m:t>
                              </m:r>
                            </m:oMath>
                          </a14:m>
                          <a:r>
                            <a:rPr lang="en-MY" sz="2400" dirty="0">
                              <a:solidFill>
                                <a:sysClr val="windowText" lastClr="000000"/>
                              </a:solidFill>
                            </a:rPr>
                            <a:t> 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MY" sz="2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MY" sz="2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MY" sz="2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p>
                                          <m:r>
                                            <a:rPr lang="en-MY" sz="2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oMath>
                          </a14:m>
                          <a:r>
                            <a:rPr lang="en-MY" sz="2400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en-MY" sz="2400" b="0" i="1" u="none" strike="noStrike" kern="1200" cap="none" spc="5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MY" sz="2400" b="0" i="0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mod</m:t>
                                    </m:r>
                                    <m:r>
                                      <a:rPr kumimoji="0" lang="en-MY" sz="2400" b="0" i="0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en-MY" sz="2400" b="0" i="1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; </a:t>
                          </a:r>
                          <a14:m>
                            <m:oMath xmlns:m="http://schemas.openxmlformats.org/officeDocument/2006/math">
                              <m:r>
                                <a:rPr lang="en-MY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MY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en-MY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r>
                                <a:rPr lang="en-MY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endParaRPr lang="en-MY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574396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0" lang="en-MY" sz="2400" b="0" i="1" u="none" strike="noStrike" kern="1200" cap="none" spc="5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≡</m:t>
                              </m:r>
                            </m:oMath>
                          </a14:m>
                          <a:r>
                            <a:rPr lang="en-MY" sz="2400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𝑒𝑑</m:t>
                                  </m:r>
                                </m:sup>
                              </m:sSup>
                            </m:oMath>
                          </a14:m>
                          <a:r>
                            <a:rPr lang="en-MY" sz="2400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en-MY" sz="2400" b="0" i="1" u="none" strike="noStrike" kern="1200" cap="none" spc="5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MY" sz="2400" b="0" i="0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mod</m:t>
                                    </m:r>
                                    <m:r>
                                      <a:rPr kumimoji="0" lang="en-MY" sz="2400" b="0" i="0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en-MY" sz="2400" b="0" i="1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593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0" lang="en-MY" sz="2400" b="0" i="1" u="none" strike="noStrike" kern="1200" cap="none" spc="5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≡</m:t>
                              </m:r>
                            </m:oMath>
                          </a14:m>
                          <a:r>
                            <a:rPr lang="en-MY" sz="2400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𝑚𝑜𝑑</m:t>
                                  </m:r>
                                  <m:r>
                                    <a:rPr lang="en-US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n-MY" sz="2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MY" sz="2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oMath>
                          </a14:m>
                          <a:r>
                            <a:rPr lang="en-MY" sz="2400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en-MY" sz="2400" b="0" i="1" u="none" strike="noStrike" kern="1200" cap="none" spc="5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MY" sz="2400" b="0" i="0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mod</m:t>
                                    </m:r>
                                    <m:r>
                                      <a:rPr kumimoji="0" lang="en-MY" sz="2400" b="0" i="0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en-MY" sz="2400" b="0" i="1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MY" sz="2400" dirty="0">
                              <a:solidFill>
                                <a:srgbClr val="FF0000"/>
                              </a:solidFill>
                            </a:rPr>
                            <a:t>*Since </a:t>
                          </a:r>
                          <a14:m>
                            <m:oMath xmlns:m="http://schemas.openxmlformats.org/officeDocument/2006/math">
                              <m:r>
                                <a:rPr lang="en-MY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𝑒𝑑</m:t>
                              </m:r>
                              <m:r>
                                <a:rPr lang="en-MY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en-MY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n-MY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MY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008954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0" lang="en-MY" sz="2400" b="0" i="1" u="none" strike="noStrike" kern="1200" cap="none" spc="5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≡</m:t>
                              </m:r>
                            </m:oMath>
                          </a14:m>
                          <a:r>
                            <a:rPr lang="en-MY" sz="2400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MY" sz="2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en-MY" sz="2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n-MY" sz="2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MY" sz="2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MY" sz="2400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2400" b="0" i="1" u="none" strike="noStrike" kern="1200" cap="none" spc="5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kumimoji="0" lang="en-MY" sz="2400" b="0" i="1" u="none" strike="noStrike" kern="1200" cap="none" spc="5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MY" sz="2400" b="0" i="0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mod</m:t>
                                    </m:r>
                                    <m:r>
                                      <a:rPr kumimoji="0" lang="en-MY" sz="2400" b="0" i="0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en-MY" sz="2400" b="0" i="1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76660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0" lang="en-MY" sz="2400" b="0" i="1" u="none" strike="noStrike" kern="1200" cap="none" spc="5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≡</m:t>
                              </m:r>
                            </m:oMath>
                          </a14:m>
                          <a:r>
                            <a:rPr lang="en-MY" sz="2400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MY" sz="2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MY" sz="2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⋅1</m:t>
                              </m:r>
                            </m:oMath>
                          </a14:m>
                          <a:r>
                            <a:rPr lang="en-MY" sz="2400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en-MY" sz="2400" b="0" i="1" u="none" strike="noStrike" kern="1200" cap="none" spc="5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MY" sz="2400" b="0" i="0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mod</m:t>
                                    </m:r>
                                    <m:r>
                                      <a:rPr kumimoji="0" lang="en-MY" sz="2400" b="0" i="0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en-MY" sz="2400" b="0" i="1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MY" sz="2400" dirty="0">
                              <a:solidFill>
                                <a:srgbClr val="FF0000"/>
                              </a:solidFill>
                            </a:rPr>
                            <a:t>*Since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en-MY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n-MY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MY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MY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≡1 </m:t>
                              </m:r>
                              <m:d>
                                <m:dPr>
                                  <m:ctrlPr>
                                    <a:rPr lang="en-MY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n-MY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MY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01293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0" lang="en-MY" sz="2400" b="0" i="1" u="none" strike="noStrike" kern="1200" cap="none" spc="5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≡</m:t>
                              </m:r>
                            </m:oMath>
                          </a14:m>
                          <a:r>
                            <a:rPr lang="en-MY" sz="2400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MY" sz="2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n-MY" sz="2400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en-MY" sz="2400" b="0" i="1" u="none" strike="noStrike" kern="1200" cap="none" spc="5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MY" sz="2400" b="0" i="0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mod</m:t>
                                    </m:r>
                                    <m:r>
                                      <a:rPr kumimoji="0" lang="en-MY" sz="2400" b="0" i="0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en-MY" sz="2400" b="0" i="1" u="none" strike="noStrike" kern="1200" cap="none" spc="5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1495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D47CAD6A-A244-4360-0850-2F8B8194F1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3865722"/>
                  </p:ext>
                </p:extLst>
              </p:nvPr>
            </p:nvGraphicFramePr>
            <p:xfrm>
              <a:off x="884241" y="3178780"/>
              <a:ext cx="10423518" cy="28820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80712">
                      <a:extLst>
                        <a:ext uri="{9D8B030D-6E8A-4147-A177-3AD203B41FA5}">
                          <a16:colId xmlns:a16="http://schemas.microsoft.com/office/drawing/2014/main" val="1184624953"/>
                        </a:ext>
                      </a:extLst>
                    </a:gridCol>
                    <a:gridCol w="648940">
                      <a:extLst>
                        <a:ext uri="{9D8B030D-6E8A-4147-A177-3AD203B41FA5}">
                          <a16:colId xmlns:a16="http://schemas.microsoft.com/office/drawing/2014/main" val="1138193444"/>
                        </a:ext>
                      </a:extLst>
                    </a:gridCol>
                    <a:gridCol w="1711507">
                      <a:extLst>
                        <a:ext uri="{9D8B030D-6E8A-4147-A177-3AD203B41FA5}">
                          <a16:colId xmlns:a16="http://schemas.microsoft.com/office/drawing/2014/main" val="2532274694"/>
                        </a:ext>
                      </a:extLst>
                    </a:gridCol>
                    <a:gridCol w="1595539">
                      <a:extLst>
                        <a:ext uri="{9D8B030D-6E8A-4147-A177-3AD203B41FA5}">
                          <a16:colId xmlns:a16="http://schemas.microsoft.com/office/drawing/2014/main" val="1919180335"/>
                        </a:ext>
                      </a:extLst>
                    </a:gridCol>
                    <a:gridCol w="4086820">
                      <a:extLst>
                        <a:ext uri="{9D8B030D-6E8A-4147-A177-3AD203B41FA5}">
                          <a16:colId xmlns:a16="http://schemas.microsoft.com/office/drawing/2014/main" val="2036937885"/>
                        </a:ext>
                      </a:extLst>
                    </a:gridCol>
                  </a:tblGrid>
                  <a:tr h="4636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6" t="-9211" r="-338619" b="-5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9811" t="-9211" r="-1149057" b="-5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7224" t="-9211" r="-333452" b="-5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7328" t="-9211" r="-257634" b="-5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373" t="-9211" r="-746" b="-526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439671"/>
                      </a:ext>
                    </a:extLst>
                  </a:tr>
                  <a:tr h="463677">
                    <a:tc>
                      <a:txBody>
                        <a:bodyPr/>
                        <a:lstStyle/>
                        <a:p>
                          <a:pPr algn="r"/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9811" t="-107792" r="-1149057" b="-419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7224" t="-107792" r="-333452" b="-419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7328" t="-107792" r="-257634" b="-419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593651"/>
                      </a:ext>
                    </a:extLst>
                  </a:tr>
                  <a:tr h="504254">
                    <a:tc>
                      <a:txBody>
                        <a:bodyPr/>
                        <a:lstStyle/>
                        <a:p>
                          <a:pPr algn="r"/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9811" t="-195122" r="-1149057" b="-2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7224" t="-195122" r="-333452" b="-2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7328" t="-195122" r="-257634" b="-2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373" t="-195122" r="-746" b="-293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0895493"/>
                      </a:ext>
                    </a:extLst>
                  </a:tr>
                  <a:tr h="481965">
                    <a:tc>
                      <a:txBody>
                        <a:bodyPr/>
                        <a:lstStyle/>
                        <a:p>
                          <a:pPr algn="r"/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9811" t="-302500" r="-1149057" b="-2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7224" t="-302500" r="-333452" b="-2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7328" t="-302500" r="-257634" b="-2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7666063"/>
                      </a:ext>
                    </a:extLst>
                  </a:tr>
                  <a:tr h="511302">
                    <a:tc>
                      <a:txBody>
                        <a:bodyPr/>
                        <a:lstStyle/>
                        <a:p>
                          <a:pPr algn="r"/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9811" t="-383333" r="-1149057" b="-9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7224" t="-383333" r="-333452" b="-9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7328" t="-383333" r="-257634" b="-9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373" t="-383333" r="-746" b="-9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012931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r"/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9811" t="-541333" r="-1149057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7224" t="-541333" r="-333452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7328" t="-541333" r="-257634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1495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390606" y="217714"/>
                <a:ext cx="1939249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MY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MY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MY" i="1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MY" i="1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MY" i="1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𝑛𝑐𝑟𝑦𝑝𝑡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MY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𝑒𝑐𝑟𝑦𝑝𝑡</m:t>
                        </m:r>
                      </m:sup>
                    </m:sSup>
                  </m:oMath>
                </a14:m>
                <a:r>
                  <a:rPr lang="en-MY" dirty="0">
                    <a:solidFill>
                      <a:sysClr val="windowText" lastClr="000000"/>
                    </a:solidFill>
                  </a:rPr>
                  <a:t> </a:t>
                </a:r>
                <a:endParaRPr lang="en-MY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606" y="217714"/>
                <a:ext cx="1939249" cy="374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7782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 – </a:t>
            </a:r>
            <a:br>
              <a:rPr lang="en-MY" sz="3200" b="1" dirty="0"/>
            </a:br>
            <a:r>
              <a:rPr lang="en-MY" sz="3200" b="1" dirty="0">
                <a:solidFill>
                  <a:srgbClr val="0000FF"/>
                </a:solidFill>
              </a:rPr>
              <a:t>trapdoor</a:t>
            </a:r>
            <a:r>
              <a:rPr lang="en-MY" sz="3200" b="1" dirty="0"/>
              <a:t> </a:t>
            </a:r>
            <a:r>
              <a:rPr lang="en-MY" sz="3200" b="1" dirty="0">
                <a:solidFill>
                  <a:srgbClr val="0000FF"/>
                </a:solidFill>
              </a:rPr>
              <a:t>one-way function</a:t>
            </a:r>
            <a:endParaRPr lang="en-MY" sz="32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dirty="0"/>
                  <a:t>The basis of RSA cryptosystem lies on the </a:t>
                </a:r>
                <a:r>
                  <a:rPr lang="en-MY" sz="2400" b="1" dirty="0">
                    <a:solidFill>
                      <a:srgbClr val="FF0000"/>
                    </a:solidFill>
                  </a:rPr>
                  <a:t>one-way function </a:t>
                </a:r>
                <a:r>
                  <a:rPr lang="en-MY" sz="2400" dirty="0"/>
                  <a:t>of the encryption equation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en-MY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sz="2400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MY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MY" sz="2400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dirty="0"/>
                  <a:t>The forward encryption is </a:t>
                </a:r>
                <a:r>
                  <a:rPr lang="en-MY" sz="2400" b="1" dirty="0">
                    <a:solidFill>
                      <a:srgbClr val="7030A0"/>
                    </a:solidFill>
                  </a:rPr>
                  <a:t>computationally feasible</a:t>
                </a:r>
                <a:r>
                  <a:rPr lang="en-MY" sz="2400" dirty="0"/>
                  <a:t> given the public keys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sz="24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dirty="0"/>
                  <a:t>However, given only ciphertext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MY" sz="2400" dirty="0"/>
                  <a:t> and public key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MY" sz="2400" dirty="0"/>
                  <a:t>, inverting the plaintext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d>
                      <m:d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4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sz="2400" dirty="0"/>
                  <a:t> is computationally infeasible </a:t>
                </a:r>
                <a:r>
                  <a:rPr lang="en-MY" sz="2400" b="1" dirty="0">
                    <a:solidFill>
                      <a:srgbClr val="C00000"/>
                    </a:solidFill>
                  </a:rPr>
                  <a:t>if the modulus </a:t>
                </a: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sz="2400" b="1" dirty="0">
                    <a:solidFill>
                      <a:srgbClr val="C00000"/>
                    </a:solidFill>
                  </a:rPr>
                  <a:t> is sufficiently large</a:t>
                </a:r>
                <a:r>
                  <a:rPr lang="en-MY" sz="2400" dirty="0"/>
                  <a:t>. 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b="1" dirty="0">
                    <a:solidFill>
                      <a:srgbClr val="0000FF"/>
                    </a:solidFill>
                  </a:rPr>
                  <a:t>Trapdoor</a:t>
                </a:r>
                <a:r>
                  <a:rPr lang="en-MY" sz="2400" dirty="0"/>
                  <a:t>: </a:t>
                </a:r>
                <a:r>
                  <a:rPr lang="en-MY" sz="2400" b="1" dirty="0">
                    <a:solidFill>
                      <a:srgbClr val="0000FF"/>
                    </a:solidFill>
                  </a:rPr>
                  <a:t>the private key </a:t>
                </a:r>
                <a14:m>
                  <m:oMath xmlns:m="http://schemas.openxmlformats.org/officeDocument/2006/math">
                    <m:r>
                      <a:rPr lang="en-MY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MY" sz="2400" dirty="0"/>
                  <a:t>. With this value, it is computationally feasible to decrypt the ciphertext and recover the plaintext.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35" t="-1100" r="-93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8400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 – </a:t>
            </a:r>
            <a:br>
              <a:rPr lang="en-MY" sz="3200" b="1" dirty="0"/>
            </a:br>
            <a:r>
              <a:rPr lang="en-MY" sz="3200" b="1" dirty="0">
                <a:solidFill>
                  <a:srgbClr val="FF0000"/>
                </a:solidFill>
              </a:rPr>
              <a:t>small example</a:t>
            </a:r>
            <a:endParaRPr lang="en-MY" sz="3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879" y="1834333"/>
                <a:ext cx="9810604" cy="4428753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200" b="1" dirty="0">
                    <a:solidFill>
                      <a:srgbClr val="00B050"/>
                    </a:solidFill>
                  </a:rPr>
                  <a:t>Key Generation</a:t>
                </a:r>
                <a:r>
                  <a:rPr lang="en-MY" sz="2200" dirty="0"/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Selects </a:t>
                </a:r>
                <a:r>
                  <a:rPr lang="en-MY" sz="2200" dirty="0">
                    <a:solidFill>
                      <a:schemeClr val="tx1"/>
                    </a:solidFill>
                  </a:rPr>
                  <a:t>two primes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MY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lang="en-MY" sz="22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MY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=17</m:t>
                    </m:r>
                  </m:oMath>
                </a14:m>
                <a:r>
                  <a:rPr lang="en-MY" sz="2200" dirty="0"/>
                  <a:t>, compute modulus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d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=187</m:t>
                    </m:r>
                  </m:oMath>
                </a14:m>
                <a:r>
                  <a:rPr lang="en-MY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Computes the Euler Totient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187</m:t>
                        </m:r>
                      </m:e>
                    </m:d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11−1</m:t>
                        </m:r>
                      </m:e>
                    </m:d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17−1</m:t>
                        </m:r>
                      </m:e>
                    </m:d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=160</m:t>
                    </m:r>
                  </m:oMath>
                </a14:m>
                <a:r>
                  <a:rPr lang="en-MY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Selects a random public exponent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MY" sz="2200" dirty="0"/>
                  <a:t> such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en-MY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MY" sz="2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func>
                  </m:oMath>
                </a14:m>
                <a:r>
                  <a:rPr lang="en-MY" sz="2200" dirty="0"/>
                  <a:t>, and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1&lt;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sz="2200" dirty="0"/>
                  <a:t>. Here, we choose </a:t>
                </a:r>
                <a14:m>
                  <m:oMath xmlns:m="http://schemas.openxmlformats.org/officeDocument/2006/math">
                    <m:r>
                      <a:rPr lang="en-MY" sz="22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MY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Computes the private exponent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MY" sz="2200" dirty="0"/>
                  <a:t> such that </a:t>
                </a:r>
                <a14:m>
                  <m:oMath xmlns:m="http://schemas.openxmlformats.org/officeDocument/2006/math">
                    <m:r>
                      <a:rPr lang="en-MY" sz="2200" b="0" i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≡1 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 160</m:t>
                        </m:r>
                      </m:e>
                    </m:d>
                  </m:oMath>
                </a14:m>
                <a:r>
                  <a:rPr lang="en-MY" sz="2200" dirty="0"/>
                  <a:t>. Using the Extended Euclidean Algorithm,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≡23 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b="0" i="0" smtClean="0">
                            <a:latin typeface="Cambria Math" panose="02040503050406030204" pitchFamily="18" charset="0"/>
                          </a:rPr>
                          <m:t> 160</m:t>
                        </m:r>
                      </m:e>
                    </m:d>
                  </m:oMath>
                </a14:m>
                <a:r>
                  <a:rPr lang="en-MY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Publish the public keys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7,187</m:t>
                        </m:r>
                      </m:e>
                    </m:d>
                  </m:oMath>
                </a14:m>
                <a:r>
                  <a:rPr lang="en-MY" sz="2200" dirty="0"/>
                  <a:t> and keeps the private key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e>
                    </m:d>
                  </m:oMath>
                </a14:m>
                <a:r>
                  <a:rPr lang="en-MY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MY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879" y="1834333"/>
                <a:ext cx="9810604" cy="4428753"/>
              </a:xfrm>
              <a:blipFill>
                <a:blip r:embed="rId2"/>
                <a:stretch>
                  <a:fillRect l="-373" t="-826" r="-74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28826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 – </a:t>
            </a:r>
            <a:br>
              <a:rPr lang="en-MY" sz="3200" b="1" dirty="0"/>
            </a:br>
            <a:r>
              <a:rPr lang="en-MY" sz="3200" b="1" dirty="0">
                <a:solidFill>
                  <a:srgbClr val="FF0000"/>
                </a:solidFill>
              </a:rPr>
              <a:t>small example</a:t>
            </a:r>
            <a:endParaRPr lang="en-MY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200" b="1" dirty="0">
                    <a:solidFill>
                      <a:srgbClr val="00B050"/>
                    </a:solidFill>
                  </a:rPr>
                  <a:t>Encryption</a:t>
                </a:r>
                <a:r>
                  <a:rPr lang="en-MY" sz="2200" dirty="0"/>
                  <a:t>: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Suppose Alice wants to send plaintext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=88</m:t>
                    </m:r>
                  </m:oMath>
                </a14:m>
                <a:r>
                  <a:rPr lang="en-MY" sz="2200" dirty="0"/>
                  <a:t> to Bob. She obtains the public keys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7,187</m:t>
                        </m:r>
                      </m:e>
                    </m:d>
                  </m:oMath>
                </a14:m>
                <a:r>
                  <a:rPr lang="en-MY" sz="2200" dirty="0"/>
                  <a:t> and computes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88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b="0" i="0" smtClean="0">
                            <a:latin typeface="Cambria Math" panose="02040503050406030204" pitchFamily="18" charset="0"/>
                          </a:rPr>
                          <m:t> 187</m:t>
                        </m:r>
                      </m:e>
                    </m:d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≡11 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187</m:t>
                        </m:r>
                      </m:e>
                    </m:d>
                  </m:oMath>
                </a14:m>
                <a:r>
                  <a:rPr lang="en-MY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She sends the ciphertext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≡11 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b="0" i="0" smtClean="0">
                            <a:latin typeface="Cambria Math" panose="02040503050406030204" pitchFamily="18" charset="0"/>
                          </a:rPr>
                          <m:t> 187</m:t>
                        </m:r>
                      </m:e>
                    </m:d>
                  </m:oMath>
                </a14:m>
                <a:r>
                  <a:rPr lang="en-MY" sz="2200" dirty="0"/>
                  <a:t> to Bob.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MY" sz="2200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200" b="1" dirty="0">
                    <a:solidFill>
                      <a:srgbClr val="00B050"/>
                    </a:solidFill>
                  </a:rPr>
                  <a:t>Decryption</a:t>
                </a:r>
                <a:r>
                  <a:rPr lang="en-MY" sz="2200" dirty="0"/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Bob when receives Alice’s ciphertext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≡11 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b="0" i="0" smtClean="0">
                            <a:latin typeface="Cambria Math" panose="02040503050406030204" pitchFamily="18" charset="0"/>
                          </a:rPr>
                          <m:t> 187</m:t>
                        </m:r>
                      </m:e>
                    </m:d>
                  </m:oMath>
                </a14:m>
                <a:r>
                  <a:rPr lang="en-MY" sz="2200" dirty="0"/>
                  <a:t>, computes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>
                            <a:latin typeface="Cambria Math" panose="02040503050406030204" pitchFamily="18" charset="0"/>
                          </a:rPr>
                          <m:t> 187</m:t>
                        </m:r>
                      </m:e>
                    </m:d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≡88 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b="0" i="0" smtClean="0">
                            <a:latin typeface="Cambria Math" panose="02040503050406030204" pitchFamily="18" charset="0"/>
                          </a:rPr>
                          <m:t> 187</m:t>
                        </m:r>
                      </m:e>
                    </m:d>
                  </m:oMath>
                </a14:m>
                <a:r>
                  <a:rPr lang="en-MY" sz="2200" dirty="0"/>
                  <a:t>and recover the plaintext </a:t>
                </a:r>
                <a14:m>
                  <m:oMath xmlns:m="http://schemas.openxmlformats.org/officeDocument/2006/math">
                    <m:r>
                      <a:rPr lang="en-MY" sz="22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88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b="0" i="0" smtClean="0">
                            <a:latin typeface="Cambria Math" panose="02040503050406030204" pitchFamily="18" charset="0"/>
                          </a:rPr>
                          <m:t> 187</m:t>
                        </m:r>
                      </m:e>
                    </m:d>
                  </m:oMath>
                </a14:m>
                <a:r>
                  <a:rPr lang="en-MY" sz="22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MY" sz="2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88</m:t>
                        </m:r>
                      </m:e>
                      <m:sup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MY" sz="22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>
                            <a:latin typeface="Cambria Math" panose="02040503050406030204" pitchFamily="18" charset="0"/>
                          </a:rPr>
                          <m:t> 187</m:t>
                        </m:r>
                      </m:e>
                    </m:d>
                  </m:oMath>
                </a14:m>
                <a:r>
                  <a:rPr lang="en-MY" sz="2200" dirty="0" smtClean="0"/>
                  <a:t>; </a:t>
                </a:r>
                <a14:m>
                  <m:oMath xmlns:m="http://schemas.openxmlformats.org/officeDocument/2006/math">
                    <m:r>
                      <a:rPr lang="en-MY" sz="22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MY" sz="22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>
                            <a:latin typeface="Cambria Math" panose="02040503050406030204" pitchFamily="18" charset="0"/>
                          </a:rPr>
                          <m:t> 187</m:t>
                        </m:r>
                      </m:e>
                    </m:d>
                    <m:r>
                      <a:rPr lang="en-MY" sz="2200" i="1">
                        <a:latin typeface="Cambria Math" panose="02040503050406030204" pitchFamily="18" charset="0"/>
                      </a:rPr>
                      <m:t>≡88 </m:t>
                    </m:r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>
                            <a:latin typeface="Cambria Math" panose="02040503050406030204" pitchFamily="18" charset="0"/>
                          </a:rPr>
                          <m:t> 187</m:t>
                        </m:r>
                      </m:e>
                    </m:d>
                  </m:oMath>
                </a14:m>
                <a:endParaRPr lang="en-MY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3" t="-688" r="-74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26692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 –</a:t>
            </a:r>
            <a:r>
              <a:rPr lang="en-MY" sz="3200" dirty="0"/>
              <a:t> </a:t>
            </a:r>
            <a:r>
              <a:rPr lang="en-MY" sz="3200" b="1" dirty="0">
                <a:solidFill>
                  <a:srgbClr val="C00000"/>
                </a:solidFill>
              </a:rPr>
              <a:t>security</a:t>
            </a:r>
            <a:r>
              <a:rPr lang="en-MY" sz="3200" b="1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200" b="1" dirty="0"/>
                  <a:t>Security</a:t>
                </a:r>
                <a:r>
                  <a:rPr lang="en-MY" sz="2200" dirty="0"/>
                  <a:t> behind RSA Cryptosystem:</a:t>
                </a:r>
              </a:p>
              <a:p>
                <a:pPr marL="731520" lvl="1" indent="-457200" algn="just">
                  <a:buFont typeface="+mj-lt"/>
                  <a:buAutoNum type="arabicPeriod"/>
                </a:pPr>
                <a:r>
                  <a:rPr lang="en-MY" sz="2200" b="1" dirty="0">
                    <a:solidFill>
                      <a:srgbClr val="FF0000"/>
                    </a:solidFill>
                  </a:rPr>
                  <a:t>(Strongest)</a:t>
                </a:r>
                <a:r>
                  <a:rPr lang="en-MY" sz="2200" dirty="0"/>
                  <a:t> </a:t>
                </a:r>
                <a:r>
                  <a:rPr lang="en-MY" sz="2200" b="1" dirty="0">
                    <a:solidFill>
                      <a:srgbClr val="0000FF"/>
                    </a:solidFill>
                  </a:rPr>
                  <a:t>Integer Factorization Problem (IFP)</a:t>
                </a:r>
                <a:r>
                  <a:rPr lang="en-MY" sz="2200" dirty="0"/>
                  <a:t>: Given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sz="2200" dirty="0"/>
                  <a:t>, find its prime factors of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MY" sz="2200" dirty="0"/>
                  <a:t> and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MY" sz="2200" dirty="0"/>
                  <a:t>.</a:t>
                </a:r>
              </a:p>
              <a:p>
                <a:pPr marL="731520" lvl="1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MY" sz="2200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𝐭𝐡</m:t>
                        </m:r>
                      </m:sup>
                    </m:sSup>
                  </m:oMath>
                </a14:m>
                <a:r>
                  <a:rPr lang="en-MY" sz="2200" b="1" dirty="0">
                    <a:solidFill>
                      <a:srgbClr val="00B050"/>
                    </a:solidFill>
                  </a:rPr>
                  <a:t>-root problem</a:t>
                </a:r>
                <a:r>
                  <a:rPr lang="en-MY" sz="2200" dirty="0"/>
                  <a:t>: Given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MY" sz="22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sz="2200" dirty="0"/>
                  <a:t>, find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≡</m:t>
                    </m:r>
                    <m:rad>
                      <m:ra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MY" sz="2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deg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rad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MY" sz="22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MY" sz="22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MY" sz="2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MY" sz="2200" dirty="0"/>
                  <a:t>.</a:t>
                </a:r>
              </a:p>
              <a:p>
                <a:pPr marL="731520" lvl="1" indent="-457200" algn="just">
                  <a:buFont typeface="+mj-lt"/>
                  <a:buAutoNum type="arabicPeriod"/>
                </a:pPr>
                <a:r>
                  <a:rPr lang="en-MY" sz="2200" b="1" dirty="0">
                    <a:solidFill>
                      <a:srgbClr val="7030A0"/>
                    </a:solidFill>
                  </a:rPr>
                  <a:t>RSA key-equation</a:t>
                </a:r>
                <a:r>
                  <a:rPr lang="en-MY" sz="2200" dirty="0"/>
                  <a:t>: Given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≡1 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MY" sz="2200" dirty="0"/>
                  <a:t>, find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MY" sz="2200" dirty="0"/>
                  <a:t> such that </a:t>
                </a:r>
                <a:endParaRPr lang="en-MY" sz="2200" i="1" dirty="0">
                  <a:latin typeface="Cambria Math" panose="02040503050406030204" pitchFamily="18" charset="0"/>
                </a:endParaRPr>
              </a:p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200" b="0" i="1" smtClean="0">
                          <a:latin typeface="Cambria Math" panose="02040503050406030204" pitchFamily="18" charset="0"/>
                        </a:rPr>
                        <m:t>𝑒𝑑</m:t>
                      </m:r>
                      <m:r>
                        <a:rPr lang="en-MY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MY" sz="2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MY" sz="22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MY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MY" sz="2200" b="0" i="1" smtClean="0">
                          <a:latin typeface="Cambria Math" panose="02040503050406030204" pitchFamily="18" charset="0"/>
                        </a:rPr>
                        <m:t>=1.</m:t>
                      </m:r>
                    </m:oMath>
                  </m:oMathPara>
                </a14:m>
                <a:endParaRPr lang="en-MY" sz="2200" dirty="0"/>
              </a:p>
              <a:p>
                <a:pPr marL="731520" lvl="1" indent="-457200" algn="just">
                  <a:buFont typeface="+mj-lt"/>
                  <a:buAutoNum type="arabicPeriod"/>
                </a:pPr>
                <a:endParaRPr lang="en-MY" sz="2200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200" dirty="0"/>
                  <a:t>IFP is one of the </a:t>
                </a:r>
                <a:r>
                  <a:rPr lang="en-MY" sz="2200" b="1" dirty="0"/>
                  <a:t>NP problems </a:t>
                </a:r>
                <a:r>
                  <a:rPr lang="en-MY" sz="2200" dirty="0"/>
                  <a:t>but NOT </a:t>
                </a:r>
                <a:r>
                  <a:rPr lang="en-MY" sz="2200" b="1" dirty="0"/>
                  <a:t>NP-Complete.</a:t>
                </a:r>
                <a:endParaRPr lang="en-MY" sz="2200" dirty="0"/>
              </a:p>
              <a:p>
                <a:pPr marL="617220" lvl="1" indent="-342900" algn="just">
                  <a:buFont typeface="Wingdings" panose="05000000000000000000" pitchFamily="2" charset="2"/>
                  <a:buChar char="v"/>
                </a:pPr>
                <a:r>
                  <a:rPr lang="en-MY" sz="2200" b="1" dirty="0">
                    <a:solidFill>
                      <a:srgbClr val="FF0000"/>
                    </a:solidFill>
                  </a:rPr>
                  <a:t>NOT</a:t>
                </a:r>
                <a:r>
                  <a:rPr lang="en-MY" sz="2200" dirty="0"/>
                  <a:t> NP-Complete as IFP has no reduction into other NP-Complete problems.</a:t>
                </a:r>
              </a:p>
              <a:p>
                <a:pPr marL="0" indent="0" algn="just">
                  <a:buNone/>
                </a:pPr>
                <a:endParaRPr lang="en-MY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3" t="-825" r="-74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128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0000FF"/>
                </a:solidFill>
              </a:rPr>
              <a:t>Integer Factorization Problem (IFP)</a:t>
            </a:r>
            <a:r>
              <a:rPr lang="en-MY" dirty="0"/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n = 17,408,604,539 = </a:t>
                </a:r>
                <a:r>
                  <a:rPr lang="en-US" dirty="0" err="1" smtClean="0"/>
                  <a:t>pq</a:t>
                </a:r>
                <a:endParaRPr lang="en-US" dirty="0" smtClean="0"/>
              </a:p>
              <a:p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 smtClean="0"/>
                  <a:t>= 17,408,340,120 = (p-1)(q-1)</a:t>
                </a:r>
              </a:p>
              <a:p>
                <a:r>
                  <a:rPr lang="en-US" dirty="0" smtClean="0"/>
                  <a:t>Find p &amp; q</a:t>
                </a:r>
              </a:p>
              <a:p>
                <a:r>
                  <a:rPr lang="en-MY" dirty="0" smtClean="0"/>
                  <a:t>Can you find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168</m:t>
                        </m:r>
                      </m:deg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rad>
                  </m:oMath>
                </a14:m>
                <a:endParaRPr lang="en-MY" dirty="0" smtClean="0"/>
              </a:p>
              <a:p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≡1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MY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=187, ,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MY" dirty="0" smtClean="0"/>
                  <a:t>= 160</a:t>
                </a:r>
              </a:p>
              <a:p>
                <a:pPr marL="228600" lvl="1" indent="-228600">
                  <a:spcBef>
                    <a:spcPts val="1000"/>
                  </a:spcBef>
                  <a:buSzPct val="80000"/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where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MY" sz="2200" i="1"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MY" sz="2200" dirty="0"/>
              </a:p>
              <a:p>
                <a:endParaRPr lang="en-MY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48" t="-55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73297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 –</a:t>
            </a:r>
            <a:r>
              <a:rPr lang="en-MY" sz="3200" dirty="0"/>
              <a:t> </a:t>
            </a:r>
            <a:r>
              <a:rPr lang="en-MY" sz="3200" b="1" dirty="0">
                <a:solidFill>
                  <a:srgbClr val="C00000"/>
                </a:solidFill>
              </a:rPr>
              <a:t>security</a:t>
            </a:r>
            <a:r>
              <a:rPr lang="en-MY" sz="3200" b="1" dirty="0"/>
              <a:t> </a:t>
            </a:r>
            <a:endParaRPr lang="en-MY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400" b="1" dirty="0"/>
                  <a:t>Why is IFP difficult?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dirty="0"/>
                  <a:t>IFP is a </a:t>
                </a:r>
                <a:r>
                  <a:rPr lang="en-MY" sz="2400" b="1" dirty="0">
                    <a:solidFill>
                      <a:srgbClr val="FF0000"/>
                    </a:solidFill>
                  </a:rPr>
                  <a:t>one-way function</a:t>
                </a:r>
                <a:r>
                  <a:rPr lang="en-MY" sz="2400" dirty="0"/>
                  <a:t>, given two primes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MY" sz="2400" dirty="0"/>
                  <a:t> and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MY" sz="2400" dirty="0"/>
                  <a:t>, you can compute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𝑝𝑞</m:t>
                    </m:r>
                  </m:oMath>
                </a14:m>
                <a:r>
                  <a:rPr lang="en-MY" sz="2400" dirty="0"/>
                  <a:t> efficiently and easily. Example: given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=7841</m:t>
                    </m:r>
                  </m:oMath>
                </a14:m>
                <a:r>
                  <a:rPr lang="en-MY" sz="2400" dirty="0"/>
                  <a:t> and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=7621</m:t>
                    </m:r>
                  </m:oMath>
                </a14:m>
                <a:r>
                  <a:rPr lang="en-MY" sz="2400" dirty="0"/>
                  <a:t>, we can compute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=59,756,261</m:t>
                    </m:r>
                  </m:oMath>
                </a14:m>
                <a:r>
                  <a:rPr lang="en-MY" sz="2400" dirty="0"/>
                  <a:t> 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dirty="0"/>
                  <a:t>Now, given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=45,605,689</m:t>
                    </m:r>
                  </m:oMath>
                </a14:m>
                <a:r>
                  <a:rPr lang="en-MY" sz="2400" dirty="0"/>
                  <a:t>, </a:t>
                </a:r>
                <a:r>
                  <a:rPr lang="en-MY" sz="2400" b="1" dirty="0">
                    <a:solidFill>
                      <a:srgbClr val="0000FF"/>
                    </a:solidFill>
                  </a:rPr>
                  <a:t>factor it into two primes</a:t>
                </a:r>
                <a:r>
                  <a:rPr lang="en-MY" sz="2400" dirty="0"/>
                  <a:t>. 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b="1" dirty="0">
                    <a:solidFill>
                      <a:srgbClr val="7030A0"/>
                    </a:solidFill>
                  </a:rPr>
                  <a:t>The answer</a:t>
                </a:r>
                <a:r>
                  <a:rPr lang="en-MY" sz="24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MY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MY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=6599</m:t>
                    </m:r>
                  </m:oMath>
                </a14:m>
                <a:r>
                  <a:rPr lang="en-MY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MY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MY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=6911</m:t>
                    </m:r>
                  </m:oMath>
                </a14:m>
                <a:r>
                  <a:rPr lang="en-MY" sz="2400" dirty="0">
                    <a:solidFill>
                      <a:schemeClr val="tx1"/>
                    </a:solidFill>
                  </a:rPr>
                  <a:t>. 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sz="2400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b="1" dirty="0">
                    <a:solidFill>
                      <a:srgbClr val="00B050"/>
                    </a:solidFill>
                  </a:rPr>
                  <a:t>Question:</a:t>
                </a:r>
                <a:r>
                  <a:rPr lang="en-MY" sz="2400" dirty="0"/>
                  <a:t> If IFP is difficult, </a:t>
                </a:r>
                <a:r>
                  <a:rPr lang="en-MY" sz="2400" b="1" dirty="0">
                    <a:solidFill>
                      <a:srgbClr val="FF0000"/>
                    </a:solidFill>
                  </a:rPr>
                  <a:t>why not we use more primes </a:t>
                </a:r>
                <a:r>
                  <a:rPr lang="en-MY" sz="2400" dirty="0"/>
                  <a:t>in constructing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sz="2400" dirty="0"/>
                  <a:t>? That is, why not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𝑝𝑞𝑟𝑠𝑡𝑢𝑣</m:t>
                    </m:r>
                  </m:oMath>
                </a14:m>
                <a:r>
                  <a:rPr lang="en-MY" sz="2400" dirty="0"/>
                  <a:t>, for example? 🤔🤔🤔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35" t="-1100" r="-93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03181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 –</a:t>
            </a:r>
            <a:r>
              <a:rPr lang="en-MY" sz="3200" dirty="0"/>
              <a:t> </a:t>
            </a:r>
            <a:r>
              <a:rPr lang="en-MY" sz="3200" b="1" dirty="0">
                <a:solidFill>
                  <a:srgbClr val="C00000"/>
                </a:solidFill>
              </a:rPr>
              <a:t>cryptanalysis </a:t>
            </a:r>
            <a:r>
              <a:rPr lang="en-MY" sz="3200" b="1" dirty="0">
                <a:solidFill>
                  <a:schemeClr val="tx1"/>
                </a:solidFill>
              </a:rPr>
              <a:t>&amp;</a:t>
            </a:r>
            <a:r>
              <a:rPr lang="en-MY" sz="3200" b="1" dirty="0">
                <a:solidFill>
                  <a:srgbClr val="C00000"/>
                </a:solidFill>
              </a:rPr>
              <a:t> </a:t>
            </a:r>
            <a:r>
              <a:rPr lang="en-MY" sz="3200" b="1" dirty="0">
                <a:solidFill>
                  <a:srgbClr val="0000FF"/>
                </a:solidFill>
              </a:rPr>
              <a:t>attacks</a:t>
            </a:r>
            <a:endParaRPr lang="en-MY" sz="3200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8814-91EE-A118-1CDC-F0A6E20AE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MY" sz="2400" dirty="0"/>
              <a:t>There are generally </a:t>
            </a:r>
            <a:r>
              <a:rPr lang="en-MY" sz="2400" b="1" dirty="0">
                <a:solidFill>
                  <a:srgbClr val="FF0000"/>
                </a:solidFill>
              </a:rPr>
              <a:t>five possible approaches </a:t>
            </a:r>
            <a:r>
              <a:rPr lang="en-MY" sz="2400" dirty="0"/>
              <a:t>to attacking RSA: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Brute Force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Mathematical Attacks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Timing Attacks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Hardware Fault-Based Attacks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Chosen Ciphertext Attacks (CCA)</a:t>
            </a:r>
          </a:p>
          <a:p>
            <a:pPr marL="457200" indent="-457200" algn="just">
              <a:buFont typeface="+mj-lt"/>
              <a:buAutoNum type="arabicPeriod"/>
            </a:pP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39737497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 –</a:t>
            </a:r>
            <a:r>
              <a:rPr lang="en-MY" sz="3200" dirty="0"/>
              <a:t> </a:t>
            </a:r>
            <a:r>
              <a:rPr lang="en-MY" sz="3200" b="1" dirty="0">
                <a:solidFill>
                  <a:srgbClr val="C00000"/>
                </a:solidFill>
              </a:rPr>
              <a:t>cryptanalysis </a:t>
            </a:r>
            <a:r>
              <a:rPr lang="en-MY" sz="3200" b="1" dirty="0">
                <a:solidFill>
                  <a:schemeClr val="tx1"/>
                </a:solidFill>
              </a:rPr>
              <a:t>&amp;</a:t>
            </a:r>
            <a:r>
              <a:rPr lang="en-MY" sz="3200" b="1" dirty="0">
                <a:solidFill>
                  <a:srgbClr val="C00000"/>
                </a:solidFill>
              </a:rPr>
              <a:t> </a:t>
            </a:r>
            <a:r>
              <a:rPr lang="en-MY" sz="3200" b="1" dirty="0">
                <a:solidFill>
                  <a:srgbClr val="0000FF"/>
                </a:solidFill>
              </a:rPr>
              <a:t>attacks</a:t>
            </a:r>
            <a:endParaRPr lang="en-MY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400" b="1" dirty="0">
                    <a:solidFill>
                      <a:srgbClr val="FF0000"/>
                    </a:solidFill>
                  </a:rPr>
                  <a:t>Brute Force</a:t>
                </a:r>
                <a:r>
                  <a:rPr lang="en-MY" sz="24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dirty="0"/>
                  <a:t>This attack involves </a:t>
                </a:r>
                <a:r>
                  <a:rPr lang="en-MY" sz="2400" b="1" dirty="0">
                    <a:solidFill>
                      <a:srgbClr val="7030A0"/>
                    </a:solidFill>
                  </a:rPr>
                  <a:t>trying all the possible private keys</a:t>
                </a:r>
                <a:r>
                  <a:rPr lang="en-MY" sz="2400" dirty="0"/>
                  <a:t> in attempt to decrypt the intercepted ciphertext successfully.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dirty="0"/>
                  <a:t>This attack is impractical if the security parameter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sz="2400" dirty="0"/>
                  <a:t> chosen is sufficiently large. 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dirty="0"/>
                  <a:t>For example, current standard RSA deployment uses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=2048</m:t>
                    </m:r>
                  </m:oMath>
                </a14:m>
                <a:r>
                  <a:rPr lang="en-MY" sz="2400" dirty="0"/>
                  <a:t>, this implies that the private key is at least the size of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lang="en-MY" sz="2400" dirty="0"/>
                  <a:t>-bit, which is impractical to brute force it efficiently.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35" t="-1100" r="-93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09642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 –</a:t>
            </a:r>
            <a:r>
              <a:rPr lang="en-MY" sz="3200" dirty="0"/>
              <a:t> </a:t>
            </a:r>
            <a:r>
              <a:rPr lang="en-MY" sz="3200" b="1" dirty="0">
                <a:solidFill>
                  <a:srgbClr val="C00000"/>
                </a:solidFill>
              </a:rPr>
              <a:t>cryptanalysis </a:t>
            </a:r>
            <a:r>
              <a:rPr lang="en-MY" sz="3200" b="1" dirty="0">
                <a:solidFill>
                  <a:schemeClr val="tx1"/>
                </a:solidFill>
              </a:rPr>
              <a:t>&amp;</a:t>
            </a:r>
            <a:r>
              <a:rPr lang="en-MY" sz="3200" b="1" dirty="0">
                <a:solidFill>
                  <a:srgbClr val="C00000"/>
                </a:solidFill>
              </a:rPr>
              <a:t> </a:t>
            </a:r>
            <a:r>
              <a:rPr lang="en-MY" sz="3200" b="1" dirty="0">
                <a:solidFill>
                  <a:srgbClr val="0000FF"/>
                </a:solidFill>
              </a:rPr>
              <a:t>attacks</a:t>
            </a:r>
            <a:endParaRPr lang="en-MY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 startAt="2"/>
                </a:pPr>
                <a:r>
                  <a:rPr lang="en-MY" sz="2200" b="1" dirty="0" smtClean="0">
                    <a:solidFill>
                      <a:srgbClr val="FF0000"/>
                    </a:solidFill>
                  </a:rPr>
                  <a:t>Mathematical Attacks</a:t>
                </a:r>
                <a:r>
                  <a:rPr lang="en-MY" sz="22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200" dirty="0"/>
                  <a:t>This strategy cryptanalyzes the mathematics and the mathematical structures utilized in designing the RSA cryptosystem, primarily the </a:t>
                </a:r>
                <a:r>
                  <a:rPr lang="en-MY" sz="2200" b="1" dirty="0">
                    <a:solidFill>
                      <a:srgbClr val="0000FF"/>
                    </a:solidFill>
                  </a:rPr>
                  <a:t>Integer Factorization Problem (IFP</a:t>
                </a:r>
                <a:r>
                  <a:rPr lang="en-MY" sz="2200" b="1" dirty="0" smtClean="0">
                    <a:solidFill>
                      <a:srgbClr val="0000FF"/>
                    </a:solidFill>
                  </a:rPr>
                  <a:t>)</a:t>
                </a:r>
                <a:r>
                  <a:rPr lang="en-MY" sz="2200" dirty="0" smtClean="0"/>
                  <a:t>.</a:t>
                </a:r>
                <a:r>
                  <a:rPr lang="en-MY" sz="2200" dirty="0"/>
                  <a:t> </a:t>
                </a:r>
                <a14:m>
                  <m:oMath xmlns:m="http://schemas.openxmlformats.org/officeDocument/2006/math">
                    <m:r>
                      <a:rPr lang="en-MY" sz="2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𝑝𝑟𝑖𝑣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𝑝𝑢𝑏𝑘𝑒𝑦</m:t>
                    </m:r>
                  </m:oMath>
                </a14:m>
                <a:endParaRPr lang="en-MY" sz="2200" dirty="0" smtClean="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200" dirty="0"/>
                  <a:t>There three possible approaches to cryptanalyzing RSA mathematically:</a:t>
                </a:r>
              </a:p>
              <a:p>
                <a:pPr marL="731520" lvl="1" indent="-457200" algn="just">
                  <a:buFont typeface="+mj-lt"/>
                  <a:buAutoNum type="alphaLcPeriod"/>
                </a:pPr>
                <a:r>
                  <a:rPr lang="en-US" sz="2200" dirty="0"/>
                  <a:t>Factor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sz="2200" dirty="0"/>
                  <a:t> into its two prime factors. This enables calculation of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AU" sz="2200" dirty="0"/>
                  <a:t>, which next enables determination of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MY" sz="2200" b="0" dirty="0"/>
                  <a:t>.</a:t>
                </a:r>
              </a:p>
              <a:p>
                <a:pPr marL="731520" lvl="1" indent="-457200" algn="just">
                  <a:buFont typeface="+mj-lt"/>
                  <a:buAutoNum type="alphaLcPeriod"/>
                </a:pPr>
                <a:r>
                  <a:rPr lang="en-US" sz="2200" dirty="0"/>
                  <a:t>Determine </a:t>
                </a:r>
                <a14:m>
                  <m:oMath xmlns:m="http://schemas.openxmlformats.org/officeDocument/2006/math">
                    <m:r>
                      <a:rPr lang="en-MY" sz="22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200" dirty="0"/>
                  <a:t> directly without first finding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i="1" dirty="0"/>
                  <a:t>. </a:t>
                </a:r>
                <a:r>
                  <a:rPr lang="en-US" sz="2200" dirty="0"/>
                  <a:t>Again, this </a:t>
                </a:r>
                <a:r>
                  <a:rPr lang="en-AU" sz="2200" dirty="0"/>
                  <a:t>enables determination of </a:t>
                </a:r>
                <a14:m>
                  <m:oMath xmlns:m="http://schemas.openxmlformats.org/officeDocument/2006/math">
                    <m:r>
                      <a:rPr lang="en-MY" sz="2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2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MY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MY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731520" lvl="1" indent="-457200" algn="just">
                  <a:buFont typeface="+mj-lt"/>
                  <a:buAutoNum type="alphaLcPeriod"/>
                </a:pPr>
                <a:r>
                  <a:rPr lang="en-US" sz="2200" dirty="0"/>
                  <a:t>Determine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dirty="0"/>
                  <a:t> directly without first finding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3" t="-688" r="-74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92864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 –</a:t>
            </a:r>
            <a:r>
              <a:rPr lang="en-MY" sz="3200" dirty="0"/>
              <a:t> </a:t>
            </a:r>
            <a:r>
              <a:rPr lang="en-MY" sz="3200" b="1" dirty="0">
                <a:solidFill>
                  <a:srgbClr val="C00000"/>
                </a:solidFill>
              </a:rPr>
              <a:t>cryptanalysis </a:t>
            </a:r>
            <a:r>
              <a:rPr lang="en-MY" sz="3200" b="1" dirty="0">
                <a:solidFill>
                  <a:schemeClr val="tx1"/>
                </a:solidFill>
              </a:rPr>
              <a:t>&amp;</a:t>
            </a:r>
            <a:r>
              <a:rPr lang="en-MY" sz="3200" b="1" dirty="0">
                <a:solidFill>
                  <a:srgbClr val="C00000"/>
                </a:solidFill>
              </a:rPr>
              <a:t> </a:t>
            </a:r>
            <a:r>
              <a:rPr lang="en-MY" sz="3200" b="1" dirty="0">
                <a:solidFill>
                  <a:srgbClr val="0000FF"/>
                </a:solidFill>
              </a:rPr>
              <a:t>attacks</a:t>
            </a:r>
            <a:endParaRPr lang="en-MY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MY" sz="2400" b="1" dirty="0">
                    <a:solidFill>
                      <a:srgbClr val="FF0000"/>
                    </a:solidFill>
                  </a:rPr>
                  <a:t>Timing Attacks</a:t>
                </a:r>
                <a:r>
                  <a:rPr lang="en-MY" sz="24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A cryptographic consultant Paul Kocher, demonstrated that a snooper can determine a private key </a:t>
                </a:r>
                <a14:m>
                  <m:oMath xmlns:m="http://schemas.openxmlformats.org/officeDocument/2006/math">
                    <m:r>
                      <a:rPr lang="en-MY" sz="240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 by keeping track of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how long a computer takes to decrypt messages</a:t>
                </a:r>
                <a:r>
                  <a:rPr lang="en-US" sz="2400" dirty="0"/>
                  <a:t>, hence the name of timing attacks.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These attacks are applicable not only to RSA but to other public-key cryptosystems, and they are alarming for two reasons:</a:t>
                </a:r>
              </a:p>
              <a:p>
                <a:pPr marL="731520" lvl="1" indent="-457200" algn="just">
                  <a:buFont typeface="+mj-lt"/>
                  <a:buAutoNum type="alphaLcPeriod"/>
                </a:pPr>
                <a:r>
                  <a:rPr lang="en-US" sz="2400" dirty="0"/>
                  <a:t>They come from a completely unexpected direction (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side-channel</a:t>
                </a:r>
                <a:r>
                  <a:rPr lang="en-US" sz="2400" dirty="0"/>
                  <a:t>).</a:t>
                </a:r>
              </a:p>
              <a:p>
                <a:pPr marL="731520" lvl="1" indent="-457200" algn="just">
                  <a:buFont typeface="+mj-lt"/>
                  <a:buAutoNum type="alphaLcPeriod"/>
                </a:pPr>
                <a:r>
                  <a:rPr lang="en-US" sz="2400" dirty="0"/>
                  <a:t> They are the </a:t>
                </a:r>
                <a:r>
                  <a:rPr lang="en-US" sz="2400" b="1" dirty="0">
                    <a:solidFill>
                      <a:srgbClr val="0000FF"/>
                    </a:solidFill>
                  </a:rPr>
                  <a:t>ciphertext-only attack</a:t>
                </a:r>
                <a:r>
                  <a:rPr lang="en-US" sz="2400" dirty="0"/>
                  <a:t>.</a:t>
                </a:r>
                <a:endParaRPr lang="en-AU" sz="2400" dirty="0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35" t="-1100" r="-93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2032254" y="6170414"/>
                <a:ext cx="61419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MY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MY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88</m:t>
                        </m:r>
                      </m:e>
                      <m:sup>
                        <m:r>
                          <a:rPr lang="en-MY" i="1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 187</m:t>
                        </m:r>
                      </m:e>
                    </m:d>
                  </m:oMath>
                </a14:m>
                <a:r>
                  <a:rPr lang="en-MY" dirty="0"/>
                  <a:t>; 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MY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MY" i="1"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MY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 187</m:t>
                        </m:r>
                      </m:e>
                    </m:d>
                    <m:r>
                      <a:rPr lang="en-MY" i="1">
                        <a:latin typeface="Cambria Math" panose="02040503050406030204" pitchFamily="18" charset="0"/>
                      </a:rPr>
                      <m:t>≡88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 187</m:t>
                        </m:r>
                      </m:e>
                    </m:d>
                  </m:oMath>
                </a14:m>
                <a:endParaRPr lang="en-MY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254" y="6170414"/>
                <a:ext cx="6141938" cy="369332"/>
              </a:xfrm>
              <a:prstGeom prst="rect">
                <a:avLst/>
              </a:prstGeom>
              <a:blipFill>
                <a:blip r:embed="rId3"/>
                <a:stretch>
                  <a:fillRect l="-595" t="-8197" b="-2459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8760823" y="5982789"/>
            <a:ext cx="222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 exponent is small,</a:t>
            </a:r>
          </a:p>
          <a:p>
            <a:r>
              <a:rPr lang="en-US" dirty="0" smtClean="0"/>
              <a:t>Time is small.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0648278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 –</a:t>
            </a:r>
            <a:r>
              <a:rPr lang="en-MY" sz="3200" dirty="0"/>
              <a:t> </a:t>
            </a:r>
            <a:r>
              <a:rPr lang="en-MY" sz="3200" b="1" dirty="0">
                <a:solidFill>
                  <a:srgbClr val="C00000"/>
                </a:solidFill>
              </a:rPr>
              <a:t>cryptanalysis </a:t>
            </a:r>
            <a:r>
              <a:rPr lang="en-MY" sz="3200" b="1" dirty="0">
                <a:solidFill>
                  <a:schemeClr val="tx1"/>
                </a:solidFill>
              </a:rPr>
              <a:t>&amp;</a:t>
            </a:r>
            <a:r>
              <a:rPr lang="en-MY" sz="3200" b="1" dirty="0">
                <a:solidFill>
                  <a:srgbClr val="C00000"/>
                </a:solidFill>
              </a:rPr>
              <a:t> </a:t>
            </a:r>
            <a:r>
              <a:rPr lang="en-MY" sz="3200" b="1" dirty="0">
                <a:solidFill>
                  <a:srgbClr val="0000FF"/>
                </a:solidFill>
              </a:rPr>
              <a:t>attacks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8814-91EE-A118-1CDC-F0A6E20AE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/>
              <a:t>To </a:t>
            </a:r>
            <a:r>
              <a:rPr lang="en-US" sz="2200" b="1" dirty="0">
                <a:solidFill>
                  <a:srgbClr val="FF0000"/>
                </a:solidFill>
              </a:rPr>
              <a:t>prevent</a:t>
            </a:r>
            <a:r>
              <a:rPr lang="en-US" sz="2200" dirty="0"/>
              <a:t> such timing attacks, some countermeasures can be taken:</a:t>
            </a:r>
            <a:endParaRPr lang="en-MY" sz="2200" dirty="0"/>
          </a:p>
          <a:p>
            <a:pPr marL="731520" lvl="1" indent="-457200" algn="just">
              <a:buFont typeface="+mj-lt"/>
              <a:buAutoNum type="alphaLcPeriod"/>
            </a:pPr>
            <a:r>
              <a:rPr lang="en-US" sz="2200" b="1" dirty="0">
                <a:solidFill>
                  <a:srgbClr val="002060"/>
                </a:solidFill>
              </a:rPr>
              <a:t>Constant exponentiation time</a:t>
            </a:r>
            <a:r>
              <a:rPr lang="en-US" sz="2200" b="1" dirty="0">
                <a:solidFill>
                  <a:schemeClr val="tx1"/>
                </a:solidFill>
              </a:rPr>
              <a:t>. </a:t>
            </a:r>
            <a:r>
              <a:rPr lang="en-US" sz="2200" b="0" dirty="0">
                <a:solidFill>
                  <a:schemeClr val="tx1"/>
                </a:solidFill>
              </a:rPr>
              <a:t>Ensures that all exponentiations take the same amount of time before returning a result; this is a simple fix, but it degrades the performance.</a:t>
            </a:r>
          </a:p>
          <a:p>
            <a:pPr marL="731520" lvl="1" indent="-457200" algn="just">
              <a:buFont typeface="+mj-lt"/>
              <a:buAutoNum type="alphaLcPeriod"/>
            </a:pPr>
            <a:r>
              <a:rPr lang="en-US" sz="2200" b="1" dirty="0">
                <a:solidFill>
                  <a:srgbClr val="00B050"/>
                </a:solidFill>
              </a:rPr>
              <a:t>Random delay</a:t>
            </a:r>
            <a:r>
              <a:rPr lang="en-US" sz="2200" b="1" dirty="0">
                <a:solidFill>
                  <a:schemeClr val="tx1"/>
                </a:solidFill>
              </a:rPr>
              <a:t>. </a:t>
            </a:r>
            <a:r>
              <a:rPr lang="en-US" sz="2200" b="0" dirty="0">
                <a:solidFill>
                  <a:schemeClr val="tx1"/>
                </a:solidFill>
              </a:rPr>
              <a:t>Better performance could be achieved by adding a random delay to the exponentiation algorithm to confuse the timing attack.</a:t>
            </a:r>
          </a:p>
          <a:p>
            <a:pPr marL="731520" lvl="1" indent="-457200" algn="just">
              <a:buFont typeface="+mj-lt"/>
              <a:buAutoNum type="alphaLcPeriod"/>
            </a:pPr>
            <a:r>
              <a:rPr lang="en-US" sz="2200" b="1" dirty="0">
                <a:solidFill>
                  <a:srgbClr val="0000FF"/>
                </a:solidFill>
              </a:rPr>
              <a:t>Blinding</a:t>
            </a:r>
            <a:r>
              <a:rPr lang="en-US" sz="2200" b="1" dirty="0">
                <a:solidFill>
                  <a:schemeClr val="tx1"/>
                </a:solidFill>
              </a:rPr>
              <a:t>.</a:t>
            </a:r>
            <a:r>
              <a:rPr lang="en-US" sz="2200" b="0" dirty="0">
                <a:solidFill>
                  <a:schemeClr val="tx1"/>
                </a:solidFill>
              </a:rPr>
              <a:t> Multiply the ciphertext by a random number before performing an exponentiation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r>
              <a:rPr lang="en-US" sz="2200" b="0" dirty="0">
                <a:solidFill>
                  <a:schemeClr val="tx1"/>
                </a:solidFill>
              </a:rPr>
              <a:t> This process prevents the attacker from knowing what ciphertext bits are being processed inside the computer and therefore prevents the bit-by-bit analysis essential to the timing attack.</a:t>
            </a:r>
          </a:p>
        </p:txBody>
      </p:sp>
    </p:spTree>
    <p:extLst>
      <p:ext uri="{BB962C8B-B14F-4D97-AF65-F5344CB8AC3E}">
        <p14:creationId xmlns:p14="http://schemas.microsoft.com/office/powerpoint/2010/main" val="5303483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 –</a:t>
            </a:r>
            <a:r>
              <a:rPr lang="en-MY" sz="3200" dirty="0"/>
              <a:t> </a:t>
            </a:r>
            <a:r>
              <a:rPr lang="en-MY" sz="3200" b="1" dirty="0">
                <a:solidFill>
                  <a:srgbClr val="C00000"/>
                </a:solidFill>
              </a:rPr>
              <a:t>cryptanalysis </a:t>
            </a:r>
            <a:r>
              <a:rPr lang="en-MY" sz="3200" b="1" dirty="0">
                <a:solidFill>
                  <a:schemeClr val="tx1"/>
                </a:solidFill>
              </a:rPr>
              <a:t>&amp;</a:t>
            </a:r>
            <a:r>
              <a:rPr lang="en-MY" sz="3200" b="1" dirty="0">
                <a:solidFill>
                  <a:srgbClr val="C00000"/>
                </a:solidFill>
              </a:rPr>
              <a:t> </a:t>
            </a:r>
            <a:r>
              <a:rPr lang="en-MY" sz="3200" b="1" dirty="0">
                <a:solidFill>
                  <a:srgbClr val="0000FF"/>
                </a:solidFill>
              </a:rPr>
              <a:t>attacks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8814-91EE-A118-1CDC-F0A6E20AE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 startAt="4"/>
            </a:pPr>
            <a:r>
              <a:rPr lang="en-MY" sz="2200" b="1" dirty="0">
                <a:solidFill>
                  <a:srgbClr val="FF0000"/>
                </a:solidFill>
              </a:rPr>
              <a:t>Hardware Fault-Based Attacks</a:t>
            </a:r>
            <a:r>
              <a:rPr lang="en-MY" sz="2200" dirty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/>
              <a:t>An attack on a processor that is generating RSA digital signatures. </a:t>
            </a:r>
          </a:p>
          <a:p>
            <a:pPr marL="617220" lvl="1" indent="-342900" algn="just">
              <a:buFont typeface="Wingdings" panose="05000000000000000000" pitchFamily="2" charset="2"/>
              <a:buChar char="§"/>
            </a:pPr>
            <a:r>
              <a:rPr lang="en-US" sz="2200" dirty="0"/>
              <a:t>It induces </a:t>
            </a:r>
            <a:r>
              <a:rPr lang="en-US" sz="2200" b="1" dirty="0">
                <a:solidFill>
                  <a:srgbClr val="0070C0"/>
                </a:solidFill>
              </a:rPr>
              <a:t>faults in the signature computation</a:t>
            </a:r>
            <a:r>
              <a:rPr lang="en-US" sz="2200" dirty="0"/>
              <a:t> by </a:t>
            </a:r>
            <a:r>
              <a:rPr lang="en-US" sz="2200" b="1" dirty="0">
                <a:solidFill>
                  <a:srgbClr val="0070C0"/>
                </a:solidFill>
              </a:rPr>
              <a:t>reducing the power to the processor</a:t>
            </a:r>
            <a:r>
              <a:rPr lang="en-US" sz="2200" dirty="0"/>
              <a:t>. </a:t>
            </a:r>
          </a:p>
          <a:p>
            <a:pPr marL="617220" lvl="1" indent="-342900" algn="just">
              <a:buFont typeface="Wingdings" panose="05000000000000000000" pitchFamily="2" charset="2"/>
              <a:buChar char="§"/>
            </a:pPr>
            <a:r>
              <a:rPr lang="en-US" sz="2200" dirty="0"/>
              <a:t>The faults cause the software to produce invalid signatures which can then be analyzed by the attacker to recover the private key.</a:t>
            </a:r>
          </a:p>
          <a:p>
            <a:pPr marL="617220" lvl="1" indent="-342900" algn="just">
              <a:buFont typeface="Wingdings" panose="05000000000000000000" pitchFamily="2" charset="2"/>
              <a:buChar char="§"/>
            </a:pPr>
            <a:r>
              <a:rPr lang="en-US" sz="2200" dirty="0"/>
              <a:t>The attack algorithm involves </a:t>
            </a:r>
            <a:r>
              <a:rPr lang="en-US" sz="2200" b="1" dirty="0">
                <a:solidFill>
                  <a:srgbClr val="00B050"/>
                </a:solidFill>
              </a:rPr>
              <a:t>inducing single-bit errors</a:t>
            </a:r>
            <a:r>
              <a:rPr lang="en-US" sz="2200" dirty="0"/>
              <a:t> and observing the results.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/>
              <a:t>While worthy of consideration, this attack does not appear to be a serious threat to RSA since it requires that the attacker to </a:t>
            </a:r>
            <a:r>
              <a:rPr lang="en-US" sz="2200" b="1" dirty="0">
                <a:solidFill>
                  <a:srgbClr val="002060"/>
                </a:solidFill>
              </a:rPr>
              <a:t>have physical access</a:t>
            </a:r>
            <a:r>
              <a:rPr lang="en-US" sz="2200" dirty="0">
                <a:solidFill>
                  <a:srgbClr val="002060"/>
                </a:solidFill>
              </a:rPr>
              <a:t> </a:t>
            </a:r>
            <a:r>
              <a:rPr lang="en-US" sz="2200" dirty="0"/>
              <a:t>to the target machine and is able to directly control the input power to the processor.</a:t>
            </a:r>
          </a:p>
        </p:txBody>
      </p:sp>
    </p:spTree>
    <p:extLst>
      <p:ext uri="{BB962C8B-B14F-4D97-AF65-F5344CB8AC3E}">
        <p14:creationId xmlns:p14="http://schemas.microsoft.com/office/powerpoint/2010/main" val="31279422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RSA</a:t>
            </a:r>
            <a:r>
              <a:rPr lang="en-MY" sz="3200" b="1" dirty="0"/>
              <a:t> CRYPTOSYSTEM –</a:t>
            </a:r>
            <a:r>
              <a:rPr lang="en-MY" sz="3200" dirty="0"/>
              <a:t> </a:t>
            </a:r>
            <a:r>
              <a:rPr lang="en-MY" sz="3200" b="1" dirty="0">
                <a:solidFill>
                  <a:srgbClr val="C00000"/>
                </a:solidFill>
              </a:rPr>
              <a:t>cryptanalysis </a:t>
            </a:r>
            <a:r>
              <a:rPr lang="en-MY" sz="3200" b="1" dirty="0">
                <a:solidFill>
                  <a:schemeClr val="tx1"/>
                </a:solidFill>
              </a:rPr>
              <a:t>&amp;</a:t>
            </a:r>
            <a:r>
              <a:rPr lang="en-MY" sz="3200" b="1" dirty="0">
                <a:solidFill>
                  <a:srgbClr val="C00000"/>
                </a:solidFill>
              </a:rPr>
              <a:t> </a:t>
            </a:r>
            <a:r>
              <a:rPr lang="en-MY" sz="3200" b="1" dirty="0">
                <a:solidFill>
                  <a:srgbClr val="0000FF"/>
                </a:solidFill>
              </a:rPr>
              <a:t>attacks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8814-91EE-A118-1CDC-F0A6E20AE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1825624"/>
            <a:ext cx="9810604" cy="3852365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5"/>
            </a:pPr>
            <a:r>
              <a:rPr lang="en-MY" sz="2200" b="1" dirty="0">
                <a:solidFill>
                  <a:srgbClr val="FF0000"/>
                </a:solidFill>
              </a:rPr>
              <a:t>Chosen Ciphertext Attack (CCA)</a:t>
            </a:r>
            <a:r>
              <a:rPr lang="en-MY" sz="2200" dirty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/>
              <a:t>The strongest cryptanalysis environment where an attacker has the full ability to simulate the ciphertexts of his choice and is then given the corresponding decrypted plaintexts.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/>
              <a:t>The adversary exploits properties of RSA and selects blocks of data that, when processed using the target’s private key, yield information needed for cryptanalysis.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cs typeface="ＭＳ Ｐゴシック" pitchFamily="-84" charset="-128"/>
              </a:rPr>
              <a:t>To counter such attacks, RSA Security Inc. recommends modifying the plaintext using a procedure known as </a:t>
            </a:r>
            <a:r>
              <a:rPr lang="en-US" sz="2200" b="1" dirty="0">
                <a:solidFill>
                  <a:srgbClr val="0000FF"/>
                </a:solidFill>
                <a:cs typeface="ＭＳ Ｐゴシック" pitchFamily="-84" charset="-128"/>
              </a:rPr>
              <a:t>optimal asymmetric encryption padding (OAEP)</a:t>
            </a:r>
            <a:r>
              <a:rPr lang="en-US" sz="2200" dirty="0">
                <a:cs typeface="ＭＳ Ｐゴシック" pitchFamily="-84" charset="-128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MY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2177143" y="5974080"/>
            <a:ext cx="7661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How U encrypt ? U use public key (known to everyone). </a:t>
            </a:r>
          </a:p>
          <a:p>
            <a:r>
              <a:rPr lang="en-US" dirty="0" smtClean="0"/>
              <a:t>Encrypt anything with any text, U will get the cipher text for your plaintext.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1461841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b="1" dirty="0">
                <a:solidFill>
                  <a:srgbClr val="00B050"/>
                </a:solidFill>
              </a:rPr>
              <a:t>RSA</a:t>
            </a:r>
            <a:r>
              <a:rPr lang="en-MY" b="1" dirty="0"/>
              <a:t> </a:t>
            </a:r>
            <a:r>
              <a:rPr lang="en-MY" b="1" dirty="0">
                <a:solidFill>
                  <a:srgbClr val="0000FF"/>
                </a:solidFill>
              </a:rPr>
              <a:t>optimal asymmetric encryption padding </a:t>
            </a:r>
            <a:r>
              <a:rPr lang="en-MY" b="1" dirty="0"/>
              <a:t>(RSA/</a:t>
            </a:r>
            <a:r>
              <a:rPr lang="en-MY" b="1" dirty="0" err="1"/>
              <a:t>oaep</a:t>
            </a:r>
            <a:r>
              <a:rPr lang="en-MY" b="1" dirty="0"/>
              <a:t>)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878" y="1825624"/>
                <a:ext cx="9810604" cy="4422775"/>
              </a:xfrm>
            </p:spPr>
            <p:txBody>
              <a:bodyPr>
                <a:normAutofit lnSpcReduction="10000"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sz="2400" dirty="0"/>
                  <a:t>The </a:t>
                </a:r>
                <a:r>
                  <a:rPr lang="en-MY" sz="2400" b="1" dirty="0"/>
                  <a:t>Optimal Asymmetric Encryption Padding (OAEP)</a:t>
                </a:r>
                <a:r>
                  <a:rPr lang="en-MY" sz="2400" dirty="0"/>
                  <a:t> is a </a:t>
                </a:r>
                <a:r>
                  <a:rPr lang="en-MY" sz="2400" b="1" dirty="0">
                    <a:solidFill>
                      <a:srgbClr val="FF0000"/>
                    </a:solidFill>
                  </a:rPr>
                  <a:t>padding scheme</a:t>
                </a:r>
                <a:r>
                  <a:rPr lang="en-MY" sz="2400" dirty="0"/>
                  <a:t> that was introduced by </a:t>
                </a:r>
                <a:r>
                  <a:rPr lang="en-MY" sz="2400" dirty="0" err="1"/>
                  <a:t>Bellare</a:t>
                </a:r>
                <a:r>
                  <a:rPr lang="en-MY" sz="2400" dirty="0"/>
                  <a:t> and </a:t>
                </a:r>
                <a:r>
                  <a:rPr lang="en-MY" sz="2400" dirty="0" err="1"/>
                  <a:t>Rogaway</a:t>
                </a:r>
                <a:r>
                  <a:rPr lang="en-MY" sz="2400" dirty="0"/>
                  <a:t> in 1995.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sz="2400" dirty="0"/>
                  <a:t>It is a </a:t>
                </a:r>
                <a:r>
                  <a:rPr lang="en-MY" sz="2400" b="1" dirty="0">
                    <a:solidFill>
                      <a:srgbClr val="00B050"/>
                    </a:solidFill>
                  </a:rPr>
                  <a:t>Feistel structure</a:t>
                </a:r>
                <a:r>
                  <a:rPr lang="en-MY" sz="2400" dirty="0"/>
                  <a:t> which uses a pair of random oracles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sz="2400" dirty="0"/>
                  <a:t> and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MY" sz="2400" dirty="0"/>
                  <a:t> prior to asymmetric encryption, and is often used with RSA, hence the name RSA/OAEP.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sz="2400" dirty="0"/>
                  <a:t>It </a:t>
                </a:r>
                <a:r>
                  <a:rPr lang="en-MY" sz="2400" b="1" dirty="0">
                    <a:solidFill>
                      <a:srgbClr val="C00000"/>
                    </a:solidFill>
                  </a:rPr>
                  <a:t>features two main goals </a:t>
                </a:r>
                <a:r>
                  <a:rPr lang="en-MY" sz="2400" dirty="0"/>
                  <a:t>in asymmetric encryption: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400" dirty="0"/>
                  <a:t>It adds </a:t>
                </a:r>
                <a:r>
                  <a:rPr lang="en-MY" sz="2400" b="1" dirty="0">
                    <a:solidFill>
                      <a:srgbClr val="7030A0"/>
                    </a:solidFill>
                  </a:rPr>
                  <a:t>randomness</a:t>
                </a:r>
                <a:r>
                  <a:rPr lang="en-MY" sz="2400" dirty="0"/>
                  <a:t> and convert a deterministic encryption into </a:t>
                </a:r>
                <a:r>
                  <a:rPr lang="en-MY" sz="2400" b="1" dirty="0">
                    <a:solidFill>
                      <a:srgbClr val="0000FF"/>
                    </a:solidFill>
                  </a:rPr>
                  <a:t>probabilistic encryption</a:t>
                </a:r>
                <a:r>
                  <a:rPr lang="en-MY" sz="24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400" dirty="0"/>
                  <a:t>It resolves the CCA insecurity issue via preventing partial ciphertext decryption attacks.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878" y="1825624"/>
                <a:ext cx="9810604" cy="4422775"/>
              </a:xfrm>
              <a:blipFill>
                <a:blip r:embed="rId2"/>
                <a:stretch>
                  <a:fillRect l="-435" t="-1791" r="-93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1874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>
            <a:extLst>
              <a:ext uri="{FF2B5EF4-FFF2-40B4-BE49-F238E27FC236}">
                <a16:creationId xmlns:a16="http://schemas.microsoft.com/office/drawing/2014/main" id="{6618EFE2-635E-85AC-46D5-EC8988330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704" y="257119"/>
            <a:ext cx="8796592" cy="6343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61874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5666912"/>
          </a:xfrm>
        </p:spPr>
        <p:txBody>
          <a:bodyPr>
            <a:normAutofit/>
          </a:bodyPr>
          <a:lstStyle/>
          <a:p>
            <a:pPr algn="ctr"/>
            <a:r>
              <a:rPr lang="en-MY" sz="4400" b="1" dirty="0">
                <a:solidFill>
                  <a:srgbClr val="C00000"/>
                </a:solidFill>
              </a:rPr>
              <a:t>ELGAMAL</a:t>
            </a:r>
            <a:r>
              <a:rPr lang="en-MY" sz="4400" dirty="0"/>
              <a:t/>
            </a:r>
            <a:br>
              <a:rPr lang="en-MY" sz="4400" dirty="0"/>
            </a:br>
            <a:r>
              <a:rPr lang="en-MY" sz="4400" dirty="0"/>
              <a:t>cryptosystem</a:t>
            </a:r>
            <a:br>
              <a:rPr lang="en-MY" sz="4400" dirty="0"/>
            </a:br>
            <a:r>
              <a:rPr lang="en-MY" sz="4400" dirty="0"/>
              <a:t>(</a:t>
            </a:r>
            <a:r>
              <a:rPr lang="en-MY" sz="4400" dirty="0">
                <a:solidFill>
                  <a:srgbClr val="00B050"/>
                </a:solidFill>
              </a:rPr>
              <a:t>optional</a:t>
            </a:r>
            <a:r>
              <a:rPr lang="en-MY" sz="4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229429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 err="1">
                <a:solidFill>
                  <a:srgbClr val="0000FF"/>
                </a:solidFill>
              </a:rPr>
              <a:t>Elgamal</a:t>
            </a:r>
            <a:r>
              <a:rPr lang="en-MY" sz="3200" b="1" dirty="0"/>
              <a:t> cryptosystem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sz="2400" dirty="0"/>
                  <a:t>A public-key cryptosystem designed by Taher </a:t>
                </a:r>
                <a:r>
                  <a:rPr lang="en-MY" sz="2400" dirty="0" err="1"/>
                  <a:t>ElGamal</a:t>
                </a:r>
                <a:r>
                  <a:rPr lang="en-MY" sz="2400" dirty="0"/>
                  <a:t> in 1985 based on the </a:t>
                </a:r>
                <a:r>
                  <a:rPr lang="en-MY" sz="2400" b="1" dirty="0">
                    <a:solidFill>
                      <a:srgbClr val="FF0000"/>
                    </a:solidFill>
                  </a:rPr>
                  <a:t>Discrete Logarithm Problem (DLP)</a:t>
                </a:r>
                <a:r>
                  <a:rPr lang="en-MY" sz="2400" dirty="0">
                    <a:solidFill>
                      <a:srgbClr val="FF0000"/>
                    </a:solidFill>
                  </a:rPr>
                  <a:t> </a:t>
                </a:r>
                <a:r>
                  <a:rPr lang="en-MY" sz="2400" dirty="0"/>
                  <a:t>and the </a:t>
                </a:r>
                <a:r>
                  <a:rPr lang="en-MY" sz="2400" b="1" dirty="0">
                    <a:solidFill>
                      <a:srgbClr val="00B050"/>
                    </a:solidFill>
                  </a:rPr>
                  <a:t>Diffie-Hellman Key Exchange (DHKE)</a:t>
                </a:r>
                <a:r>
                  <a:rPr lang="en-MY" sz="24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sz="2400" dirty="0"/>
                  <a:t>The cryptosystem that uses the DHKE mechanism in establishing a shared secret key, which is next used to perform decryption and recover the plaintext message. 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MY" sz="2400" dirty="0"/>
                  <a:t>Current security strength of DLP lies on the prime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MY" sz="2400" dirty="0"/>
                  <a:t> of order 1024-bit.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MY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8814-91EE-A118-1CDC-F0A6E20AE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35" t="-963" r="-93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7144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2">
                <a:extLst>
                  <a:ext uri="{FF2B5EF4-FFF2-40B4-BE49-F238E27FC236}">
                    <a16:creationId xmlns:a16="http://schemas.microsoft.com/office/drawing/2014/main" id="{BD967538-3B6C-2CBD-0220-4897347217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1428602"/>
                  </p:ext>
                </p:extLst>
              </p:nvPr>
            </p:nvGraphicFramePr>
            <p:xfrm>
              <a:off x="465153" y="248482"/>
              <a:ext cx="11261694" cy="67086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30847">
                      <a:extLst>
                        <a:ext uri="{9D8B030D-6E8A-4147-A177-3AD203B41FA5}">
                          <a16:colId xmlns:a16="http://schemas.microsoft.com/office/drawing/2014/main" val="1481678470"/>
                        </a:ext>
                      </a:extLst>
                    </a:gridCol>
                    <a:gridCol w="5630847">
                      <a:extLst>
                        <a:ext uri="{9D8B030D-6E8A-4147-A177-3AD203B41FA5}">
                          <a16:colId xmlns:a16="http://schemas.microsoft.com/office/drawing/2014/main" val="2433548248"/>
                        </a:ext>
                      </a:extLst>
                    </a:gridCol>
                  </a:tblGrid>
                  <a:tr h="454733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2400" dirty="0">
                              <a:solidFill>
                                <a:schemeClr val="tx1"/>
                              </a:solidFill>
                            </a:rPr>
                            <a:t>Public Parameter Generation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4520213"/>
                      </a:ext>
                    </a:extLst>
                  </a:tr>
                  <a:tr h="78346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A Trusted Third Party (TTP) chooses and publishes a large prime </a:t>
                          </a:r>
                          <a14:m>
                            <m:oMath xmlns:m="http://schemas.openxmlformats.org/officeDocument/2006/math"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 and</a:t>
                          </a:r>
                          <a:r>
                            <a:rPr lang="en-MY" sz="2200" baseline="0" dirty="0">
                              <a:solidFill>
                                <a:schemeClr val="tx1"/>
                              </a:solidFill>
                            </a:rPr>
                            <a:t> an element </a:t>
                          </a:r>
                          <a14:m>
                            <m:oMath xmlns:m="http://schemas.openxmlformats.org/officeDocument/2006/math">
                              <m:r>
                                <a:rPr lang="en-MY" sz="22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MY" sz="22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MY" sz="2200" b="0" i="0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22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22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22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 of large prime order.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7498143"/>
                      </a:ext>
                    </a:extLst>
                  </a:tr>
                  <a:tr h="4547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400" b="1" dirty="0">
                              <a:solidFill>
                                <a:schemeClr val="tx1"/>
                              </a:solidFill>
                            </a:rPr>
                            <a:t>Alice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400" b="1" dirty="0">
                              <a:solidFill>
                                <a:schemeClr val="tx1"/>
                              </a:solidFill>
                            </a:rPr>
                            <a:t>Bob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5587404"/>
                      </a:ext>
                    </a:extLst>
                  </a:tr>
                  <a:tr h="454733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2400" b="1" dirty="0">
                              <a:solidFill>
                                <a:schemeClr val="tx1"/>
                              </a:solidFill>
                            </a:rPr>
                            <a:t>Public Key Generation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MY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2483956"/>
                      </a:ext>
                    </a:extLst>
                  </a:tr>
                  <a:tr h="1029104">
                    <a:tc>
                      <a:txBody>
                        <a:bodyPr/>
                        <a:lstStyle/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Chooses private key </a:t>
                          </a:r>
                          <a14:m>
                            <m:oMath xmlns:m="http://schemas.openxmlformats.org/officeDocument/2006/math"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Computes </a:t>
                          </a:r>
                          <a14:m>
                            <m:oMath xmlns:m="http://schemas.openxmlformats.org/officeDocument/2006/math"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MY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MY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Publishes her public key </a:t>
                          </a:r>
                          <a14:m>
                            <m:oMath xmlns:m="http://schemas.openxmlformats.org/officeDocument/2006/math"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MY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5947580"/>
                      </a:ext>
                    </a:extLst>
                  </a:tr>
                  <a:tr h="454733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2400" b="1" dirty="0">
                              <a:solidFill>
                                <a:schemeClr val="tx1"/>
                              </a:solidFill>
                            </a:rPr>
                            <a:t>Encryption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MY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7076989"/>
                      </a:ext>
                    </a:extLst>
                  </a:tr>
                  <a:tr h="1344981">
                    <a:tc>
                      <a:txBody>
                        <a:bodyPr/>
                        <a:lstStyle/>
                        <a:p>
                          <a:pPr algn="just"/>
                          <a:endParaRPr lang="en-MY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Chooses message </a:t>
                          </a:r>
                          <a14:m>
                            <m:oMath xmlns:m="http://schemas.openxmlformats.org/officeDocument/2006/math"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 and an ephemeral key </a:t>
                          </a:r>
                          <a14:m>
                            <m:oMath xmlns:m="http://schemas.openxmlformats.org/officeDocument/2006/math"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Computes ciphertext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p>
                                <m:sSupPr>
                                  <m:ctrlP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𝑚𝑜𝑑</m:t>
                                  </m:r>
                                  <m: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oMath>
                          </a14:m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MY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MY" sz="2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oMath>
                          </a14:m>
                          <a:endParaRPr lang="en-MY" sz="2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Send ciphertext tuple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MY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MY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MY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MY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MY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2834621"/>
                      </a:ext>
                    </a:extLst>
                  </a:tr>
                  <a:tr h="454733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2400" b="1" dirty="0">
                              <a:solidFill>
                                <a:schemeClr val="tx1"/>
                              </a:solidFill>
                            </a:rPr>
                            <a:t>Decryption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MY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3821323"/>
                      </a:ext>
                    </a:extLst>
                  </a:tr>
                  <a:tr h="724184">
                    <a:tc>
                      <a:txBody>
                        <a:bodyPr/>
                        <a:lstStyle/>
                        <a:p>
                          <a:pPr marL="342900" indent="-342900" algn="just">
                            <a:buFont typeface="+mj-lt"/>
                            <a:buAutoNum type="arabicPeriod"/>
                          </a:pPr>
                          <a:r>
                            <a:rPr lang="en-MY" sz="2200" dirty="0">
                              <a:solidFill>
                                <a:schemeClr val="tx1"/>
                              </a:solidFill>
                            </a:rPr>
                            <a:t>Compute message </a:t>
                          </a:r>
                        </a:p>
                        <a:p>
                          <a:pPr marL="0" indent="0" algn="just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MY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≡</m:t>
                                </m:r>
                                <m:sSup>
                                  <m:sSupPr>
                                    <m:ctrlPr>
                                      <a:rPr lang="en-MY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MY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MY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MY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MY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MY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p>
                                    <m:r>
                                      <a:rPr lang="en-MY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MY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MY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MY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MY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MY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MY" sz="2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MY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MY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MY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11937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2">
                <a:extLst>
                  <a:ext uri="{FF2B5EF4-FFF2-40B4-BE49-F238E27FC236}">
                    <a16:creationId xmlns:a16="http://schemas.microsoft.com/office/drawing/2014/main" id="{BD967538-3B6C-2CBD-0220-4897347217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1428602"/>
                  </p:ext>
                </p:extLst>
              </p:nvPr>
            </p:nvGraphicFramePr>
            <p:xfrm>
              <a:off x="465153" y="248482"/>
              <a:ext cx="11261694" cy="63733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30847">
                      <a:extLst>
                        <a:ext uri="{9D8B030D-6E8A-4147-A177-3AD203B41FA5}">
                          <a16:colId xmlns:a16="http://schemas.microsoft.com/office/drawing/2014/main" val="1481678470"/>
                        </a:ext>
                      </a:extLst>
                    </a:gridCol>
                    <a:gridCol w="5630847">
                      <a:extLst>
                        <a:ext uri="{9D8B030D-6E8A-4147-A177-3AD203B41FA5}">
                          <a16:colId xmlns:a16="http://schemas.microsoft.com/office/drawing/2014/main" val="2433548248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2400" dirty="0">
                              <a:solidFill>
                                <a:schemeClr val="tx1"/>
                              </a:solidFill>
                            </a:rPr>
                            <a:t>Public Parameter Generation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4520213"/>
                      </a:ext>
                    </a:extLst>
                  </a:tr>
                  <a:tr h="783465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4" t="-63566" r="-216" b="-65891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74981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400" b="1" dirty="0">
                              <a:solidFill>
                                <a:schemeClr val="tx1"/>
                              </a:solidFill>
                            </a:rPr>
                            <a:t>Alice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400" b="1" dirty="0">
                              <a:solidFill>
                                <a:schemeClr val="tx1"/>
                              </a:solidFill>
                            </a:rPr>
                            <a:t>Bob</a:t>
                          </a:r>
                        </a:p>
                      </a:txBody>
                      <a:tcPr>
                        <a:solidFill>
                          <a:srgbClr val="A3B2C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5587404"/>
                      </a:ext>
                    </a:extLst>
                  </a:tr>
                  <a:tr h="45720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2400" b="1" dirty="0">
                              <a:solidFill>
                                <a:schemeClr val="tx1"/>
                              </a:solidFill>
                            </a:rPr>
                            <a:t>Public Key Generation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MY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2483956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8" t="-200556" r="-100433" b="-2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MY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5947580"/>
                      </a:ext>
                    </a:extLst>
                  </a:tr>
                  <a:tr h="45720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2400" b="1" dirty="0">
                              <a:solidFill>
                                <a:schemeClr val="tx1"/>
                              </a:solidFill>
                            </a:rPr>
                            <a:t>Encryption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MY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7076989"/>
                      </a:ext>
                    </a:extLst>
                  </a:tr>
                  <a:tr h="1444625">
                    <a:tc>
                      <a:txBody>
                        <a:bodyPr/>
                        <a:lstStyle/>
                        <a:p>
                          <a:pPr algn="just"/>
                          <a:endParaRPr lang="en-MY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08" t="-258824" r="-433" b="-869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2834621"/>
                      </a:ext>
                    </a:extLst>
                  </a:tr>
                  <a:tr h="45720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MY" sz="2400" b="1" dirty="0">
                              <a:solidFill>
                                <a:schemeClr val="tx1"/>
                              </a:solidFill>
                            </a:rPr>
                            <a:t>Decryption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MY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3821323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8" t="-743200" r="-100433" b="-5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MY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119375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735198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 err="1">
                <a:solidFill>
                  <a:srgbClr val="0000FF"/>
                </a:solidFill>
              </a:rPr>
              <a:t>Elgamal</a:t>
            </a:r>
            <a:r>
              <a:rPr lang="en-MY" sz="3200" b="1" dirty="0"/>
              <a:t> cryptosystem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8814-91EE-A118-1CDC-F0A6E20AE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MY" sz="2400" dirty="0"/>
              <a:t>Proof of correctness.</a:t>
            </a:r>
          </a:p>
          <a:p>
            <a:pPr marL="0" indent="0" algn="just">
              <a:buNone/>
            </a:pPr>
            <a:endParaRPr lang="en-MY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B789262F-1A1F-B947-68AF-A3849517B9E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40782478"/>
                  </p:ext>
                </p:extLst>
              </p:nvPr>
            </p:nvGraphicFramePr>
            <p:xfrm>
              <a:off x="1667522" y="2695640"/>
              <a:ext cx="8856956" cy="26887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27578">
                      <a:extLst>
                        <a:ext uri="{9D8B030D-6E8A-4147-A177-3AD203B41FA5}">
                          <a16:colId xmlns:a16="http://schemas.microsoft.com/office/drawing/2014/main" val="1184624953"/>
                        </a:ext>
                      </a:extLst>
                    </a:gridCol>
                    <a:gridCol w="907039">
                      <a:extLst>
                        <a:ext uri="{9D8B030D-6E8A-4147-A177-3AD203B41FA5}">
                          <a16:colId xmlns:a16="http://schemas.microsoft.com/office/drawing/2014/main" val="1138193444"/>
                        </a:ext>
                      </a:extLst>
                    </a:gridCol>
                    <a:gridCol w="2687007">
                      <a:extLst>
                        <a:ext uri="{9D8B030D-6E8A-4147-A177-3AD203B41FA5}">
                          <a16:colId xmlns:a16="http://schemas.microsoft.com/office/drawing/2014/main" val="2532274694"/>
                        </a:ext>
                      </a:extLst>
                    </a:gridCol>
                    <a:gridCol w="1935332">
                      <a:extLst>
                        <a:ext uri="{9D8B030D-6E8A-4147-A177-3AD203B41FA5}">
                          <a16:colId xmlns:a16="http://schemas.microsoft.com/office/drawing/2014/main" val="1919180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MY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MY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MY" sz="2400" b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MY" sz="2400" b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MY" sz="2400" b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MY" sz="2400" b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MY" sz="2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MY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2400" b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MY" sz="2400" b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MY" sz="2400" dirty="0">
                              <a:latin typeface="+mn-lt"/>
                            </a:rPr>
                            <a:t> 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24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≡</m:t>
                                </m:r>
                              </m:oMath>
                            </m:oMathPara>
                          </a14:m>
                          <a:endParaRPr lang="en-MY" sz="2400" b="1" dirty="0">
                            <a:latin typeface="+mn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MY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MY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MY" sz="2400" b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p>
                                          <m:r>
                                            <a:rPr lang="en-MY" sz="2400" b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𝑘𝑎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MY" sz="2400" b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MY" sz="2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MY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MY" sz="2400" b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MY" sz="2400" b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MY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MY" sz="24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MY" sz="24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MY" sz="2400" dirty="0">
                              <a:latin typeface="+mn-lt"/>
                            </a:rPr>
                            <a:t> 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en-MY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MY" sz="2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mod</m:t>
                                    </m:r>
                                    <m:r>
                                      <a:rPr kumimoji="0" lang="en-MY" sz="2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en-MY" sz="2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574396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MY" sz="2400" dirty="0">
                              <a:latin typeface="+mn-lt"/>
                            </a:rPr>
                            <a:t> 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24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≡</m:t>
                                </m:r>
                              </m:oMath>
                            </m:oMathPara>
                          </a14:m>
                          <a:endParaRPr lang="en-MY" sz="2400" b="1" dirty="0">
                            <a:latin typeface="+mn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MY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MY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MY" sz="2400" b="0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p>
                                          <m:r>
                                            <a:rPr lang="en-MY" sz="2400" b="0" smtClean="0">
                                              <a:latin typeface="Cambria Math" panose="02040503050406030204" pitchFamily="18" charset="0"/>
                                            </a:rPr>
                                            <m:t>𝑎𝑘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MY" sz="2400" b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MY" sz="2400" b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MY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MY" sz="2400" b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MY" sz="2400" b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MY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MY" sz="2400" b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MY" sz="2400" b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MY" sz="2400" b="0" dirty="0">
                              <a:latin typeface="+mn-lt"/>
                            </a:rPr>
                            <a:t> 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en-MY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MY" sz="2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mod</m:t>
                                    </m:r>
                                    <m:r>
                                      <a:rPr kumimoji="0" lang="en-MY" sz="2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en-MY" sz="2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593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MY" sz="2400" dirty="0">
                            <a:latin typeface="+mn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24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≡</m:t>
                                </m:r>
                              </m:oMath>
                            </m:oMathPara>
                          </a14:m>
                          <a:endParaRPr lang="en-MY" sz="2400" b="1" dirty="0">
                            <a:latin typeface="+mn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MY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MY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MY" sz="2400" b="0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MY" sz="2400" b="0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MY" sz="2400" b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MY" sz="2400" b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MY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MY" sz="2400" b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MY" sz="2400" b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MY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MY" sz="2400" b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MY" sz="2400" b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MY" sz="2400" b="0" dirty="0">
                              <a:latin typeface="+mn-lt"/>
                            </a:rPr>
                            <a:t> 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en-MY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MY" sz="2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mod</m:t>
                                    </m:r>
                                    <m:r>
                                      <a:rPr kumimoji="0" lang="en-MY" sz="2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en-MY" sz="2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008954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MY" sz="2400" dirty="0">
                            <a:latin typeface="+mn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24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≡</m:t>
                                </m:r>
                              </m:oMath>
                            </m:oMathPara>
                          </a14:m>
                          <a:endParaRPr lang="en-MY" sz="2400" b="1" dirty="0">
                            <a:latin typeface="+mn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400" b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MY" sz="2400" b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MY" sz="2400" b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MY" sz="2400" b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MY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MY" sz="2400" b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MY" sz="2400" b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MY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MY" sz="2400" b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MY" sz="2400" b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MY" sz="2400" b="0" dirty="0">
                              <a:latin typeface="+mn-lt"/>
                            </a:rPr>
                            <a:t> 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en-MY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MY" sz="2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mod</m:t>
                                    </m:r>
                                    <m:r>
                                      <a:rPr kumimoji="0" lang="en-MY" sz="2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en-MY" sz="2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76660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MY" sz="2400" dirty="0">
                            <a:latin typeface="+mn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24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≡</m:t>
                                </m:r>
                              </m:oMath>
                            </m:oMathPara>
                          </a14:m>
                          <a:endParaRPr lang="en-MY" sz="2400" b="1" dirty="0">
                            <a:latin typeface="+mn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MY" sz="2400" b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MY" sz="2400" b="0" dirty="0">
                              <a:latin typeface="+mn-lt"/>
                            </a:rPr>
                            <a:t> 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en-MY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MY" sz="2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mod</m:t>
                                    </m:r>
                                    <m:r>
                                      <a:rPr kumimoji="0" lang="en-MY" sz="2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en-MY" sz="2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sz="2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01293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B789262F-1A1F-B947-68AF-A3849517B9E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40782478"/>
                  </p:ext>
                </p:extLst>
              </p:nvPr>
            </p:nvGraphicFramePr>
            <p:xfrm>
              <a:off x="1667522" y="2695640"/>
              <a:ext cx="8856956" cy="26887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27578">
                      <a:extLst>
                        <a:ext uri="{9D8B030D-6E8A-4147-A177-3AD203B41FA5}">
                          <a16:colId xmlns:a16="http://schemas.microsoft.com/office/drawing/2014/main" val="1184624953"/>
                        </a:ext>
                      </a:extLst>
                    </a:gridCol>
                    <a:gridCol w="907039">
                      <a:extLst>
                        <a:ext uri="{9D8B030D-6E8A-4147-A177-3AD203B41FA5}">
                          <a16:colId xmlns:a16="http://schemas.microsoft.com/office/drawing/2014/main" val="1138193444"/>
                        </a:ext>
                      </a:extLst>
                    </a:gridCol>
                    <a:gridCol w="2687007">
                      <a:extLst>
                        <a:ext uri="{9D8B030D-6E8A-4147-A177-3AD203B41FA5}">
                          <a16:colId xmlns:a16="http://schemas.microsoft.com/office/drawing/2014/main" val="2532274694"/>
                        </a:ext>
                      </a:extLst>
                    </a:gridCol>
                    <a:gridCol w="1935332">
                      <a:extLst>
                        <a:ext uri="{9D8B030D-6E8A-4147-A177-3AD203B41FA5}">
                          <a16:colId xmlns:a16="http://schemas.microsoft.com/office/drawing/2014/main" val="1919180335"/>
                        </a:ext>
                      </a:extLst>
                    </a:gridCol>
                  </a:tblGrid>
                  <a:tr h="5757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3" t="-1053" r="-167033" b="-37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7114" t="-1053" r="-512081" b="-37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7823" t="-1053" r="-73016" b="-37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7547" t="-1053" r="-1258" b="-37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439671"/>
                      </a:ext>
                    </a:extLst>
                  </a:tr>
                  <a:tr h="575755">
                    <a:tc>
                      <a:txBody>
                        <a:bodyPr/>
                        <a:lstStyle/>
                        <a:p>
                          <a:r>
                            <a:rPr lang="en-MY" sz="2400" dirty="0">
                              <a:latin typeface="+mn-lt"/>
                            </a:rPr>
                            <a:t> 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7114" t="-102128" r="-512081" b="-2787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7823" t="-102128" r="-73016" b="-2787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7547" t="-102128" r="-1258" b="-2787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593651"/>
                      </a:ext>
                    </a:extLst>
                  </a:tr>
                  <a:tr h="575755">
                    <a:tc>
                      <a:txBody>
                        <a:bodyPr/>
                        <a:lstStyle/>
                        <a:p>
                          <a:endParaRPr lang="en-MY" sz="2400" dirty="0">
                            <a:latin typeface="+mn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7114" t="-200000" r="-512081" b="-17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7823" t="-200000" r="-73016" b="-17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7547" t="-200000" r="-1258" b="-175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0895493"/>
                      </a:ext>
                    </a:extLst>
                  </a:tr>
                  <a:tr h="504254">
                    <a:tc>
                      <a:txBody>
                        <a:bodyPr/>
                        <a:lstStyle/>
                        <a:p>
                          <a:endParaRPr lang="en-MY" sz="2400" dirty="0">
                            <a:latin typeface="+mn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7114" t="-343373" r="-512081" b="-10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7823" t="-343373" r="-73016" b="-10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7547" t="-343373" r="-1258" b="-1012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66606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MY" sz="2400" dirty="0">
                            <a:latin typeface="+mn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7114" t="-490667" r="-512081" b="-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7823" t="-490667" r="-73016" b="-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7547" t="-490667" r="-1258" b="-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01293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79131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200" b="1" dirty="0"/>
              <a:t>Main References for Chapter 9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8814-91EE-A118-1CDC-F0A6E20AE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ko-KR" sz="2400" dirty="0" err="1">
                <a:ea typeface="Gulim" pitchFamily="34" charset="-127"/>
              </a:rPr>
              <a:t>Forouzan</a:t>
            </a:r>
            <a:r>
              <a:rPr lang="en-US" altLang="ko-KR" sz="2400" dirty="0">
                <a:ea typeface="Gulim" pitchFamily="34" charset="-127"/>
              </a:rPr>
              <a:t>, B.A. </a:t>
            </a:r>
            <a:r>
              <a:rPr lang="en-US" sz="2400" dirty="0"/>
              <a:t>“</a:t>
            </a:r>
            <a:r>
              <a:rPr lang="en-US" sz="2400" b="1" i="1" dirty="0"/>
              <a:t>Introduction to Cryptography and Network Security</a:t>
            </a:r>
            <a:r>
              <a:rPr lang="en-US" sz="2400" dirty="0"/>
              <a:t>”, Third Edition, McGraw-Hill, 2008.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Stallings, W. “</a:t>
            </a:r>
            <a:r>
              <a:rPr lang="en-US" sz="2400" b="1" i="1" dirty="0"/>
              <a:t>Cryptography and Network Security: Principles and Practices</a:t>
            </a:r>
            <a:r>
              <a:rPr lang="en-US" sz="2400" dirty="0"/>
              <a:t>”, Fifth Edition, Pearson Prentice Hall, 2011.</a:t>
            </a:r>
          </a:p>
          <a:p>
            <a:pPr marL="0" indent="0" algn="just">
              <a:buNone/>
            </a:pPr>
            <a:endParaRPr lang="en-MY" sz="2400" dirty="0"/>
          </a:p>
          <a:p>
            <a:pPr marL="0" indent="0">
              <a:buNone/>
            </a:pPr>
            <a:endParaRPr lang="en-MY" sz="2400" dirty="0"/>
          </a:p>
          <a:p>
            <a:pPr marL="0" indent="0" algn="just">
              <a:buNone/>
            </a:pP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10729758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252A-BDF4-DE41-0675-3D42055E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5711300"/>
          </a:xfrm>
        </p:spPr>
        <p:txBody>
          <a:bodyPr>
            <a:normAutofit/>
          </a:bodyPr>
          <a:lstStyle/>
          <a:p>
            <a:pPr algn="ctr"/>
            <a:r>
              <a:rPr lang="en-MY" sz="4800" dirty="0"/>
              <a:t>~ THE END </a:t>
            </a:r>
            <a:r>
              <a:rPr lang="en-MY" sz="4800" dirty="0">
                <a:sym typeface="Wingdings" panose="05000000000000000000" pitchFamily="2" charset="2"/>
              </a:rPr>
              <a:t> ~</a:t>
            </a:r>
            <a:endParaRPr lang="en-MY" sz="4800" dirty="0"/>
          </a:p>
        </p:txBody>
      </p:sp>
    </p:spTree>
    <p:extLst>
      <p:ext uri="{BB962C8B-B14F-4D97-AF65-F5344CB8AC3E}">
        <p14:creationId xmlns:p14="http://schemas.microsoft.com/office/powerpoint/2010/main" val="53684527"/>
      </p:ext>
    </p:extLst>
  </p:cSld>
  <p:clrMapOvr>
    <a:masterClrMapping/>
  </p:clrMapOvr>
</p:sld>
</file>

<file path=ppt/theme/theme1.xml><?xml version="1.0" encoding="utf-8"?>
<a:theme xmlns:a="http://schemas.openxmlformats.org/drawingml/2006/main" name="ArchiveVTI">
  <a:themeElements>
    <a:clrScheme name="Archive">
      <a:dk1>
        <a:sysClr val="windowText" lastClr="000000"/>
      </a:dk1>
      <a:lt1>
        <a:sysClr val="window" lastClr="FFFFFF"/>
      </a:lt1>
      <a:dk2>
        <a:srgbClr val="353B3D"/>
      </a:dk2>
      <a:lt2>
        <a:srgbClr val="EEECEA"/>
      </a:lt2>
      <a:accent1>
        <a:srgbClr val="A65E5E"/>
      </a:accent1>
      <a:accent2>
        <a:srgbClr val="9D6053"/>
      </a:accent2>
      <a:accent3>
        <a:srgbClr val="968274"/>
      </a:accent3>
      <a:accent4>
        <a:srgbClr val="878079"/>
      </a:accent4>
      <a:accent5>
        <a:srgbClr val="6C737A"/>
      </a:accent5>
      <a:accent6>
        <a:srgbClr val="697777"/>
      </a:accent6>
      <a:hlink>
        <a:srgbClr val="A25872"/>
      </a:hlink>
      <a:folHlink>
        <a:srgbClr val="667A7E"/>
      </a:folHlink>
    </a:clrScheme>
    <a:fontScheme name="Custom 170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iveVTI" id="{514BDC9F-20AC-40CA-9FE7-B30987BCD2D4}" vid="{D8FA1533-D953-46ED-B2C7-B32AF1BED7A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4bfc95-5fc1-4e5f-aee2-c8976470c7fa">
      <Terms xmlns="http://schemas.microsoft.com/office/infopath/2007/PartnerControls"/>
    </lcf76f155ced4ddcb4097134ff3c332f>
    <TaxCatchAll xmlns="6da64911-38d9-4b77-b6d0-85c58d59eee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A374375A648B43BE2F504427ACA368" ma:contentTypeVersion="15" ma:contentTypeDescription="Create a new document." ma:contentTypeScope="" ma:versionID="013dc5019cb378d6f3b4beb94fb7cf4e">
  <xsd:schema xmlns:xsd="http://www.w3.org/2001/XMLSchema" xmlns:xs="http://www.w3.org/2001/XMLSchema" xmlns:p="http://schemas.microsoft.com/office/2006/metadata/properties" xmlns:ns2="6da64911-38d9-4b77-b6d0-85c58d59eee7" xmlns:ns3="c14bfc95-5fc1-4e5f-aee2-c8976470c7fa" targetNamespace="http://schemas.microsoft.com/office/2006/metadata/properties" ma:root="true" ma:fieldsID="ea8c4da17c1bbcf1ebea871cf52d131d" ns2:_="" ns3:_="">
    <xsd:import namespace="6da64911-38d9-4b77-b6d0-85c58d59eee7"/>
    <xsd:import namespace="c14bfc95-5fc1-4e5f-aee2-c8976470c7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64911-38d9-4b77-b6d0-85c58d59eee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f6769d7-3c27-4ceb-9c12-0647dbcb441e}" ma:internalName="TaxCatchAll" ma:showField="CatchAllData" ma:web="6da64911-38d9-4b77-b6d0-85c58d59ee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bfc95-5fc1-4e5f-aee2-c8976470c7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47f1639-9130-493c-b0f7-7f4b51b1a9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5E2C63-DA87-4B59-893D-C43E80DA4750}">
  <ds:schemaRefs>
    <ds:schemaRef ds:uri="http://schemas.microsoft.com/office/2006/documentManagement/types"/>
    <ds:schemaRef ds:uri="c14bfc95-5fc1-4e5f-aee2-c8976470c7fa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6da64911-38d9-4b77-b6d0-85c58d59eee7"/>
    <ds:schemaRef ds:uri="http://purl.org/dc/terms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8DF65DE-5BBE-46A2-B0F0-2CD2D7B5C1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a64911-38d9-4b77-b6d0-85c58d59eee7"/>
    <ds:schemaRef ds:uri="c14bfc95-5fc1-4e5f-aee2-c8976470c7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99286F-4339-48CF-960E-7C12AF3671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2583</Words>
  <Application>Microsoft Office PowerPoint</Application>
  <PresentationFormat>Widescreen</PresentationFormat>
  <Paragraphs>533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9" baseType="lpstr">
      <vt:lpstr>ＭＳ Ｐゴシック</vt:lpstr>
      <vt:lpstr>Arial</vt:lpstr>
      <vt:lpstr>Arial Unicode MS</vt:lpstr>
      <vt:lpstr>Batang</vt:lpstr>
      <vt:lpstr>Bembo</vt:lpstr>
      <vt:lpstr>Cambria Math</vt:lpstr>
      <vt:lpstr>Gulim</vt:lpstr>
      <vt:lpstr>Times New Roman</vt:lpstr>
      <vt:lpstr>Wingdings</vt:lpstr>
      <vt:lpstr>ArchiveVTI</vt:lpstr>
      <vt:lpstr>Chapter 9</vt:lpstr>
      <vt:lpstr>outlines</vt:lpstr>
      <vt:lpstr>Learning objectives</vt:lpstr>
      <vt:lpstr>Diffie-hellman key exchange   </vt:lpstr>
      <vt:lpstr>Diffie-hellman key exchange (dhke)</vt:lpstr>
      <vt:lpstr>DHKE – THE DLP ASSUMPTION</vt:lpstr>
      <vt:lpstr>DHKE – ALGORITHM</vt:lpstr>
      <vt:lpstr>DHKE – An Example</vt:lpstr>
      <vt:lpstr>DHKE – security</vt:lpstr>
      <vt:lpstr>DHKE – security issue</vt:lpstr>
      <vt:lpstr>DHKE – man-in-the-middle attack</vt:lpstr>
      <vt:lpstr>DHKE – man-in-the-middle attack</vt:lpstr>
      <vt:lpstr>DHKE – man-in-the-middle attack</vt:lpstr>
      <vt:lpstr>Knapsack cryptosystem</vt:lpstr>
      <vt:lpstr>Knapsack cryptosystem</vt:lpstr>
      <vt:lpstr>Knapsack problem</vt:lpstr>
      <vt:lpstr>Knapsack function – setup</vt:lpstr>
      <vt:lpstr>Knapsack fun a=[a_1,a_2,…,a_k ] and x=[x_1,x_2,…,x_k ] ction &amp; inverse</vt:lpstr>
      <vt:lpstr>Knapsack function &amp; inverse</vt:lpstr>
      <vt:lpstr>Knapsack function &amp; inverse</vt:lpstr>
      <vt:lpstr>Knapsack cryptosystem – overview </vt:lpstr>
      <vt:lpstr>Knapsack cryptosystem –  key generation</vt:lpstr>
      <vt:lpstr>Knapsack cryptosystem –  encryption</vt:lpstr>
      <vt:lpstr>Knapsack cryptosystem –  decryption</vt:lpstr>
      <vt:lpstr>Knapsack cryptosystem – example</vt:lpstr>
      <vt:lpstr>Inverse of 37 in Z900</vt:lpstr>
      <vt:lpstr>Knapsack cryptosystem – example</vt:lpstr>
      <vt:lpstr>Knapsack cryptosystem – example</vt:lpstr>
      <vt:lpstr>Knapsack cryptosystem – example</vt:lpstr>
      <vt:lpstr>Knapsack cryptosystem – security</vt:lpstr>
      <vt:lpstr>What is NP-Complete?</vt:lpstr>
      <vt:lpstr>RSA (RIVEST-SHAMIR-ADLEMAN) cryptosystem     </vt:lpstr>
      <vt:lpstr>RSA CRYPTOSYSTEM</vt:lpstr>
      <vt:lpstr>RSA CRYPTOSYSTEM –  mathematics</vt:lpstr>
      <vt:lpstr>RSA CRYPTOSYSTEM - Overview</vt:lpstr>
      <vt:lpstr>RSA CRYPTOSYSTEM –  KEY GENERATION</vt:lpstr>
      <vt:lpstr>RSA CRYPTOSYSTEM –  encryption &amp; decryption</vt:lpstr>
      <vt:lpstr>RSA CRYPTOSYSTEM –  encryption &amp; decryption</vt:lpstr>
      <vt:lpstr>RSA CRYPTOSYSTEM –  trapdoor one-way function</vt:lpstr>
      <vt:lpstr>RSA CRYPTOSYSTEM –  small example</vt:lpstr>
      <vt:lpstr>RSA CRYPTOSYSTEM –  small example</vt:lpstr>
      <vt:lpstr>RSA CRYPTOSYSTEM – security </vt:lpstr>
      <vt:lpstr>Integer Factorization Problem (IFP):</vt:lpstr>
      <vt:lpstr>RSA CRYPTOSYSTEM – security </vt:lpstr>
      <vt:lpstr>RSA CRYPTOSYSTEM – cryptanalysis &amp; attacks</vt:lpstr>
      <vt:lpstr>RSA CRYPTOSYSTEM – cryptanalysis &amp; attacks</vt:lpstr>
      <vt:lpstr>RSA CRYPTOSYSTEM – cryptanalysis &amp; attacks</vt:lpstr>
      <vt:lpstr>RSA CRYPTOSYSTEM – cryptanalysis &amp; attacks</vt:lpstr>
      <vt:lpstr>RSA CRYPTOSYSTEM – cryptanalysis &amp; attacks</vt:lpstr>
      <vt:lpstr>RSA CRYPTOSYSTEM – cryptanalysis &amp; attacks</vt:lpstr>
      <vt:lpstr>RSA CRYPTOSYSTEM – cryptanalysis &amp; attacks</vt:lpstr>
      <vt:lpstr>RSA optimal asymmetric encryption padding (RSA/oaep)</vt:lpstr>
      <vt:lpstr>PowerPoint Presentation</vt:lpstr>
      <vt:lpstr>ELGAMAL cryptosystem (optional)</vt:lpstr>
      <vt:lpstr>Elgamal cryptosystem</vt:lpstr>
      <vt:lpstr>PowerPoint Presentation</vt:lpstr>
      <vt:lpstr>Elgamal cryptosystem</vt:lpstr>
      <vt:lpstr>Main References for Chapter 9</vt:lpstr>
      <vt:lpstr>~ THE END  ~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</dc:title>
  <dc:creator>Tea Boon Chian</dc:creator>
  <cp:lastModifiedBy>Chan Wai Kok</cp:lastModifiedBy>
  <cp:revision>32</cp:revision>
  <dcterms:created xsi:type="dcterms:W3CDTF">2023-12-04T06:54:58Z</dcterms:created>
  <dcterms:modified xsi:type="dcterms:W3CDTF">2026-01-02T04:34:06Z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0x0101009FA374375A648B43BE2F504427ACA368</vt:lpwstr>
  </property>
</Properties>
</file>